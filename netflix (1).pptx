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57" r:id="rId2"/>
    <p:sldId id="256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C00000"/>
    <a:srgbClr val="D11717"/>
    <a:srgbClr val="5F5F5F"/>
    <a:srgbClr val="A910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920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78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5464BE-9BCF-4516-AA44-FBD58D745EFE}" type="datetimeFigureOut">
              <a:rPr lang="en-IN" smtClean="0"/>
              <a:t>07-06-2025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2FDD1B-B221-4419-B34A-6FC7E70EFA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13167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2FDD1B-B221-4419-B34A-6FC7E70EFACF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73341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09E97-3190-4F04-BFF6-E9E7DDE36301}" type="datetimeFigureOut">
              <a:rPr lang="en-IN" smtClean="0"/>
              <a:t>07-06-2025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42023-76CB-4864-B397-3FCF2A1228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1784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09E97-3190-4F04-BFF6-E9E7DDE36301}" type="datetimeFigureOut">
              <a:rPr lang="en-IN" smtClean="0"/>
              <a:t>07-06-2025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42023-76CB-4864-B397-3FCF2A1228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0890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09E97-3190-4F04-BFF6-E9E7DDE36301}" type="datetimeFigureOut">
              <a:rPr lang="en-IN" smtClean="0"/>
              <a:t>07-06-2025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42023-76CB-4864-B397-3FCF2A1228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988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09E97-3190-4F04-BFF6-E9E7DDE36301}" type="datetimeFigureOut">
              <a:rPr lang="en-IN" smtClean="0"/>
              <a:t>07-06-2025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42023-76CB-4864-B397-3FCF2A1228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242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09E97-3190-4F04-BFF6-E9E7DDE36301}" type="datetimeFigureOut">
              <a:rPr lang="en-IN" smtClean="0"/>
              <a:t>07-06-2025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42023-76CB-4864-B397-3FCF2A1228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6096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09E97-3190-4F04-BFF6-E9E7DDE36301}" type="datetimeFigureOut">
              <a:rPr lang="en-IN" smtClean="0"/>
              <a:t>07-06-2025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42023-76CB-4864-B397-3FCF2A1228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7480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09E97-3190-4F04-BFF6-E9E7DDE36301}" type="datetimeFigureOut">
              <a:rPr lang="en-IN" smtClean="0"/>
              <a:t>07-06-2025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42023-76CB-4864-B397-3FCF2A1228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11546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09E97-3190-4F04-BFF6-E9E7DDE36301}" type="datetimeFigureOut">
              <a:rPr lang="en-IN" smtClean="0"/>
              <a:t>07-06-2025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42023-76CB-4864-B397-3FCF2A1228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8173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09E97-3190-4F04-BFF6-E9E7DDE36301}" type="datetimeFigureOut">
              <a:rPr lang="en-IN" smtClean="0"/>
              <a:t>07-06-2025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42023-76CB-4864-B397-3FCF2A1228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6133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09E97-3190-4F04-BFF6-E9E7DDE36301}" type="datetimeFigureOut">
              <a:rPr lang="en-IN" smtClean="0"/>
              <a:t>07-06-2025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42023-76CB-4864-B397-3FCF2A1228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88952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09E97-3190-4F04-BFF6-E9E7DDE36301}" type="datetimeFigureOut">
              <a:rPr lang="en-IN" smtClean="0"/>
              <a:t>07-06-2025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42023-76CB-4864-B397-3FCF2A1228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99589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F09E97-3190-4F04-BFF6-E9E7DDE36301}" type="datetimeFigureOut">
              <a:rPr lang="en-IN" smtClean="0"/>
              <a:t>07-06-2025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342023-76CB-4864-B397-3FCF2A1228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17492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 rot="1500020">
            <a:off x="-480797" y="2484771"/>
            <a:ext cx="3691447" cy="3564066"/>
          </a:xfrm>
          <a:prstGeom prst="roundRect">
            <a:avLst>
              <a:gd name="adj" fmla="val 26829"/>
            </a:avLst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ounded Rectangle 6"/>
          <p:cNvSpPr/>
          <p:nvPr/>
        </p:nvSpPr>
        <p:spPr>
          <a:xfrm rot="1500020">
            <a:off x="6963904" y="4913399"/>
            <a:ext cx="4187938" cy="2986456"/>
          </a:xfrm>
          <a:prstGeom prst="roundRect">
            <a:avLst>
              <a:gd name="adj" fmla="val 26829"/>
            </a:avLst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ounded Rectangle 7"/>
          <p:cNvSpPr/>
          <p:nvPr/>
        </p:nvSpPr>
        <p:spPr>
          <a:xfrm rot="1500020">
            <a:off x="5678434" y="-900539"/>
            <a:ext cx="4594373" cy="2909517"/>
          </a:xfrm>
          <a:prstGeom prst="roundRect">
            <a:avLst>
              <a:gd name="adj" fmla="val 26829"/>
            </a:avLst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7984" y="2028757"/>
            <a:ext cx="2065121" cy="2139589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47368">
            <a:off x="1360577" y="181470"/>
            <a:ext cx="3749121" cy="2461326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78999">
            <a:off x="2918264" y="4806333"/>
            <a:ext cx="3986992" cy="2789126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97319">
            <a:off x="9572168" y="1514598"/>
            <a:ext cx="2200442" cy="3444657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  <p:sp>
        <p:nvSpPr>
          <p:cNvPr id="20" name="TextBox 19"/>
          <p:cNvSpPr txBox="1"/>
          <p:nvPr/>
        </p:nvSpPr>
        <p:spPr>
          <a:xfrm rot="1497980">
            <a:off x="22719" y="2821602"/>
            <a:ext cx="2743388" cy="2365227"/>
          </a:xfrm>
          <a:custGeom>
            <a:avLst/>
            <a:gdLst/>
            <a:ahLst/>
            <a:cxnLst/>
            <a:rect l="l" t="t" r="r" b="b"/>
            <a:pathLst>
              <a:path w="2743388" h="2365227">
                <a:moveTo>
                  <a:pt x="2319481" y="2314782"/>
                </a:moveTo>
                <a:cubicBezTo>
                  <a:pt x="2323752" y="2310510"/>
                  <a:pt x="2328885" y="2308375"/>
                  <a:pt x="2334880" y="2308375"/>
                </a:cubicBezTo>
                <a:cubicBezTo>
                  <a:pt x="2341010" y="2308375"/>
                  <a:pt x="2346225" y="2310526"/>
                  <a:pt x="2350527" y="2314827"/>
                </a:cubicBezTo>
                <a:cubicBezTo>
                  <a:pt x="2354828" y="2319128"/>
                  <a:pt x="2356979" y="2324294"/>
                  <a:pt x="2356979" y="2330325"/>
                </a:cubicBezTo>
                <a:cubicBezTo>
                  <a:pt x="2356979" y="2336290"/>
                  <a:pt x="2354836" y="2341416"/>
                  <a:pt x="2350550" y="2345702"/>
                </a:cubicBezTo>
                <a:cubicBezTo>
                  <a:pt x="2346264" y="2349988"/>
                  <a:pt x="2341041" y="2352131"/>
                  <a:pt x="2334880" y="2352130"/>
                </a:cubicBezTo>
                <a:lnTo>
                  <a:pt x="2330775" y="2351348"/>
                </a:lnTo>
                <a:lnTo>
                  <a:pt x="2333409" y="2352505"/>
                </a:lnTo>
                <a:cubicBezTo>
                  <a:pt x="2336300" y="2353446"/>
                  <a:pt x="2338866" y="2353916"/>
                  <a:pt x="2341108" y="2353916"/>
                </a:cubicBezTo>
                <a:cubicBezTo>
                  <a:pt x="2346425" y="2353916"/>
                  <a:pt x="2350945" y="2352087"/>
                  <a:pt x="2354668" y="2348429"/>
                </a:cubicBezTo>
                <a:cubicBezTo>
                  <a:pt x="2358391" y="2344772"/>
                  <a:pt x="2360253" y="2340426"/>
                  <a:pt x="2360253" y="2335394"/>
                </a:cubicBezTo>
                <a:cubicBezTo>
                  <a:pt x="2360253" y="2330494"/>
                  <a:pt x="2358341" y="2324681"/>
                  <a:pt x="2354518" y="2317958"/>
                </a:cubicBezTo>
                <a:lnTo>
                  <a:pt x="2358999" y="2314576"/>
                </a:lnTo>
                <a:cubicBezTo>
                  <a:pt x="2366284" y="2320736"/>
                  <a:pt x="2369927" y="2327957"/>
                  <a:pt x="2369927" y="2336241"/>
                </a:cubicBezTo>
                <a:cubicBezTo>
                  <a:pt x="2369926" y="2343629"/>
                  <a:pt x="2367172" y="2350109"/>
                  <a:pt x="2361662" y="2355680"/>
                </a:cubicBezTo>
                <a:cubicBezTo>
                  <a:pt x="2356152" y="2361251"/>
                  <a:pt x="2349700" y="2364036"/>
                  <a:pt x="2342305" y="2364037"/>
                </a:cubicBezTo>
                <a:cubicBezTo>
                  <a:pt x="2333471" y="2364037"/>
                  <a:pt x="2326112" y="2360052"/>
                  <a:pt x="2320227" y="2352084"/>
                </a:cubicBezTo>
                <a:lnTo>
                  <a:pt x="2323535" y="2348517"/>
                </a:lnTo>
                <a:lnTo>
                  <a:pt x="2319458" y="2345747"/>
                </a:lnTo>
                <a:cubicBezTo>
                  <a:pt x="2315202" y="2341492"/>
                  <a:pt x="2313074" y="2336350"/>
                  <a:pt x="2313074" y="2330325"/>
                </a:cubicBezTo>
                <a:cubicBezTo>
                  <a:pt x="2313074" y="2324233"/>
                  <a:pt x="2315210" y="2319052"/>
                  <a:pt x="2319481" y="2314782"/>
                </a:cubicBezTo>
                <a:close/>
                <a:moveTo>
                  <a:pt x="2340657" y="2166793"/>
                </a:moveTo>
                <a:lnTo>
                  <a:pt x="2350479" y="2169709"/>
                </a:lnTo>
                <a:cubicBezTo>
                  <a:pt x="2357570" y="2180395"/>
                  <a:pt x="2369268" y="2190154"/>
                  <a:pt x="2385572" y="2198986"/>
                </a:cubicBezTo>
                <a:lnTo>
                  <a:pt x="2383821" y="2202149"/>
                </a:lnTo>
                <a:cubicBezTo>
                  <a:pt x="2371929" y="2218173"/>
                  <a:pt x="2363592" y="2232997"/>
                  <a:pt x="2358811" y="2246621"/>
                </a:cubicBezTo>
                <a:cubicBezTo>
                  <a:pt x="2354030" y="2260244"/>
                  <a:pt x="2350964" y="2278206"/>
                  <a:pt x="2349614" y="2300505"/>
                </a:cubicBezTo>
                <a:lnTo>
                  <a:pt x="2349235" y="2304654"/>
                </a:lnTo>
                <a:lnTo>
                  <a:pt x="2339196" y="2304654"/>
                </a:lnTo>
                <a:cubicBezTo>
                  <a:pt x="2339196" y="2284334"/>
                  <a:pt x="2342287" y="2264827"/>
                  <a:pt x="2348470" y="2246132"/>
                </a:cubicBezTo>
                <a:cubicBezTo>
                  <a:pt x="2354652" y="2227437"/>
                  <a:pt x="2362602" y="2212774"/>
                  <a:pt x="2372320" y="2202144"/>
                </a:cubicBezTo>
                <a:cubicBezTo>
                  <a:pt x="2355440" y="2192927"/>
                  <a:pt x="2344886" y="2181144"/>
                  <a:pt x="2340657" y="2166793"/>
                </a:cubicBezTo>
                <a:close/>
                <a:moveTo>
                  <a:pt x="2335217" y="2160807"/>
                </a:moveTo>
                <a:cubicBezTo>
                  <a:pt x="2339353" y="2172675"/>
                  <a:pt x="2343331" y="2181132"/>
                  <a:pt x="2347150" y="2186181"/>
                </a:cubicBezTo>
                <a:cubicBezTo>
                  <a:pt x="2350969" y="2191230"/>
                  <a:pt x="2357600" y="2196159"/>
                  <a:pt x="2367041" y="2200967"/>
                </a:cubicBezTo>
                <a:lnTo>
                  <a:pt x="2364899" y="2206276"/>
                </a:lnTo>
                <a:cubicBezTo>
                  <a:pt x="2355951" y="2220257"/>
                  <a:pt x="2349657" y="2233560"/>
                  <a:pt x="2346019" y="2246186"/>
                </a:cubicBezTo>
                <a:cubicBezTo>
                  <a:pt x="2342380" y="2258811"/>
                  <a:pt x="2340126" y="2275431"/>
                  <a:pt x="2339256" y="2296045"/>
                </a:cubicBezTo>
                <a:lnTo>
                  <a:pt x="2338938" y="2300784"/>
                </a:lnTo>
                <a:lnTo>
                  <a:pt x="2328252" y="2300784"/>
                </a:lnTo>
                <a:lnTo>
                  <a:pt x="2328255" y="2294892"/>
                </a:lnTo>
                <a:cubicBezTo>
                  <a:pt x="2328255" y="2277882"/>
                  <a:pt x="2325551" y="2260652"/>
                  <a:pt x="2320142" y="2243200"/>
                </a:cubicBezTo>
                <a:cubicBezTo>
                  <a:pt x="2314732" y="2225748"/>
                  <a:pt x="2307610" y="2210975"/>
                  <a:pt x="2298775" y="2198882"/>
                </a:cubicBezTo>
                <a:cubicBezTo>
                  <a:pt x="2308998" y="2193803"/>
                  <a:pt x="2316127" y="2189018"/>
                  <a:pt x="2320164" y="2184528"/>
                </a:cubicBezTo>
                <a:cubicBezTo>
                  <a:pt x="2324200" y="2180037"/>
                  <a:pt x="2329217" y="2172130"/>
                  <a:pt x="2335217" y="2160807"/>
                </a:cubicBezTo>
                <a:close/>
                <a:moveTo>
                  <a:pt x="2093102" y="2260017"/>
                </a:moveTo>
                <a:lnTo>
                  <a:pt x="2101127" y="2272945"/>
                </a:lnTo>
                <a:cubicBezTo>
                  <a:pt x="2103420" y="2279152"/>
                  <a:pt x="2104566" y="2286023"/>
                  <a:pt x="2104566" y="2293559"/>
                </a:cubicBezTo>
                <a:lnTo>
                  <a:pt x="2102508" y="2303618"/>
                </a:lnTo>
                <a:lnTo>
                  <a:pt x="2091214" y="2328327"/>
                </a:lnTo>
                <a:lnTo>
                  <a:pt x="2085592" y="2335892"/>
                </a:lnTo>
                <a:cubicBezTo>
                  <a:pt x="2072942" y="2347313"/>
                  <a:pt x="2057355" y="2353024"/>
                  <a:pt x="2038831" y="2353024"/>
                </a:cubicBezTo>
                <a:cubicBezTo>
                  <a:pt x="2027369" y="2353023"/>
                  <a:pt x="2014716" y="2351314"/>
                  <a:pt x="2000870" y="2347896"/>
                </a:cubicBezTo>
                <a:lnTo>
                  <a:pt x="1982481" y="2343361"/>
                </a:lnTo>
                <a:cubicBezTo>
                  <a:pt x="1976614" y="2341964"/>
                  <a:pt x="1971609" y="2341266"/>
                  <a:pt x="1967465" y="2341266"/>
                </a:cubicBezTo>
                <a:cubicBezTo>
                  <a:pt x="1964784" y="2341266"/>
                  <a:pt x="1961821" y="2341738"/>
                  <a:pt x="1958575" y="2342682"/>
                </a:cubicBezTo>
                <a:lnTo>
                  <a:pt x="1951967" y="2345333"/>
                </a:lnTo>
                <a:lnTo>
                  <a:pt x="1952129" y="2345461"/>
                </a:lnTo>
                <a:lnTo>
                  <a:pt x="1950323" y="2348821"/>
                </a:lnTo>
                <a:lnTo>
                  <a:pt x="1959758" y="2345177"/>
                </a:lnTo>
                <a:cubicBezTo>
                  <a:pt x="1962833" y="2344355"/>
                  <a:pt x="1965791" y="2343945"/>
                  <a:pt x="1968633" y="2343945"/>
                </a:cubicBezTo>
                <a:cubicBezTo>
                  <a:pt x="1974663" y="2343944"/>
                  <a:pt x="1982167" y="2345001"/>
                  <a:pt x="1991145" y="2347112"/>
                </a:cubicBezTo>
                <a:lnTo>
                  <a:pt x="2011813" y="2352116"/>
                </a:lnTo>
                <a:cubicBezTo>
                  <a:pt x="2020494" y="2354209"/>
                  <a:pt x="2029696" y="2355256"/>
                  <a:pt x="2039421" y="2355256"/>
                </a:cubicBezTo>
                <a:cubicBezTo>
                  <a:pt x="2058098" y="2355256"/>
                  <a:pt x="2073971" y="2349321"/>
                  <a:pt x="2087043" y="2337452"/>
                </a:cubicBezTo>
                <a:lnTo>
                  <a:pt x="2091214" y="2328327"/>
                </a:lnTo>
                <a:lnTo>
                  <a:pt x="2099822" y="2316743"/>
                </a:lnTo>
                <a:lnTo>
                  <a:pt x="2102508" y="2303618"/>
                </a:lnTo>
                <a:lnTo>
                  <a:pt x="2106650" y="2294557"/>
                </a:lnTo>
                <a:cubicBezTo>
                  <a:pt x="2106650" y="2287511"/>
                  <a:pt x="2105333" y="2280826"/>
                  <a:pt x="2102700" y="2274504"/>
                </a:cubicBezTo>
                <a:close/>
                <a:moveTo>
                  <a:pt x="2297071" y="2163119"/>
                </a:moveTo>
                <a:lnTo>
                  <a:pt x="2303280" y="2168797"/>
                </a:lnTo>
                <a:cubicBezTo>
                  <a:pt x="2296297" y="2178514"/>
                  <a:pt x="2289084" y="2193376"/>
                  <a:pt x="2281639" y="2213383"/>
                </a:cubicBezTo>
                <a:lnTo>
                  <a:pt x="2279709" y="2216102"/>
                </a:lnTo>
                <a:lnTo>
                  <a:pt x="2272226" y="2211323"/>
                </a:lnTo>
                <a:lnTo>
                  <a:pt x="2273040" y="2207395"/>
                </a:lnTo>
                <a:cubicBezTo>
                  <a:pt x="2280194" y="2187365"/>
                  <a:pt x="2287249" y="2173263"/>
                  <a:pt x="2294203" y="2165088"/>
                </a:cubicBezTo>
                <a:close/>
                <a:moveTo>
                  <a:pt x="2218792" y="2175918"/>
                </a:moveTo>
                <a:lnTo>
                  <a:pt x="2219908" y="2175918"/>
                </a:lnTo>
                <a:lnTo>
                  <a:pt x="2219908" y="2329927"/>
                </a:lnTo>
                <a:lnTo>
                  <a:pt x="2221098" y="2331318"/>
                </a:lnTo>
                <a:lnTo>
                  <a:pt x="2221098" y="2177850"/>
                </a:lnTo>
                <a:lnTo>
                  <a:pt x="2233877" y="2177555"/>
                </a:lnTo>
                <a:lnTo>
                  <a:pt x="2251042" y="2179859"/>
                </a:lnTo>
                <a:lnTo>
                  <a:pt x="2244622" y="2176767"/>
                </a:lnTo>
                <a:cubicBezTo>
                  <a:pt x="2240963" y="2175804"/>
                  <a:pt x="2236644" y="2175322"/>
                  <a:pt x="2231665" y="2175323"/>
                </a:cubicBezTo>
                <a:cubicBezTo>
                  <a:pt x="2227452" y="2175322"/>
                  <a:pt x="2223160" y="2175521"/>
                  <a:pt x="2218792" y="2175918"/>
                </a:cubicBezTo>
                <a:close/>
                <a:moveTo>
                  <a:pt x="1997157" y="2259205"/>
                </a:moveTo>
                <a:lnTo>
                  <a:pt x="2005551" y="2263476"/>
                </a:lnTo>
                <a:lnTo>
                  <a:pt x="2029043" y="2269310"/>
                </a:lnTo>
                <a:cubicBezTo>
                  <a:pt x="2045267" y="2273365"/>
                  <a:pt x="2056255" y="2276949"/>
                  <a:pt x="2062007" y="2280061"/>
                </a:cubicBezTo>
                <a:lnTo>
                  <a:pt x="2067957" y="2285264"/>
                </a:lnTo>
                <a:lnTo>
                  <a:pt x="2064117" y="2279290"/>
                </a:lnTo>
                <a:cubicBezTo>
                  <a:pt x="2053485" y="2273723"/>
                  <a:pt x="2036493" y="2268651"/>
                  <a:pt x="2013139" y="2264075"/>
                </a:cubicBezTo>
                <a:close/>
                <a:moveTo>
                  <a:pt x="2112261" y="2156868"/>
                </a:moveTo>
                <a:lnTo>
                  <a:pt x="2294036" y="2156868"/>
                </a:lnTo>
                <a:cubicBezTo>
                  <a:pt x="2292915" y="2161419"/>
                  <a:pt x="2292262" y="2163890"/>
                  <a:pt x="2292078" y="2164279"/>
                </a:cubicBezTo>
                <a:lnTo>
                  <a:pt x="2282362" y="2180978"/>
                </a:lnTo>
                <a:cubicBezTo>
                  <a:pt x="2278829" y="2187737"/>
                  <a:pt x="2275647" y="2195643"/>
                  <a:pt x="2272816" y="2204695"/>
                </a:cubicBezTo>
                <a:lnTo>
                  <a:pt x="2270919" y="2207746"/>
                </a:lnTo>
                <a:lnTo>
                  <a:pt x="2265324" y="2205542"/>
                </a:lnTo>
                <a:lnTo>
                  <a:pt x="2264759" y="2203084"/>
                </a:lnTo>
                <a:lnTo>
                  <a:pt x="2261427" y="2193732"/>
                </a:lnTo>
                <a:lnTo>
                  <a:pt x="2249253" y="2189229"/>
                </a:lnTo>
                <a:cubicBezTo>
                  <a:pt x="2244355" y="2187995"/>
                  <a:pt x="2239562" y="2187377"/>
                  <a:pt x="2234874" y="2187378"/>
                </a:cubicBezTo>
                <a:cubicBezTo>
                  <a:pt x="2232930" y="2187377"/>
                  <a:pt x="2231637" y="2187424"/>
                  <a:pt x="2230995" y="2187519"/>
                </a:cubicBezTo>
                <a:lnTo>
                  <a:pt x="2231577" y="2330622"/>
                </a:lnTo>
                <a:lnTo>
                  <a:pt x="2254780" y="2361953"/>
                </a:lnTo>
                <a:lnTo>
                  <a:pt x="2175699" y="2361953"/>
                </a:lnTo>
                <a:lnTo>
                  <a:pt x="2170755" y="2352130"/>
                </a:lnTo>
                <a:lnTo>
                  <a:pt x="2240653" y="2352130"/>
                </a:lnTo>
                <a:lnTo>
                  <a:pt x="2232180" y="2344266"/>
                </a:lnTo>
                <a:lnTo>
                  <a:pt x="2237128" y="2350047"/>
                </a:lnTo>
                <a:lnTo>
                  <a:pt x="2164355" y="2350047"/>
                </a:lnTo>
                <a:lnTo>
                  <a:pt x="2184784" y="2328576"/>
                </a:lnTo>
                <a:lnTo>
                  <a:pt x="2184784" y="2187724"/>
                </a:lnTo>
                <a:lnTo>
                  <a:pt x="2177401" y="2187675"/>
                </a:lnTo>
                <a:cubicBezTo>
                  <a:pt x="2168213" y="2187675"/>
                  <a:pt x="2161793" y="2189371"/>
                  <a:pt x="2158143" y="2192762"/>
                </a:cubicBezTo>
                <a:cubicBezTo>
                  <a:pt x="2154493" y="2196154"/>
                  <a:pt x="2152236" y="2203338"/>
                  <a:pt x="2151372" y="2214315"/>
                </a:cubicBezTo>
                <a:lnTo>
                  <a:pt x="2141738" y="2214315"/>
                </a:lnTo>
                <a:cubicBezTo>
                  <a:pt x="2142879" y="2200028"/>
                  <a:pt x="2146145" y="2190379"/>
                  <a:pt x="2151535" y="2185368"/>
                </a:cubicBezTo>
                <a:cubicBezTo>
                  <a:pt x="2156926" y="2180358"/>
                  <a:pt x="2164607" y="2177852"/>
                  <a:pt x="2174581" y="2177853"/>
                </a:cubicBezTo>
                <a:lnTo>
                  <a:pt x="2186180" y="2178017"/>
                </a:lnTo>
                <a:lnTo>
                  <a:pt x="2184784" y="2177994"/>
                </a:lnTo>
                <a:lnTo>
                  <a:pt x="2184784" y="2176487"/>
                </a:lnTo>
                <a:cubicBezTo>
                  <a:pt x="2181558" y="2176108"/>
                  <a:pt x="2177832" y="2175918"/>
                  <a:pt x="2173606" y="2175917"/>
                </a:cubicBezTo>
                <a:cubicBezTo>
                  <a:pt x="2161920" y="2175918"/>
                  <a:pt x="2153592" y="2178207"/>
                  <a:pt x="2148621" y="2182787"/>
                </a:cubicBezTo>
                <a:cubicBezTo>
                  <a:pt x="2143651" y="2187367"/>
                  <a:pt x="2140850" y="2196270"/>
                  <a:pt x="2140217" y="2209497"/>
                </a:cubicBezTo>
                <a:lnTo>
                  <a:pt x="2133285" y="2209497"/>
                </a:lnTo>
                <a:cubicBezTo>
                  <a:pt x="2128706" y="2194698"/>
                  <a:pt x="2122080" y="2179062"/>
                  <a:pt x="2113407" y="2162588"/>
                </a:cubicBezTo>
                <a:close/>
                <a:moveTo>
                  <a:pt x="2097990" y="2162656"/>
                </a:moveTo>
                <a:lnTo>
                  <a:pt x="2106003" y="2166332"/>
                </a:lnTo>
                <a:lnTo>
                  <a:pt x="2104689" y="2166746"/>
                </a:lnTo>
                <a:cubicBezTo>
                  <a:pt x="2100462" y="2176386"/>
                  <a:pt x="2097057" y="2183651"/>
                  <a:pt x="2094474" y="2188543"/>
                </a:cubicBezTo>
                <a:cubicBezTo>
                  <a:pt x="2087435" y="2204058"/>
                  <a:pt x="2083395" y="2212802"/>
                  <a:pt x="2082351" y="2214774"/>
                </a:cubicBezTo>
                <a:lnTo>
                  <a:pt x="2080216" y="2216994"/>
                </a:lnTo>
                <a:lnTo>
                  <a:pt x="2072612" y="2214169"/>
                </a:lnTo>
                <a:lnTo>
                  <a:pt x="2073428" y="2210076"/>
                </a:lnTo>
                <a:cubicBezTo>
                  <a:pt x="2076261" y="2203618"/>
                  <a:pt x="2080378" y="2195175"/>
                  <a:pt x="2085779" y="2184748"/>
                </a:cubicBezTo>
                <a:lnTo>
                  <a:pt x="2095809" y="2165244"/>
                </a:lnTo>
                <a:close/>
                <a:moveTo>
                  <a:pt x="1999810" y="2178893"/>
                </a:moveTo>
                <a:cubicBezTo>
                  <a:pt x="1993547" y="2184151"/>
                  <a:pt x="1990415" y="2190699"/>
                  <a:pt x="1990415" y="2198537"/>
                </a:cubicBezTo>
                <a:lnTo>
                  <a:pt x="1998187" y="2215432"/>
                </a:lnTo>
                <a:lnTo>
                  <a:pt x="1993094" y="2201400"/>
                </a:lnTo>
                <a:cubicBezTo>
                  <a:pt x="1993094" y="2192892"/>
                  <a:pt x="1996122" y="2185988"/>
                  <a:pt x="2002177" y="2180688"/>
                </a:cubicBezTo>
                <a:cubicBezTo>
                  <a:pt x="2008232" y="2175389"/>
                  <a:pt x="2016021" y="2172739"/>
                  <a:pt x="2025543" y="2172739"/>
                </a:cubicBezTo>
                <a:cubicBezTo>
                  <a:pt x="2029984" y="2172739"/>
                  <a:pt x="2034169" y="2173223"/>
                  <a:pt x="2038099" y="2174190"/>
                </a:cubicBezTo>
                <a:lnTo>
                  <a:pt x="2040836" y="2175271"/>
                </a:lnTo>
                <a:lnTo>
                  <a:pt x="2038473" y="2173785"/>
                </a:lnTo>
                <a:cubicBezTo>
                  <a:pt x="2033780" y="2171932"/>
                  <a:pt x="2028811" y="2171006"/>
                  <a:pt x="2023566" y="2171007"/>
                </a:cubicBezTo>
                <a:cubicBezTo>
                  <a:pt x="2013992" y="2171006"/>
                  <a:pt x="2006073" y="2173635"/>
                  <a:pt x="1999810" y="2178893"/>
                </a:cubicBezTo>
                <a:close/>
                <a:moveTo>
                  <a:pt x="1822983" y="2255243"/>
                </a:moveTo>
                <a:lnTo>
                  <a:pt x="1822983" y="2331145"/>
                </a:lnTo>
                <a:lnTo>
                  <a:pt x="1826257" y="2331145"/>
                </a:lnTo>
                <a:lnTo>
                  <a:pt x="1826257" y="2256136"/>
                </a:lnTo>
                <a:lnTo>
                  <a:pt x="1859078" y="2256136"/>
                </a:lnTo>
                <a:lnTo>
                  <a:pt x="1858218" y="2255243"/>
                </a:lnTo>
                <a:close/>
                <a:moveTo>
                  <a:pt x="1881919" y="2213785"/>
                </a:moveTo>
                <a:lnTo>
                  <a:pt x="1891742" y="2216875"/>
                </a:lnTo>
                <a:lnTo>
                  <a:pt x="1891742" y="2286109"/>
                </a:lnTo>
                <a:lnTo>
                  <a:pt x="1881919" y="2283125"/>
                </a:lnTo>
                <a:close/>
                <a:moveTo>
                  <a:pt x="1995944" y="2157390"/>
                </a:moveTo>
                <a:cubicBezTo>
                  <a:pt x="2003467" y="2154859"/>
                  <a:pt x="2011835" y="2153594"/>
                  <a:pt x="2021048" y="2153594"/>
                </a:cubicBezTo>
                <a:cubicBezTo>
                  <a:pt x="2032601" y="2153594"/>
                  <a:pt x="2046134" y="2155690"/>
                  <a:pt x="2061648" y="2159884"/>
                </a:cubicBezTo>
                <a:cubicBezTo>
                  <a:pt x="2068405" y="2161742"/>
                  <a:pt x="2073396" y="2162672"/>
                  <a:pt x="2076619" y="2162672"/>
                </a:cubicBezTo>
                <a:cubicBezTo>
                  <a:pt x="2080839" y="2162672"/>
                  <a:pt x="2085983" y="2161029"/>
                  <a:pt x="2092053" y="2157745"/>
                </a:cubicBezTo>
                <a:lnTo>
                  <a:pt x="2096955" y="2160303"/>
                </a:lnTo>
                <a:cubicBezTo>
                  <a:pt x="2091658" y="2168837"/>
                  <a:pt x="2087539" y="2176709"/>
                  <a:pt x="2084600" y="2183919"/>
                </a:cubicBezTo>
                <a:cubicBezTo>
                  <a:pt x="2078630" y="2198601"/>
                  <a:pt x="2074611" y="2207698"/>
                  <a:pt x="2072545" y="2211211"/>
                </a:cubicBezTo>
                <a:lnTo>
                  <a:pt x="2068140" y="2213462"/>
                </a:lnTo>
                <a:cubicBezTo>
                  <a:pt x="2066545" y="2211070"/>
                  <a:pt x="2065604" y="2209297"/>
                  <a:pt x="2065317" y="2208144"/>
                </a:cubicBezTo>
                <a:lnTo>
                  <a:pt x="2061991" y="2198425"/>
                </a:lnTo>
                <a:lnTo>
                  <a:pt x="2059718" y="2199558"/>
                </a:lnTo>
                <a:cubicBezTo>
                  <a:pt x="2048500" y="2188163"/>
                  <a:pt x="2037193" y="2182466"/>
                  <a:pt x="2025797" y="2182467"/>
                </a:cubicBezTo>
                <a:cubicBezTo>
                  <a:pt x="2019234" y="2182466"/>
                  <a:pt x="2013830" y="2184334"/>
                  <a:pt x="2009583" y="2188071"/>
                </a:cubicBezTo>
                <a:cubicBezTo>
                  <a:pt x="2005337" y="2191807"/>
                  <a:pt x="2003214" y="2196541"/>
                  <a:pt x="2003214" y="2202274"/>
                </a:cubicBezTo>
                <a:cubicBezTo>
                  <a:pt x="2003214" y="2208554"/>
                  <a:pt x="2007730" y="2215172"/>
                  <a:pt x="2016762" y="2222129"/>
                </a:cubicBezTo>
                <a:lnTo>
                  <a:pt x="2019178" y="2224296"/>
                </a:lnTo>
                <a:lnTo>
                  <a:pt x="2018265" y="2226049"/>
                </a:lnTo>
                <a:lnTo>
                  <a:pt x="2024906" y="2229077"/>
                </a:lnTo>
                <a:lnTo>
                  <a:pt x="2049544" y="2235063"/>
                </a:lnTo>
                <a:cubicBezTo>
                  <a:pt x="2067884" y="2239488"/>
                  <a:pt x="2081640" y="2246575"/>
                  <a:pt x="2090810" y="2256325"/>
                </a:cubicBezTo>
                <a:lnTo>
                  <a:pt x="2090853" y="2256393"/>
                </a:lnTo>
                <a:lnTo>
                  <a:pt x="2090853" y="2251569"/>
                </a:lnTo>
                <a:cubicBezTo>
                  <a:pt x="2108131" y="2262666"/>
                  <a:pt x="2116770" y="2277377"/>
                  <a:pt x="2116770" y="2295701"/>
                </a:cubicBezTo>
                <a:cubicBezTo>
                  <a:pt x="2116770" y="2315131"/>
                  <a:pt x="2109255" y="2331576"/>
                  <a:pt x="2094226" y="2345037"/>
                </a:cubicBezTo>
                <a:cubicBezTo>
                  <a:pt x="2079197" y="2358497"/>
                  <a:pt x="2060965" y="2365227"/>
                  <a:pt x="2039531" y="2365227"/>
                </a:cubicBezTo>
                <a:cubicBezTo>
                  <a:pt x="2028652" y="2365227"/>
                  <a:pt x="2018921" y="2364135"/>
                  <a:pt x="2010337" y="2361951"/>
                </a:cubicBezTo>
                <a:lnTo>
                  <a:pt x="1986994" y="2356223"/>
                </a:lnTo>
                <a:cubicBezTo>
                  <a:pt x="1981669" y="2354884"/>
                  <a:pt x="1976081" y="2354214"/>
                  <a:pt x="1970230" y="2354214"/>
                </a:cubicBezTo>
                <a:cubicBezTo>
                  <a:pt x="1965178" y="2354214"/>
                  <a:pt x="1959545" y="2355335"/>
                  <a:pt x="1953333" y="2357576"/>
                </a:cubicBezTo>
                <a:lnTo>
                  <a:pt x="1950229" y="2348996"/>
                </a:lnTo>
                <a:lnTo>
                  <a:pt x="1943265" y="2361953"/>
                </a:lnTo>
                <a:lnTo>
                  <a:pt x="1780353" y="2361953"/>
                </a:lnTo>
                <a:lnTo>
                  <a:pt x="1776758" y="2352130"/>
                </a:lnTo>
                <a:lnTo>
                  <a:pt x="1937721" y="2352130"/>
                </a:lnTo>
                <a:lnTo>
                  <a:pt x="1941504" y="2346565"/>
                </a:lnTo>
                <a:cubicBezTo>
                  <a:pt x="1927792" y="2334380"/>
                  <a:pt x="1917917" y="2319354"/>
                  <a:pt x="1911880" y="2301489"/>
                </a:cubicBezTo>
                <a:lnTo>
                  <a:pt x="1921886" y="2303957"/>
                </a:lnTo>
                <a:lnTo>
                  <a:pt x="1946385" y="2338772"/>
                </a:lnTo>
                <a:lnTo>
                  <a:pt x="1971246" y="2287011"/>
                </a:lnTo>
                <a:lnTo>
                  <a:pt x="1978746" y="2288434"/>
                </a:lnTo>
                <a:lnTo>
                  <a:pt x="1995785" y="2322902"/>
                </a:lnTo>
                <a:lnTo>
                  <a:pt x="1995789" y="2322911"/>
                </a:lnTo>
                <a:lnTo>
                  <a:pt x="1995790" y="2322911"/>
                </a:lnTo>
                <a:lnTo>
                  <a:pt x="1996328" y="2324001"/>
                </a:lnTo>
                <a:lnTo>
                  <a:pt x="1998816" y="2325328"/>
                </a:lnTo>
                <a:lnTo>
                  <a:pt x="1995790" y="2322911"/>
                </a:lnTo>
                <a:lnTo>
                  <a:pt x="1995785" y="2322902"/>
                </a:lnTo>
                <a:lnTo>
                  <a:pt x="1983018" y="2294941"/>
                </a:lnTo>
                <a:lnTo>
                  <a:pt x="1992368" y="2293573"/>
                </a:lnTo>
                <a:cubicBezTo>
                  <a:pt x="1996160" y="2311698"/>
                  <a:pt x="2006022" y="2324469"/>
                  <a:pt x="2021953" y="2331887"/>
                </a:cubicBezTo>
                <a:lnTo>
                  <a:pt x="2021952" y="2334170"/>
                </a:lnTo>
                <a:lnTo>
                  <a:pt x="2034431" y="2335908"/>
                </a:lnTo>
                <a:cubicBezTo>
                  <a:pt x="2046777" y="2335908"/>
                  <a:pt x="2056468" y="2333149"/>
                  <a:pt x="2063503" y="2327630"/>
                </a:cubicBezTo>
                <a:cubicBezTo>
                  <a:pt x="2070539" y="2322110"/>
                  <a:pt x="2074056" y="2314729"/>
                  <a:pt x="2074056" y="2305484"/>
                </a:cubicBezTo>
                <a:lnTo>
                  <a:pt x="2072737" y="2297732"/>
                </a:lnTo>
                <a:lnTo>
                  <a:pt x="2069833" y="2299090"/>
                </a:lnTo>
                <a:cubicBezTo>
                  <a:pt x="2064676" y="2293708"/>
                  <a:pt x="2059677" y="2289912"/>
                  <a:pt x="2054839" y="2287701"/>
                </a:cubicBezTo>
                <a:cubicBezTo>
                  <a:pt x="2050000" y="2285489"/>
                  <a:pt x="2040439" y="2282707"/>
                  <a:pt x="2026154" y="2279353"/>
                </a:cubicBezTo>
                <a:cubicBezTo>
                  <a:pt x="2004916" y="2274439"/>
                  <a:pt x="1990434" y="2270077"/>
                  <a:pt x="1982710" y="2266269"/>
                </a:cubicBezTo>
                <a:cubicBezTo>
                  <a:pt x="1974985" y="2262461"/>
                  <a:pt x="1970321" y="2255811"/>
                  <a:pt x="1968716" y="2246318"/>
                </a:cubicBezTo>
                <a:lnTo>
                  <a:pt x="1978271" y="2249704"/>
                </a:lnTo>
                <a:lnTo>
                  <a:pt x="1971559" y="2245208"/>
                </a:lnTo>
                <a:cubicBezTo>
                  <a:pt x="1962797" y="2236341"/>
                  <a:pt x="1958417" y="2224055"/>
                  <a:pt x="1958417" y="2208348"/>
                </a:cubicBezTo>
                <a:cubicBezTo>
                  <a:pt x="1958417" y="2192089"/>
                  <a:pt x="1964249" y="2178898"/>
                  <a:pt x="1975912" y="2168777"/>
                </a:cubicBezTo>
                <a:cubicBezTo>
                  <a:pt x="1981744" y="2163716"/>
                  <a:pt x="1988421" y="2159920"/>
                  <a:pt x="1995944" y="2157390"/>
                </a:cubicBezTo>
                <a:close/>
                <a:moveTo>
                  <a:pt x="1929751" y="2164011"/>
                </a:moveTo>
                <a:lnTo>
                  <a:pt x="1934618" y="2170202"/>
                </a:lnTo>
                <a:lnTo>
                  <a:pt x="1933225" y="2172827"/>
                </a:lnTo>
                <a:cubicBezTo>
                  <a:pt x="1921400" y="2188720"/>
                  <a:pt x="1912909" y="2202600"/>
                  <a:pt x="1907755" y="2214464"/>
                </a:cubicBezTo>
                <a:lnTo>
                  <a:pt x="1901230" y="2208923"/>
                </a:lnTo>
                <a:cubicBezTo>
                  <a:pt x="1908017" y="2192471"/>
                  <a:pt x="1917524" y="2177501"/>
                  <a:pt x="1929751" y="2164011"/>
                </a:cubicBezTo>
                <a:close/>
                <a:moveTo>
                  <a:pt x="1822983" y="2175313"/>
                </a:moveTo>
                <a:lnTo>
                  <a:pt x="1822983" y="2236640"/>
                </a:lnTo>
                <a:lnTo>
                  <a:pt x="1826257" y="2236640"/>
                </a:lnTo>
                <a:lnTo>
                  <a:pt x="1826257" y="2177545"/>
                </a:lnTo>
                <a:cubicBezTo>
                  <a:pt x="1835779" y="2176658"/>
                  <a:pt x="1843817" y="2176215"/>
                  <a:pt x="1850372" y="2176216"/>
                </a:cubicBezTo>
                <a:lnTo>
                  <a:pt x="1860348" y="2176853"/>
                </a:lnTo>
                <a:lnTo>
                  <a:pt x="1871935" y="2178584"/>
                </a:lnTo>
                <a:lnTo>
                  <a:pt x="1878511" y="2180358"/>
                </a:lnTo>
                <a:lnTo>
                  <a:pt x="1877503" y="2179416"/>
                </a:lnTo>
                <a:lnTo>
                  <a:pt x="1871935" y="2178584"/>
                </a:lnTo>
                <a:lnTo>
                  <a:pt x="1867121" y="2177286"/>
                </a:lnTo>
                <a:lnTo>
                  <a:pt x="1860348" y="2176853"/>
                </a:lnTo>
                <a:lnTo>
                  <a:pt x="1846117" y="2174727"/>
                </a:lnTo>
                <a:cubicBezTo>
                  <a:pt x="1838920" y="2174727"/>
                  <a:pt x="1831209" y="2174922"/>
                  <a:pt x="1822983" y="2175313"/>
                </a:cubicBezTo>
                <a:close/>
                <a:moveTo>
                  <a:pt x="1724552" y="2179561"/>
                </a:moveTo>
                <a:cubicBezTo>
                  <a:pt x="1728484" y="2173566"/>
                  <a:pt x="1737138" y="2169603"/>
                  <a:pt x="1750516" y="2167670"/>
                </a:cubicBezTo>
                <a:lnTo>
                  <a:pt x="1746744" y="2177648"/>
                </a:lnTo>
                <a:cubicBezTo>
                  <a:pt x="1739298" y="2179390"/>
                  <a:pt x="1734417" y="2182305"/>
                  <a:pt x="1732100" y="2186390"/>
                </a:cubicBezTo>
                <a:cubicBezTo>
                  <a:pt x="1729784" y="2190477"/>
                  <a:pt x="1728626" y="2197876"/>
                  <a:pt x="1728626" y="2208590"/>
                </a:cubicBezTo>
                <a:lnTo>
                  <a:pt x="1728626" y="2361953"/>
                </a:lnTo>
                <a:lnTo>
                  <a:pt x="1692298" y="2361953"/>
                </a:lnTo>
                <a:lnTo>
                  <a:pt x="1689324" y="2352130"/>
                </a:lnTo>
                <a:lnTo>
                  <a:pt x="1718655" y="2352130"/>
                </a:lnTo>
                <a:lnTo>
                  <a:pt x="1718655" y="2210048"/>
                </a:lnTo>
                <a:cubicBezTo>
                  <a:pt x="1718655" y="2195717"/>
                  <a:pt x="1720620" y="2185555"/>
                  <a:pt x="1724552" y="2179561"/>
                </a:cubicBezTo>
                <a:close/>
                <a:moveTo>
                  <a:pt x="1765829" y="2156868"/>
                </a:moveTo>
                <a:lnTo>
                  <a:pt x="1927586" y="2156868"/>
                </a:lnTo>
                <a:lnTo>
                  <a:pt x="1924812" y="2164165"/>
                </a:lnTo>
                <a:cubicBezTo>
                  <a:pt x="1914972" y="2176219"/>
                  <a:pt x="1906294" y="2190648"/>
                  <a:pt x="1898779" y="2207455"/>
                </a:cubicBezTo>
                <a:cubicBezTo>
                  <a:pt x="1895783" y="2204052"/>
                  <a:pt x="1894042" y="2201823"/>
                  <a:pt x="1893556" y="2200768"/>
                </a:cubicBezTo>
                <a:lnTo>
                  <a:pt x="1893253" y="2200238"/>
                </a:lnTo>
                <a:lnTo>
                  <a:pt x="1887705" y="2198051"/>
                </a:lnTo>
                <a:cubicBezTo>
                  <a:pt x="1880589" y="2192382"/>
                  <a:pt x="1875440" y="2189012"/>
                  <a:pt x="1872258" y="2187941"/>
                </a:cubicBezTo>
                <a:cubicBezTo>
                  <a:pt x="1869076" y="2186871"/>
                  <a:pt x="1862528" y="2186336"/>
                  <a:pt x="1852612" y="2186336"/>
                </a:cubicBezTo>
                <a:cubicBezTo>
                  <a:pt x="1849603" y="2186336"/>
                  <a:pt x="1844118" y="2186551"/>
                  <a:pt x="1836159" y="2186982"/>
                </a:cubicBezTo>
                <a:lnTo>
                  <a:pt x="1836080" y="2186987"/>
                </a:lnTo>
                <a:lnTo>
                  <a:pt x="1836080" y="2236640"/>
                </a:lnTo>
                <a:lnTo>
                  <a:pt x="1858223" y="2236640"/>
                </a:lnTo>
                <a:lnTo>
                  <a:pt x="1881621" y="2210853"/>
                </a:lnTo>
                <a:lnTo>
                  <a:pt x="1881622" y="2279542"/>
                </a:lnTo>
                <a:lnTo>
                  <a:pt x="1866877" y="2264233"/>
                </a:lnTo>
                <a:lnTo>
                  <a:pt x="1867799" y="2265810"/>
                </a:lnTo>
                <a:lnTo>
                  <a:pt x="1836080" y="2265810"/>
                </a:lnTo>
                <a:lnTo>
                  <a:pt x="1836080" y="2331145"/>
                </a:lnTo>
                <a:cubicBezTo>
                  <a:pt x="1853521" y="2331146"/>
                  <a:pt x="1866149" y="2329824"/>
                  <a:pt x="1873964" y="2327181"/>
                </a:cubicBezTo>
                <a:cubicBezTo>
                  <a:pt x="1881779" y="2324537"/>
                  <a:pt x="1888733" y="2318896"/>
                  <a:pt x="1894825" y="2310256"/>
                </a:cubicBezTo>
                <a:lnTo>
                  <a:pt x="1899962" y="2298466"/>
                </a:lnTo>
                <a:cubicBezTo>
                  <a:pt x="1900120" y="2298150"/>
                  <a:pt x="1901985" y="2296577"/>
                  <a:pt x="1905555" y="2293747"/>
                </a:cubicBezTo>
                <a:cubicBezTo>
                  <a:pt x="1909217" y="2305743"/>
                  <a:pt x="1912852" y="2314841"/>
                  <a:pt x="1916461" y="2321043"/>
                </a:cubicBezTo>
                <a:cubicBezTo>
                  <a:pt x="1920071" y="2327245"/>
                  <a:pt x="1926406" y="2336218"/>
                  <a:pt x="1935467" y="2347963"/>
                </a:cubicBezTo>
                <a:lnTo>
                  <a:pt x="1765829" y="2347963"/>
                </a:lnTo>
                <a:lnTo>
                  <a:pt x="1788009" y="2326552"/>
                </a:lnTo>
                <a:lnTo>
                  <a:pt x="1788009" y="2265810"/>
                </a:lnTo>
                <a:cubicBezTo>
                  <a:pt x="1782539" y="2266724"/>
                  <a:pt x="1775841" y="2269257"/>
                  <a:pt x="1767912" y="2273407"/>
                </a:cubicBezTo>
                <a:lnTo>
                  <a:pt x="1763787" y="2266624"/>
                </a:lnTo>
                <a:cubicBezTo>
                  <a:pt x="1770910" y="2260984"/>
                  <a:pt x="1778984" y="2257610"/>
                  <a:pt x="1788009" y="2256504"/>
                </a:cubicBezTo>
                <a:lnTo>
                  <a:pt x="1788009" y="2254932"/>
                </a:lnTo>
                <a:cubicBezTo>
                  <a:pt x="1788096" y="2254941"/>
                  <a:pt x="1787920" y="2254945"/>
                  <a:pt x="1787483" y="2254945"/>
                </a:cubicBezTo>
                <a:cubicBezTo>
                  <a:pt x="1778369" y="2254946"/>
                  <a:pt x="1768330" y="2258567"/>
                  <a:pt x="1757366" y="2265810"/>
                </a:cubicBezTo>
                <a:cubicBezTo>
                  <a:pt x="1762324" y="2246363"/>
                  <a:pt x="1772538" y="2236639"/>
                  <a:pt x="1788009" y="2236640"/>
                </a:cubicBezTo>
                <a:lnTo>
                  <a:pt x="1788009" y="2178794"/>
                </a:lnTo>
                <a:close/>
                <a:moveTo>
                  <a:pt x="1611201" y="2193908"/>
                </a:moveTo>
                <a:lnTo>
                  <a:pt x="1611201" y="2274986"/>
                </a:lnTo>
                <a:cubicBezTo>
                  <a:pt x="1611201" y="2301324"/>
                  <a:pt x="1612822" y="2318306"/>
                  <a:pt x="1616063" y="2325931"/>
                </a:cubicBezTo>
                <a:lnTo>
                  <a:pt x="1619221" y="2329689"/>
                </a:lnTo>
                <a:lnTo>
                  <a:pt x="1614624" y="2317109"/>
                </a:lnTo>
                <a:cubicBezTo>
                  <a:pt x="1613533" y="2311983"/>
                  <a:pt x="1612987" y="2306211"/>
                  <a:pt x="1612987" y="2299794"/>
                </a:cubicBezTo>
                <a:lnTo>
                  <a:pt x="1613136" y="2286077"/>
                </a:lnTo>
                <a:lnTo>
                  <a:pt x="1613136" y="2207030"/>
                </a:lnTo>
                <a:close/>
                <a:moveTo>
                  <a:pt x="2364083" y="1807568"/>
                </a:moveTo>
                <a:lnTo>
                  <a:pt x="2371852" y="1811096"/>
                </a:lnTo>
                <a:lnTo>
                  <a:pt x="2345237" y="1864272"/>
                </a:lnTo>
                <a:lnTo>
                  <a:pt x="2337296" y="1861139"/>
                </a:lnTo>
                <a:close/>
                <a:moveTo>
                  <a:pt x="1573933" y="2156868"/>
                </a:moveTo>
                <a:lnTo>
                  <a:pt x="1653943" y="2156868"/>
                </a:lnTo>
                <a:lnTo>
                  <a:pt x="1633190" y="2174722"/>
                </a:lnTo>
                <a:lnTo>
                  <a:pt x="1697819" y="2308489"/>
                </a:lnTo>
                <a:lnTo>
                  <a:pt x="1697819" y="2294717"/>
                </a:lnTo>
                <a:lnTo>
                  <a:pt x="1637171" y="2175101"/>
                </a:lnTo>
                <a:lnTo>
                  <a:pt x="1661044" y="2159202"/>
                </a:lnTo>
                <a:lnTo>
                  <a:pt x="1666509" y="2165404"/>
                </a:lnTo>
                <a:lnTo>
                  <a:pt x="1648389" y="2178190"/>
                </a:lnTo>
                <a:lnTo>
                  <a:pt x="1697819" y="2283100"/>
                </a:lnTo>
                <a:lnTo>
                  <a:pt x="1697819" y="2217929"/>
                </a:lnTo>
                <a:lnTo>
                  <a:pt x="1697819" y="2210195"/>
                </a:lnTo>
                <a:cubicBezTo>
                  <a:pt x="1697819" y="2193783"/>
                  <a:pt x="1696549" y="2182975"/>
                  <a:pt x="1694010" y="2177768"/>
                </a:cubicBezTo>
                <a:cubicBezTo>
                  <a:pt x="1691470" y="2172561"/>
                  <a:pt x="1684508" y="2165594"/>
                  <a:pt x="1673123" y="2156868"/>
                </a:cubicBezTo>
                <a:lnTo>
                  <a:pt x="1745467" y="2156868"/>
                </a:lnTo>
                <a:cubicBezTo>
                  <a:pt x="1733764" y="2166087"/>
                  <a:pt x="1726435" y="2172892"/>
                  <a:pt x="1723480" y="2177280"/>
                </a:cubicBezTo>
                <a:cubicBezTo>
                  <a:pt x="1718973" y="2184131"/>
                  <a:pt x="1716720" y="2194714"/>
                  <a:pt x="1716720" y="2209027"/>
                </a:cubicBezTo>
                <a:lnTo>
                  <a:pt x="1716720" y="2218513"/>
                </a:lnTo>
                <a:lnTo>
                  <a:pt x="1716720" y="2350047"/>
                </a:lnTo>
                <a:lnTo>
                  <a:pt x="1687124" y="2350047"/>
                </a:lnTo>
                <a:lnTo>
                  <a:pt x="1623107" y="2216381"/>
                </a:lnTo>
                <a:lnTo>
                  <a:pt x="1623107" y="2290581"/>
                </a:lnTo>
                <a:lnTo>
                  <a:pt x="1622914" y="2299043"/>
                </a:lnTo>
                <a:lnTo>
                  <a:pt x="1624651" y="2319842"/>
                </a:lnTo>
                <a:cubicBezTo>
                  <a:pt x="1626420" y="2328667"/>
                  <a:pt x="1630512" y="2335245"/>
                  <a:pt x="1636927" y="2339575"/>
                </a:cubicBezTo>
                <a:lnTo>
                  <a:pt x="1637792" y="2341969"/>
                </a:lnTo>
                <a:lnTo>
                  <a:pt x="1639799" y="2342882"/>
                </a:lnTo>
                <a:lnTo>
                  <a:pt x="1653942" y="2361953"/>
                </a:lnTo>
                <a:lnTo>
                  <a:pt x="1569940" y="2361953"/>
                </a:lnTo>
                <a:lnTo>
                  <a:pt x="1566346" y="2352130"/>
                </a:lnTo>
                <a:lnTo>
                  <a:pt x="1639511" y="2352130"/>
                </a:lnTo>
                <a:lnTo>
                  <a:pt x="1633581" y="2350047"/>
                </a:lnTo>
                <a:lnTo>
                  <a:pt x="1563867" y="2350047"/>
                </a:lnTo>
                <a:cubicBezTo>
                  <a:pt x="1576314" y="2342182"/>
                  <a:pt x="1584338" y="2334919"/>
                  <a:pt x="1587939" y="2328256"/>
                </a:cubicBezTo>
                <a:cubicBezTo>
                  <a:pt x="1591541" y="2321594"/>
                  <a:pt x="1593341" y="2309771"/>
                  <a:pt x="1593341" y="2292787"/>
                </a:cubicBezTo>
                <a:lnTo>
                  <a:pt x="1593341" y="2177516"/>
                </a:lnTo>
                <a:close/>
                <a:moveTo>
                  <a:pt x="1345245" y="2255392"/>
                </a:moveTo>
                <a:lnTo>
                  <a:pt x="1345245" y="2324897"/>
                </a:lnTo>
                <a:lnTo>
                  <a:pt x="1348073" y="2328374"/>
                </a:lnTo>
                <a:lnTo>
                  <a:pt x="1348073" y="2257773"/>
                </a:lnTo>
                <a:lnTo>
                  <a:pt x="1377114" y="2257773"/>
                </a:lnTo>
                <a:lnTo>
                  <a:pt x="1374278" y="2255392"/>
                </a:lnTo>
                <a:close/>
                <a:moveTo>
                  <a:pt x="2264383" y="1817552"/>
                </a:moveTo>
                <a:cubicBezTo>
                  <a:pt x="2257676" y="1820934"/>
                  <a:pt x="2251904" y="1826007"/>
                  <a:pt x="2247068" y="1832771"/>
                </a:cubicBezTo>
                <a:cubicBezTo>
                  <a:pt x="2237395" y="1846299"/>
                  <a:pt x="2232558" y="1865542"/>
                  <a:pt x="2232558" y="1890500"/>
                </a:cubicBezTo>
                <a:cubicBezTo>
                  <a:pt x="2232558" y="1907484"/>
                  <a:pt x="2234706" y="1921814"/>
                  <a:pt x="2239001" y="1933491"/>
                </a:cubicBezTo>
                <a:lnTo>
                  <a:pt x="2243992" y="1940480"/>
                </a:lnTo>
                <a:lnTo>
                  <a:pt x="2244010" y="1940596"/>
                </a:lnTo>
                <a:cubicBezTo>
                  <a:pt x="2246587" y="1946924"/>
                  <a:pt x="2250394" y="1952583"/>
                  <a:pt x="2255430" y="1957574"/>
                </a:cubicBezTo>
                <a:lnTo>
                  <a:pt x="2256944" y="1958618"/>
                </a:lnTo>
                <a:lnTo>
                  <a:pt x="2258331" y="1960559"/>
                </a:lnTo>
                <a:lnTo>
                  <a:pt x="2266024" y="1964880"/>
                </a:lnTo>
                <a:lnTo>
                  <a:pt x="2256944" y="1958618"/>
                </a:lnTo>
                <a:lnTo>
                  <a:pt x="2243992" y="1940480"/>
                </a:lnTo>
                <a:lnTo>
                  <a:pt x="2236279" y="1889554"/>
                </a:lnTo>
                <a:cubicBezTo>
                  <a:pt x="2236279" y="1865934"/>
                  <a:pt x="2240848" y="1847381"/>
                  <a:pt x="2249985" y="1833897"/>
                </a:cubicBezTo>
                <a:cubicBezTo>
                  <a:pt x="2259122" y="1820412"/>
                  <a:pt x="2272043" y="1813670"/>
                  <a:pt x="2288746" y="1813670"/>
                </a:cubicBezTo>
                <a:cubicBezTo>
                  <a:pt x="2292405" y="1813670"/>
                  <a:pt x="2295909" y="1814065"/>
                  <a:pt x="2299256" y="1814855"/>
                </a:cubicBezTo>
                <a:lnTo>
                  <a:pt x="2307327" y="1817854"/>
                </a:lnTo>
                <a:lnTo>
                  <a:pt x="2303517" y="1815308"/>
                </a:lnTo>
                <a:cubicBezTo>
                  <a:pt x="2298699" y="1813422"/>
                  <a:pt x="2293297" y="1812479"/>
                  <a:pt x="2287311" y="1812480"/>
                </a:cubicBezTo>
                <a:cubicBezTo>
                  <a:pt x="2278733" y="1812479"/>
                  <a:pt x="2271091" y="1814170"/>
                  <a:pt x="2264383" y="1817552"/>
                </a:cubicBezTo>
                <a:close/>
                <a:moveTo>
                  <a:pt x="1404032" y="2215537"/>
                </a:moveTo>
                <a:lnTo>
                  <a:pt x="1413855" y="2219066"/>
                </a:lnTo>
                <a:lnTo>
                  <a:pt x="1413855" y="2286693"/>
                </a:lnTo>
                <a:lnTo>
                  <a:pt x="1404032" y="2283283"/>
                </a:lnTo>
                <a:close/>
                <a:moveTo>
                  <a:pt x="2249051" y="1799962"/>
                </a:moveTo>
                <a:cubicBezTo>
                  <a:pt x="2258973" y="1796004"/>
                  <a:pt x="2269671" y="1794025"/>
                  <a:pt x="2281146" y="1794025"/>
                </a:cubicBezTo>
                <a:cubicBezTo>
                  <a:pt x="2291248" y="1794025"/>
                  <a:pt x="2302896" y="1795832"/>
                  <a:pt x="2316091" y="1799448"/>
                </a:cubicBezTo>
                <a:cubicBezTo>
                  <a:pt x="2328897" y="1802976"/>
                  <a:pt x="2337285" y="1804740"/>
                  <a:pt x="2341254" y="1804740"/>
                </a:cubicBezTo>
                <a:cubicBezTo>
                  <a:pt x="2346919" y="1804740"/>
                  <a:pt x="2354185" y="1803168"/>
                  <a:pt x="2363053" y="1800025"/>
                </a:cubicBezTo>
                <a:lnTo>
                  <a:pt x="2330822" y="1859684"/>
                </a:lnTo>
                <a:cubicBezTo>
                  <a:pt x="2329602" y="1851491"/>
                  <a:pt x="2327775" y="1844404"/>
                  <a:pt x="2325340" y="1838422"/>
                </a:cubicBezTo>
                <a:lnTo>
                  <a:pt x="2324441" y="1836980"/>
                </a:lnTo>
                <a:lnTo>
                  <a:pt x="2321553" y="1835459"/>
                </a:lnTo>
                <a:cubicBezTo>
                  <a:pt x="2308318" y="1827581"/>
                  <a:pt x="2297471" y="1823642"/>
                  <a:pt x="2289013" y="1823642"/>
                </a:cubicBezTo>
                <a:cubicBezTo>
                  <a:pt x="2278769" y="1823642"/>
                  <a:pt x="2270216" y="1826653"/>
                  <a:pt x="2263356" y="1832676"/>
                </a:cubicBezTo>
                <a:cubicBezTo>
                  <a:pt x="2257272" y="1839431"/>
                  <a:pt x="2252999" y="1847305"/>
                  <a:pt x="2250537" y="1856299"/>
                </a:cubicBezTo>
                <a:cubicBezTo>
                  <a:pt x="2248076" y="1865293"/>
                  <a:pt x="2246846" y="1877436"/>
                  <a:pt x="2246846" y="1892728"/>
                </a:cubicBezTo>
                <a:cubicBezTo>
                  <a:pt x="2246846" y="1912125"/>
                  <a:pt x="2248711" y="1926796"/>
                  <a:pt x="2252443" y="1936740"/>
                </a:cubicBezTo>
                <a:cubicBezTo>
                  <a:pt x="2256174" y="1946683"/>
                  <a:pt x="2263437" y="1955976"/>
                  <a:pt x="2274230" y="1964619"/>
                </a:cubicBezTo>
                <a:lnTo>
                  <a:pt x="2274230" y="1968228"/>
                </a:lnTo>
                <a:lnTo>
                  <a:pt x="2283072" y="1970750"/>
                </a:lnTo>
                <a:cubicBezTo>
                  <a:pt x="2287883" y="1971598"/>
                  <a:pt x="2293038" y="1972023"/>
                  <a:pt x="2298536" y="1972024"/>
                </a:cubicBezTo>
                <a:lnTo>
                  <a:pt x="2319027" y="1972023"/>
                </a:lnTo>
                <a:lnTo>
                  <a:pt x="2319027" y="1902223"/>
                </a:lnTo>
                <a:lnTo>
                  <a:pt x="2285269" y="1902223"/>
                </a:lnTo>
                <a:cubicBezTo>
                  <a:pt x="2276928" y="1902223"/>
                  <a:pt x="2270891" y="1901753"/>
                  <a:pt x="2267156" y="1900813"/>
                </a:cubicBezTo>
                <a:cubicBezTo>
                  <a:pt x="2263421" y="1899874"/>
                  <a:pt x="2259429" y="1897488"/>
                  <a:pt x="2255180" y="1893656"/>
                </a:cubicBezTo>
                <a:lnTo>
                  <a:pt x="2255180" y="1885675"/>
                </a:lnTo>
                <a:cubicBezTo>
                  <a:pt x="2261598" y="1888480"/>
                  <a:pt x="2266372" y="1890252"/>
                  <a:pt x="2269501" y="1890992"/>
                </a:cubicBezTo>
                <a:cubicBezTo>
                  <a:pt x="2272631" y="1891733"/>
                  <a:pt x="2278032" y="1892103"/>
                  <a:pt x="2285706" y="1892103"/>
                </a:cubicBezTo>
                <a:lnTo>
                  <a:pt x="2319027" y="1892102"/>
                </a:lnTo>
                <a:lnTo>
                  <a:pt x="2319027" y="1890168"/>
                </a:lnTo>
                <a:lnTo>
                  <a:pt x="2281481" y="1890168"/>
                </a:lnTo>
                <a:lnTo>
                  <a:pt x="2274921" y="1890168"/>
                </a:lnTo>
                <a:cubicBezTo>
                  <a:pt x="2258486" y="1890168"/>
                  <a:pt x="2250269" y="1883920"/>
                  <a:pt x="2250269" y="1871425"/>
                </a:cubicBezTo>
                <a:cubicBezTo>
                  <a:pt x="2250269" y="1866617"/>
                  <a:pt x="2251748" y="1862437"/>
                  <a:pt x="2254706" y="1858885"/>
                </a:cubicBezTo>
                <a:cubicBezTo>
                  <a:pt x="2257664" y="1855332"/>
                  <a:pt x="2261309" y="1853556"/>
                  <a:pt x="2265642" y="1853556"/>
                </a:cubicBezTo>
                <a:cubicBezTo>
                  <a:pt x="2268999" y="1853556"/>
                  <a:pt x="2271939" y="1854785"/>
                  <a:pt x="2274463" y="1857242"/>
                </a:cubicBezTo>
                <a:cubicBezTo>
                  <a:pt x="2276986" y="1859699"/>
                  <a:pt x="2278249" y="1862571"/>
                  <a:pt x="2278249" y="1865858"/>
                </a:cubicBezTo>
                <a:cubicBezTo>
                  <a:pt x="2278249" y="1868791"/>
                  <a:pt x="2277648" y="1871121"/>
                  <a:pt x="2276446" y="1872848"/>
                </a:cubicBezTo>
                <a:lnTo>
                  <a:pt x="2273971" y="1874392"/>
                </a:lnTo>
                <a:lnTo>
                  <a:pt x="2274921" y="1874392"/>
                </a:lnTo>
                <a:lnTo>
                  <a:pt x="2374289" y="1874392"/>
                </a:lnTo>
                <a:lnTo>
                  <a:pt x="2354151" y="1898274"/>
                </a:lnTo>
                <a:lnTo>
                  <a:pt x="2354151" y="1967751"/>
                </a:lnTo>
                <a:lnTo>
                  <a:pt x="2355490" y="1969211"/>
                </a:lnTo>
                <a:lnTo>
                  <a:pt x="2355491" y="1898098"/>
                </a:lnTo>
                <a:lnTo>
                  <a:pt x="2375633" y="1879406"/>
                </a:lnTo>
                <a:lnTo>
                  <a:pt x="2380640" y="1886112"/>
                </a:lnTo>
                <a:lnTo>
                  <a:pt x="2365611" y="1901969"/>
                </a:lnTo>
                <a:lnTo>
                  <a:pt x="2365611" y="1968147"/>
                </a:lnTo>
                <a:lnTo>
                  <a:pt x="2389835" y="2000003"/>
                </a:lnTo>
                <a:lnTo>
                  <a:pt x="2328808" y="1999557"/>
                </a:lnTo>
                <a:lnTo>
                  <a:pt x="2276302" y="2000152"/>
                </a:lnTo>
                <a:cubicBezTo>
                  <a:pt x="2272747" y="2000152"/>
                  <a:pt x="2270095" y="2000054"/>
                  <a:pt x="2268345" y="1999859"/>
                </a:cubicBezTo>
                <a:cubicBezTo>
                  <a:pt x="2261672" y="1999116"/>
                  <a:pt x="2254630" y="1994451"/>
                  <a:pt x="2247218" y="1985865"/>
                </a:cubicBezTo>
                <a:lnTo>
                  <a:pt x="2253906" y="1985865"/>
                </a:lnTo>
                <a:cubicBezTo>
                  <a:pt x="2260522" y="1988841"/>
                  <a:pt x="2269687" y="1990329"/>
                  <a:pt x="2281400" y="1990329"/>
                </a:cubicBezTo>
                <a:lnTo>
                  <a:pt x="2288720" y="1990031"/>
                </a:lnTo>
                <a:lnTo>
                  <a:pt x="2375561" y="1990031"/>
                </a:lnTo>
                <a:lnTo>
                  <a:pt x="2370007" y="1985023"/>
                </a:lnTo>
                <a:lnTo>
                  <a:pt x="2372829" y="1988097"/>
                </a:lnTo>
                <a:lnTo>
                  <a:pt x="2295182" y="1988097"/>
                </a:lnTo>
                <a:lnTo>
                  <a:pt x="2280444" y="1988097"/>
                </a:lnTo>
                <a:cubicBezTo>
                  <a:pt x="2267707" y="1988097"/>
                  <a:pt x="2257126" y="1986524"/>
                  <a:pt x="2248703" y="1983377"/>
                </a:cubicBezTo>
                <a:cubicBezTo>
                  <a:pt x="2240279" y="1980231"/>
                  <a:pt x="2232894" y="1974945"/>
                  <a:pt x="2226547" y="1967519"/>
                </a:cubicBezTo>
                <a:cubicBezTo>
                  <a:pt x="2204162" y="1948553"/>
                  <a:pt x="2192970" y="1923577"/>
                  <a:pt x="2192970" y="1892593"/>
                </a:cubicBezTo>
                <a:cubicBezTo>
                  <a:pt x="2192970" y="1860714"/>
                  <a:pt x="2202520" y="1835775"/>
                  <a:pt x="2221619" y="1817774"/>
                </a:cubicBezTo>
                <a:cubicBezTo>
                  <a:pt x="2229986" y="1809858"/>
                  <a:pt x="2239130" y="1803921"/>
                  <a:pt x="2249051" y="1799962"/>
                </a:cubicBezTo>
                <a:close/>
                <a:moveTo>
                  <a:pt x="1467986" y="2156868"/>
                </a:moveTo>
                <a:lnTo>
                  <a:pt x="1543245" y="2156868"/>
                </a:lnTo>
                <a:lnTo>
                  <a:pt x="1523690" y="2180843"/>
                </a:lnTo>
                <a:lnTo>
                  <a:pt x="1523690" y="2330315"/>
                </a:lnTo>
                <a:lnTo>
                  <a:pt x="1524881" y="2331593"/>
                </a:lnTo>
                <a:lnTo>
                  <a:pt x="1524881" y="2180329"/>
                </a:lnTo>
                <a:lnTo>
                  <a:pt x="1544481" y="2162267"/>
                </a:lnTo>
                <a:lnTo>
                  <a:pt x="1549886" y="2168374"/>
                </a:lnTo>
                <a:lnTo>
                  <a:pt x="1535001" y="2184124"/>
                </a:lnTo>
                <a:lnTo>
                  <a:pt x="1535001" y="2330585"/>
                </a:lnTo>
                <a:lnTo>
                  <a:pt x="1559516" y="2361953"/>
                </a:lnTo>
                <a:lnTo>
                  <a:pt x="1479269" y="2361953"/>
                </a:lnTo>
                <a:lnTo>
                  <a:pt x="1473953" y="2352130"/>
                </a:lnTo>
                <a:lnTo>
                  <a:pt x="1544805" y="2352130"/>
                </a:lnTo>
                <a:lnTo>
                  <a:pt x="1540000" y="2347818"/>
                </a:lnTo>
                <a:lnTo>
                  <a:pt x="1542077" y="2350047"/>
                </a:lnTo>
                <a:lnTo>
                  <a:pt x="1467986" y="2350047"/>
                </a:lnTo>
                <a:lnTo>
                  <a:pt x="1488269" y="2328897"/>
                </a:lnTo>
                <a:lnTo>
                  <a:pt x="1488269" y="2179441"/>
                </a:lnTo>
                <a:close/>
                <a:moveTo>
                  <a:pt x="1453090" y="2163267"/>
                </a:moveTo>
                <a:lnTo>
                  <a:pt x="1458952" y="2168546"/>
                </a:lnTo>
                <a:cubicBezTo>
                  <a:pt x="1444835" y="2185862"/>
                  <a:pt x="1435667" y="2201814"/>
                  <a:pt x="1431449" y="2216399"/>
                </a:cubicBezTo>
                <a:lnTo>
                  <a:pt x="1423519" y="2212722"/>
                </a:lnTo>
                <a:cubicBezTo>
                  <a:pt x="1427369" y="2195565"/>
                  <a:pt x="1437226" y="2179081"/>
                  <a:pt x="1453090" y="2163267"/>
                </a:cubicBezTo>
                <a:close/>
                <a:moveTo>
                  <a:pt x="2162702" y="1817611"/>
                </a:moveTo>
                <a:cubicBezTo>
                  <a:pt x="2166634" y="1811616"/>
                  <a:pt x="2175288" y="1807653"/>
                  <a:pt x="2188665" y="1805719"/>
                </a:cubicBezTo>
                <a:lnTo>
                  <a:pt x="2184894" y="1815698"/>
                </a:lnTo>
                <a:cubicBezTo>
                  <a:pt x="2177448" y="1817440"/>
                  <a:pt x="2172567" y="1820355"/>
                  <a:pt x="2170250" y="1824440"/>
                </a:cubicBezTo>
                <a:cubicBezTo>
                  <a:pt x="2167934" y="1828526"/>
                  <a:pt x="2166776" y="1835926"/>
                  <a:pt x="2166776" y="1846640"/>
                </a:cubicBezTo>
                <a:lnTo>
                  <a:pt x="2166776" y="2000003"/>
                </a:lnTo>
                <a:lnTo>
                  <a:pt x="2130448" y="2000003"/>
                </a:lnTo>
                <a:lnTo>
                  <a:pt x="2127474" y="1990180"/>
                </a:lnTo>
                <a:lnTo>
                  <a:pt x="2156805" y="1990180"/>
                </a:lnTo>
                <a:lnTo>
                  <a:pt x="2156805" y="1848098"/>
                </a:lnTo>
                <a:cubicBezTo>
                  <a:pt x="2156805" y="1833767"/>
                  <a:pt x="2158770" y="1823605"/>
                  <a:pt x="2162702" y="1817611"/>
                </a:cubicBezTo>
                <a:close/>
                <a:moveTo>
                  <a:pt x="1748369" y="1990180"/>
                </a:moveTo>
                <a:lnTo>
                  <a:pt x="1903799" y="1990180"/>
                </a:lnTo>
                <a:lnTo>
                  <a:pt x="1906985" y="1984415"/>
                </a:lnTo>
                <a:cubicBezTo>
                  <a:pt x="1896522" y="1972010"/>
                  <a:pt x="1887974" y="1957464"/>
                  <a:pt x="1881340" y="1940779"/>
                </a:cubicBezTo>
                <a:lnTo>
                  <a:pt x="1880719" y="1935454"/>
                </a:lnTo>
                <a:lnTo>
                  <a:pt x="1890784" y="1937939"/>
                </a:lnTo>
                <a:lnTo>
                  <a:pt x="1892346" y="1941734"/>
                </a:lnTo>
                <a:cubicBezTo>
                  <a:pt x="1898701" y="1955775"/>
                  <a:pt x="1906539" y="1969135"/>
                  <a:pt x="1915859" y="1981813"/>
                </a:cubicBezTo>
                <a:lnTo>
                  <a:pt x="1917027" y="1983669"/>
                </a:lnTo>
                <a:lnTo>
                  <a:pt x="1909301" y="2000003"/>
                </a:lnTo>
                <a:lnTo>
                  <a:pt x="1753685" y="2000003"/>
                </a:lnTo>
                <a:close/>
                <a:moveTo>
                  <a:pt x="1345245" y="2174883"/>
                </a:moveTo>
                <a:lnTo>
                  <a:pt x="1345245" y="2237235"/>
                </a:lnTo>
                <a:lnTo>
                  <a:pt x="1348073" y="2237235"/>
                </a:lnTo>
                <a:lnTo>
                  <a:pt x="1348073" y="2177113"/>
                </a:lnTo>
                <a:lnTo>
                  <a:pt x="1354924" y="2176869"/>
                </a:lnTo>
                <a:cubicBezTo>
                  <a:pt x="1361683" y="2176532"/>
                  <a:pt x="1368214" y="2176364"/>
                  <a:pt x="1374518" y="2176364"/>
                </a:cubicBezTo>
                <a:cubicBezTo>
                  <a:pt x="1385082" y="2176364"/>
                  <a:pt x="1393722" y="2178152"/>
                  <a:pt x="1400438" y="2181727"/>
                </a:cubicBezTo>
                <a:lnTo>
                  <a:pt x="1407409" y="2187142"/>
                </a:lnTo>
                <a:lnTo>
                  <a:pt x="1404669" y="2184096"/>
                </a:lnTo>
                <a:cubicBezTo>
                  <a:pt x="1403071" y="2182556"/>
                  <a:pt x="1401545" y="2181335"/>
                  <a:pt x="1400094" y="2180434"/>
                </a:cubicBezTo>
                <a:cubicBezTo>
                  <a:pt x="1394289" y="2176828"/>
                  <a:pt x="1384267" y="2175025"/>
                  <a:pt x="1370027" y="2175025"/>
                </a:cubicBezTo>
                <a:lnTo>
                  <a:pt x="1361700" y="2175174"/>
                </a:lnTo>
                <a:lnTo>
                  <a:pt x="1347424" y="2175027"/>
                </a:lnTo>
                <a:close/>
                <a:moveTo>
                  <a:pt x="2049351" y="1831958"/>
                </a:moveTo>
                <a:lnTo>
                  <a:pt x="2049351" y="1913036"/>
                </a:lnTo>
                <a:cubicBezTo>
                  <a:pt x="2049351" y="1939374"/>
                  <a:pt x="2050972" y="1956356"/>
                  <a:pt x="2054213" y="1963981"/>
                </a:cubicBezTo>
                <a:lnTo>
                  <a:pt x="2057371" y="1967739"/>
                </a:lnTo>
                <a:lnTo>
                  <a:pt x="2052774" y="1955159"/>
                </a:lnTo>
                <a:cubicBezTo>
                  <a:pt x="2051683" y="1950033"/>
                  <a:pt x="2051137" y="1944261"/>
                  <a:pt x="2051137" y="1937844"/>
                </a:cubicBezTo>
                <a:lnTo>
                  <a:pt x="2051285" y="1924126"/>
                </a:lnTo>
                <a:lnTo>
                  <a:pt x="2051286" y="1845080"/>
                </a:lnTo>
                <a:close/>
                <a:moveTo>
                  <a:pt x="1111332" y="2259205"/>
                </a:moveTo>
                <a:lnTo>
                  <a:pt x="1119726" y="2263475"/>
                </a:lnTo>
                <a:lnTo>
                  <a:pt x="1143218" y="2269310"/>
                </a:lnTo>
                <a:cubicBezTo>
                  <a:pt x="1159442" y="2273365"/>
                  <a:pt x="1170430" y="2276949"/>
                  <a:pt x="1176182" y="2280061"/>
                </a:cubicBezTo>
                <a:lnTo>
                  <a:pt x="1182132" y="2285263"/>
                </a:lnTo>
                <a:lnTo>
                  <a:pt x="1178292" y="2279291"/>
                </a:lnTo>
                <a:cubicBezTo>
                  <a:pt x="1167660" y="2273723"/>
                  <a:pt x="1150668" y="2268651"/>
                  <a:pt x="1127314" y="2264075"/>
                </a:cubicBezTo>
                <a:close/>
                <a:moveTo>
                  <a:pt x="1290274" y="2156868"/>
                </a:moveTo>
                <a:lnTo>
                  <a:pt x="1447792" y="2156868"/>
                </a:lnTo>
                <a:cubicBezTo>
                  <a:pt x="1441368" y="2167996"/>
                  <a:pt x="1436919" y="2175752"/>
                  <a:pt x="1434445" y="2180137"/>
                </a:cubicBezTo>
                <a:cubicBezTo>
                  <a:pt x="1431972" y="2184522"/>
                  <a:pt x="1428751" y="2191744"/>
                  <a:pt x="1424784" y="2201802"/>
                </a:cubicBezTo>
                <a:lnTo>
                  <a:pt x="1421054" y="2206581"/>
                </a:lnTo>
                <a:cubicBezTo>
                  <a:pt x="1419012" y="2203124"/>
                  <a:pt x="1417044" y="2199987"/>
                  <a:pt x="1415149" y="2197170"/>
                </a:cubicBezTo>
                <a:lnTo>
                  <a:pt x="1410576" y="2190893"/>
                </a:lnTo>
                <a:lnTo>
                  <a:pt x="1414813" y="2197816"/>
                </a:lnTo>
                <a:cubicBezTo>
                  <a:pt x="1406951" y="2193006"/>
                  <a:pt x="1400401" y="2189840"/>
                  <a:pt x="1395161" y="2188319"/>
                </a:cubicBezTo>
                <a:cubicBezTo>
                  <a:pt x="1389921" y="2186799"/>
                  <a:pt x="1381649" y="2186038"/>
                  <a:pt x="1370346" y="2186038"/>
                </a:cubicBezTo>
                <a:cubicBezTo>
                  <a:pt x="1366335" y="2186038"/>
                  <a:pt x="1362185" y="2186227"/>
                  <a:pt x="1357895" y="2186606"/>
                </a:cubicBezTo>
                <a:lnTo>
                  <a:pt x="1357895" y="2237235"/>
                </a:lnTo>
                <a:lnTo>
                  <a:pt x="1375473" y="2237235"/>
                </a:lnTo>
                <a:lnTo>
                  <a:pt x="1403139" y="2212606"/>
                </a:lnTo>
                <a:lnTo>
                  <a:pt x="1403139" y="2279630"/>
                </a:lnTo>
                <a:lnTo>
                  <a:pt x="1386711" y="2265833"/>
                </a:lnTo>
                <a:lnTo>
                  <a:pt x="1387810" y="2267596"/>
                </a:lnTo>
                <a:lnTo>
                  <a:pt x="1357895" y="2267596"/>
                </a:lnTo>
                <a:lnTo>
                  <a:pt x="1357896" y="2326232"/>
                </a:lnTo>
                <a:lnTo>
                  <a:pt x="1383578" y="2361953"/>
                </a:lnTo>
                <a:lnTo>
                  <a:pt x="1294583" y="2361953"/>
                </a:lnTo>
                <a:lnTo>
                  <a:pt x="1289267" y="2352130"/>
                </a:lnTo>
                <a:lnTo>
                  <a:pt x="1369304" y="2352130"/>
                </a:lnTo>
                <a:lnTo>
                  <a:pt x="1356892" y="2339218"/>
                </a:lnTo>
                <a:lnTo>
                  <a:pt x="1364004" y="2347963"/>
                </a:lnTo>
                <a:lnTo>
                  <a:pt x="1286188" y="2347963"/>
                </a:lnTo>
                <a:lnTo>
                  <a:pt x="1309973" y="2324569"/>
                </a:lnTo>
                <a:lnTo>
                  <a:pt x="1309973" y="2266196"/>
                </a:lnTo>
                <a:cubicBezTo>
                  <a:pt x="1305373" y="2266196"/>
                  <a:pt x="1299779" y="2269019"/>
                  <a:pt x="1293190" y="2274665"/>
                </a:cubicBezTo>
                <a:lnTo>
                  <a:pt x="1287502" y="2268645"/>
                </a:lnTo>
                <a:cubicBezTo>
                  <a:pt x="1294257" y="2260416"/>
                  <a:pt x="1301747" y="2256301"/>
                  <a:pt x="1309973" y="2256301"/>
                </a:cubicBezTo>
                <a:lnTo>
                  <a:pt x="1309973" y="2255134"/>
                </a:lnTo>
                <a:cubicBezTo>
                  <a:pt x="1309691" y="2255107"/>
                  <a:pt x="1309224" y="2255094"/>
                  <a:pt x="1308573" y="2255094"/>
                </a:cubicBezTo>
                <a:cubicBezTo>
                  <a:pt x="1300474" y="2255094"/>
                  <a:pt x="1292358" y="2258795"/>
                  <a:pt x="1284223" y="2266196"/>
                </a:cubicBezTo>
                <a:lnTo>
                  <a:pt x="1281082" y="2261029"/>
                </a:lnTo>
                <a:cubicBezTo>
                  <a:pt x="1285979" y="2246464"/>
                  <a:pt x="1295609" y="2238619"/>
                  <a:pt x="1309973" y="2237496"/>
                </a:cubicBezTo>
                <a:lnTo>
                  <a:pt x="1309973" y="2179969"/>
                </a:lnTo>
                <a:close/>
                <a:moveTo>
                  <a:pt x="2012083" y="1794918"/>
                </a:moveTo>
                <a:lnTo>
                  <a:pt x="2092092" y="1794918"/>
                </a:lnTo>
                <a:lnTo>
                  <a:pt x="2071340" y="1812773"/>
                </a:lnTo>
                <a:lnTo>
                  <a:pt x="2135969" y="1946539"/>
                </a:lnTo>
                <a:lnTo>
                  <a:pt x="2135969" y="1932768"/>
                </a:lnTo>
                <a:lnTo>
                  <a:pt x="2075321" y="1813152"/>
                </a:lnTo>
                <a:lnTo>
                  <a:pt x="2099194" y="1797253"/>
                </a:lnTo>
                <a:lnTo>
                  <a:pt x="2104659" y="1803454"/>
                </a:lnTo>
                <a:lnTo>
                  <a:pt x="2086539" y="1816240"/>
                </a:lnTo>
                <a:lnTo>
                  <a:pt x="2135969" y="1921150"/>
                </a:lnTo>
                <a:lnTo>
                  <a:pt x="2135969" y="1855979"/>
                </a:lnTo>
                <a:lnTo>
                  <a:pt x="2135969" y="1848245"/>
                </a:lnTo>
                <a:cubicBezTo>
                  <a:pt x="2135969" y="1831833"/>
                  <a:pt x="2134699" y="1821024"/>
                  <a:pt x="2132160" y="1815818"/>
                </a:cubicBezTo>
                <a:cubicBezTo>
                  <a:pt x="2129620" y="1810611"/>
                  <a:pt x="2122658" y="1803644"/>
                  <a:pt x="2111273" y="1794918"/>
                </a:cubicBezTo>
                <a:lnTo>
                  <a:pt x="2183617" y="1794918"/>
                </a:lnTo>
                <a:cubicBezTo>
                  <a:pt x="2171914" y="1804137"/>
                  <a:pt x="2164585" y="1810941"/>
                  <a:pt x="2161630" y="1815331"/>
                </a:cubicBezTo>
                <a:cubicBezTo>
                  <a:pt x="2157123" y="1822181"/>
                  <a:pt x="2154870" y="1832764"/>
                  <a:pt x="2154870" y="1847077"/>
                </a:cubicBezTo>
                <a:lnTo>
                  <a:pt x="2154870" y="1856563"/>
                </a:lnTo>
                <a:lnTo>
                  <a:pt x="2154870" y="1988097"/>
                </a:lnTo>
                <a:lnTo>
                  <a:pt x="2125274" y="1988097"/>
                </a:lnTo>
                <a:lnTo>
                  <a:pt x="2061257" y="1854430"/>
                </a:lnTo>
                <a:lnTo>
                  <a:pt x="2061257" y="1928631"/>
                </a:lnTo>
                <a:lnTo>
                  <a:pt x="2061064" y="1937093"/>
                </a:lnTo>
                <a:lnTo>
                  <a:pt x="2062801" y="1957892"/>
                </a:lnTo>
                <a:cubicBezTo>
                  <a:pt x="2064570" y="1966717"/>
                  <a:pt x="2068662" y="1973295"/>
                  <a:pt x="2075077" y="1977625"/>
                </a:cubicBezTo>
                <a:lnTo>
                  <a:pt x="2075942" y="1980019"/>
                </a:lnTo>
                <a:lnTo>
                  <a:pt x="2077949" y="1980932"/>
                </a:lnTo>
                <a:lnTo>
                  <a:pt x="2092092" y="2000003"/>
                </a:lnTo>
                <a:lnTo>
                  <a:pt x="2008090" y="2000003"/>
                </a:lnTo>
                <a:lnTo>
                  <a:pt x="2004496" y="1990180"/>
                </a:lnTo>
                <a:lnTo>
                  <a:pt x="2077661" y="1990180"/>
                </a:lnTo>
                <a:lnTo>
                  <a:pt x="2071731" y="1988097"/>
                </a:lnTo>
                <a:lnTo>
                  <a:pt x="2002017" y="1988097"/>
                </a:lnTo>
                <a:cubicBezTo>
                  <a:pt x="2014464" y="1980232"/>
                  <a:pt x="2022488" y="1972969"/>
                  <a:pt x="2026089" y="1966306"/>
                </a:cubicBezTo>
                <a:cubicBezTo>
                  <a:pt x="2029691" y="1959644"/>
                  <a:pt x="2031491" y="1947821"/>
                  <a:pt x="2031492" y="1930838"/>
                </a:cubicBezTo>
                <a:lnTo>
                  <a:pt x="2031491" y="1815565"/>
                </a:lnTo>
                <a:close/>
                <a:moveTo>
                  <a:pt x="1212165" y="2162656"/>
                </a:moveTo>
                <a:lnTo>
                  <a:pt x="1220178" y="2166332"/>
                </a:lnTo>
                <a:lnTo>
                  <a:pt x="1218864" y="2166746"/>
                </a:lnTo>
                <a:cubicBezTo>
                  <a:pt x="1214637" y="2176386"/>
                  <a:pt x="1211232" y="2183651"/>
                  <a:pt x="1208649" y="2188543"/>
                </a:cubicBezTo>
                <a:cubicBezTo>
                  <a:pt x="1201610" y="2204058"/>
                  <a:pt x="1197569" y="2212801"/>
                  <a:pt x="1196526" y="2214774"/>
                </a:cubicBezTo>
                <a:lnTo>
                  <a:pt x="1194391" y="2216994"/>
                </a:lnTo>
                <a:lnTo>
                  <a:pt x="1186787" y="2214169"/>
                </a:lnTo>
                <a:lnTo>
                  <a:pt x="1187604" y="2210076"/>
                </a:lnTo>
                <a:cubicBezTo>
                  <a:pt x="1190436" y="2203618"/>
                  <a:pt x="1194553" y="2195175"/>
                  <a:pt x="1199954" y="2184748"/>
                </a:cubicBezTo>
                <a:lnTo>
                  <a:pt x="1209984" y="2165244"/>
                </a:lnTo>
                <a:close/>
                <a:moveTo>
                  <a:pt x="1113985" y="2178893"/>
                </a:moveTo>
                <a:cubicBezTo>
                  <a:pt x="1107721" y="2184151"/>
                  <a:pt x="1104590" y="2190699"/>
                  <a:pt x="1104590" y="2198537"/>
                </a:cubicBezTo>
                <a:lnTo>
                  <a:pt x="1112362" y="2215431"/>
                </a:lnTo>
                <a:lnTo>
                  <a:pt x="1107269" y="2201400"/>
                </a:lnTo>
                <a:cubicBezTo>
                  <a:pt x="1107269" y="2192892"/>
                  <a:pt x="1110297" y="2185988"/>
                  <a:pt x="1116352" y="2180688"/>
                </a:cubicBezTo>
                <a:cubicBezTo>
                  <a:pt x="1122407" y="2175389"/>
                  <a:pt x="1130196" y="2172739"/>
                  <a:pt x="1139718" y="2172739"/>
                </a:cubicBezTo>
                <a:cubicBezTo>
                  <a:pt x="1144159" y="2172739"/>
                  <a:pt x="1148344" y="2173223"/>
                  <a:pt x="1152274" y="2174190"/>
                </a:cubicBezTo>
                <a:lnTo>
                  <a:pt x="1155011" y="2175271"/>
                </a:lnTo>
                <a:lnTo>
                  <a:pt x="1152648" y="2173785"/>
                </a:lnTo>
                <a:cubicBezTo>
                  <a:pt x="1147955" y="2171933"/>
                  <a:pt x="1142986" y="2171006"/>
                  <a:pt x="1137741" y="2171007"/>
                </a:cubicBezTo>
                <a:cubicBezTo>
                  <a:pt x="1128167" y="2171006"/>
                  <a:pt x="1120248" y="2173635"/>
                  <a:pt x="1113985" y="2178893"/>
                </a:cubicBezTo>
                <a:close/>
                <a:moveTo>
                  <a:pt x="1915661" y="1794918"/>
                </a:moveTo>
                <a:lnTo>
                  <a:pt x="1990919" y="1794918"/>
                </a:lnTo>
                <a:lnTo>
                  <a:pt x="1971365" y="1818893"/>
                </a:lnTo>
                <a:lnTo>
                  <a:pt x="1971365" y="1968365"/>
                </a:lnTo>
                <a:lnTo>
                  <a:pt x="1972556" y="1969643"/>
                </a:lnTo>
                <a:lnTo>
                  <a:pt x="1972555" y="1818379"/>
                </a:lnTo>
                <a:lnTo>
                  <a:pt x="1992157" y="1800317"/>
                </a:lnTo>
                <a:lnTo>
                  <a:pt x="1997561" y="1806424"/>
                </a:lnTo>
                <a:lnTo>
                  <a:pt x="1982676" y="1822174"/>
                </a:lnTo>
                <a:lnTo>
                  <a:pt x="1982676" y="1968635"/>
                </a:lnTo>
                <a:lnTo>
                  <a:pt x="2007190" y="2000003"/>
                </a:lnTo>
                <a:lnTo>
                  <a:pt x="1926944" y="2000003"/>
                </a:lnTo>
                <a:lnTo>
                  <a:pt x="1921628" y="1990180"/>
                </a:lnTo>
                <a:lnTo>
                  <a:pt x="1992480" y="1990180"/>
                </a:lnTo>
                <a:lnTo>
                  <a:pt x="1987675" y="1985868"/>
                </a:lnTo>
                <a:lnTo>
                  <a:pt x="1989752" y="1988097"/>
                </a:lnTo>
                <a:lnTo>
                  <a:pt x="1915661" y="1988097"/>
                </a:lnTo>
                <a:lnTo>
                  <a:pt x="1935944" y="1966947"/>
                </a:lnTo>
                <a:lnTo>
                  <a:pt x="1935944" y="1817491"/>
                </a:lnTo>
                <a:close/>
                <a:moveTo>
                  <a:pt x="1110119" y="2157389"/>
                </a:moveTo>
                <a:cubicBezTo>
                  <a:pt x="1117642" y="2154859"/>
                  <a:pt x="1126010" y="2153594"/>
                  <a:pt x="1135223" y="2153593"/>
                </a:cubicBezTo>
                <a:cubicBezTo>
                  <a:pt x="1146776" y="2153594"/>
                  <a:pt x="1160309" y="2155690"/>
                  <a:pt x="1175823" y="2159884"/>
                </a:cubicBezTo>
                <a:cubicBezTo>
                  <a:pt x="1182580" y="2161742"/>
                  <a:pt x="1187571" y="2162672"/>
                  <a:pt x="1190794" y="2162672"/>
                </a:cubicBezTo>
                <a:cubicBezTo>
                  <a:pt x="1195014" y="2162672"/>
                  <a:pt x="1200158" y="2161029"/>
                  <a:pt x="1206228" y="2157745"/>
                </a:cubicBezTo>
                <a:lnTo>
                  <a:pt x="1211130" y="2160303"/>
                </a:lnTo>
                <a:cubicBezTo>
                  <a:pt x="1205833" y="2168837"/>
                  <a:pt x="1201714" y="2176709"/>
                  <a:pt x="1198775" y="2183919"/>
                </a:cubicBezTo>
                <a:cubicBezTo>
                  <a:pt x="1192805" y="2198601"/>
                  <a:pt x="1188786" y="2207698"/>
                  <a:pt x="1186720" y="2211211"/>
                </a:cubicBezTo>
                <a:lnTo>
                  <a:pt x="1182315" y="2213462"/>
                </a:lnTo>
                <a:cubicBezTo>
                  <a:pt x="1180720" y="2211070"/>
                  <a:pt x="1179779" y="2209297"/>
                  <a:pt x="1179492" y="2208144"/>
                </a:cubicBezTo>
                <a:lnTo>
                  <a:pt x="1176166" y="2198425"/>
                </a:lnTo>
                <a:lnTo>
                  <a:pt x="1173893" y="2199558"/>
                </a:lnTo>
                <a:cubicBezTo>
                  <a:pt x="1162675" y="2188163"/>
                  <a:pt x="1151368" y="2182466"/>
                  <a:pt x="1139971" y="2182466"/>
                </a:cubicBezTo>
                <a:cubicBezTo>
                  <a:pt x="1133409" y="2182466"/>
                  <a:pt x="1128005" y="2184334"/>
                  <a:pt x="1123759" y="2188071"/>
                </a:cubicBezTo>
                <a:cubicBezTo>
                  <a:pt x="1119512" y="2191806"/>
                  <a:pt x="1117389" y="2196541"/>
                  <a:pt x="1117389" y="2202274"/>
                </a:cubicBezTo>
                <a:cubicBezTo>
                  <a:pt x="1117389" y="2208555"/>
                  <a:pt x="1121905" y="2215172"/>
                  <a:pt x="1130937" y="2222129"/>
                </a:cubicBezTo>
                <a:lnTo>
                  <a:pt x="1133353" y="2224296"/>
                </a:lnTo>
                <a:lnTo>
                  <a:pt x="1132440" y="2226049"/>
                </a:lnTo>
                <a:lnTo>
                  <a:pt x="1139081" y="2229077"/>
                </a:lnTo>
                <a:lnTo>
                  <a:pt x="1163719" y="2235063"/>
                </a:lnTo>
                <a:cubicBezTo>
                  <a:pt x="1182059" y="2239488"/>
                  <a:pt x="1195815" y="2246575"/>
                  <a:pt x="1204985" y="2256325"/>
                </a:cubicBezTo>
                <a:lnTo>
                  <a:pt x="1205028" y="2256393"/>
                </a:lnTo>
                <a:lnTo>
                  <a:pt x="1205028" y="2251569"/>
                </a:lnTo>
                <a:cubicBezTo>
                  <a:pt x="1222306" y="2262666"/>
                  <a:pt x="1230945" y="2277377"/>
                  <a:pt x="1230945" y="2295701"/>
                </a:cubicBezTo>
                <a:cubicBezTo>
                  <a:pt x="1230945" y="2315131"/>
                  <a:pt x="1223430" y="2331576"/>
                  <a:pt x="1208401" y="2345037"/>
                </a:cubicBezTo>
                <a:cubicBezTo>
                  <a:pt x="1193372" y="2358497"/>
                  <a:pt x="1175140" y="2365227"/>
                  <a:pt x="1153705" y="2365227"/>
                </a:cubicBezTo>
                <a:cubicBezTo>
                  <a:pt x="1142827" y="2365227"/>
                  <a:pt x="1133096" y="2364135"/>
                  <a:pt x="1124512" y="2361951"/>
                </a:cubicBezTo>
                <a:lnTo>
                  <a:pt x="1101169" y="2356223"/>
                </a:lnTo>
                <a:cubicBezTo>
                  <a:pt x="1095844" y="2354884"/>
                  <a:pt x="1090256" y="2354214"/>
                  <a:pt x="1084405" y="2354214"/>
                </a:cubicBezTo>
                <a:cubicBezTo>
                  <a:pt x="1079353" y="2354214"/>
                  <a:pt x="1073721" y="2355335"/>
                  <a:pt x="1067508" y="2357576"/>
                </a:cubicBezTo>
                <a:lnTo>
                  <a:pt x="1064360" y="2348875"/>
                </a:lnTo>
                <a:cubicBezTo>
                  <a:pt x="1070975" y="2345588"/>
                  <a:pt x="1077124" y="2343945"/>
                  <a:pt x="1082808" y="2343945"/>
                </a:cubicBezTo>
                <a:cubicBezTo>
                  <a:pt x="1088838" y="2343944"/>
                  <a:pt x="1096342" y="2345001"/>
                  <a:pt x="1105320" y="2347112"/>
                </a:cubicBezTo>
                <a:lnTo>
                  <a:pt x="1125989" y="2352116"/>
                </a:lnTo>
                <a:cubicBezTo>
                  <a:pt x="1134669" y="2354209"/>
                  <a:pt x="1143871" y="2355256"/>
                  <a:pt x="1153596" y="2355256"/>
                </a:cubicBezTo>
                <a:cubicBezTo>
                  <a:pt x="1172273" y="2355256"/>
                  <a:pt x="1188146" y="2349321"/>
                  <a:pt x="1201218" y="2337452"/>
                </a:cubicBezTo>
                <a:lnTo>
                  <a:pt x="1205389" y="2328327"/>
                </a:lnTo>
                <a:lnTo>
                  <a:pt x="1213997" y="2316743"/>
                </a:lnTo>
                <a:lnTo>
                  <a:pt x="1216683" y="2303617"/>
                </a:lnTo>
                <a:lnTo>
                  <a:pt x="1220825" y="2294557"/>
                </a:lnTo>
                <a:cubicBezTo>
                  <a:pt x="1220825" y="2287511"/>
                  <a:pt x="1219508" y="2280826"/>
                  <a:pt x="1216875" y="2274504"/>
                </a:cubicBezTo>
                <a:lnTo>
                  <a:pt x="1207277" y="2260017"/>
                </a:lnTo>
                <a:lnTo>
                  <a:pt x="1215302" y="2272946"/>
                </a:lnTo>
                <a:cubicBezTo>
                  <a:pt x="1217595" y="2279152"/>
                  <a:pt x="1218741" y="2286023"/>
                  <a:pt x="1218741" y="2293560"/>
                </a:cubicBezTo>
                <a:lnTo>
                  <a:pt x="1216683" y="2303617"/>
                </a:lnTo>
                <a:lnTo>
                  <a:pt x="1205389" y="2328327"/>
                </a:lnTo>
                <a:lnTo>
                  <a:pt x="1199767" y="2335892"/>
                </a:lnTo>
                <a:cubicBezTo>
                  <a:pt x="1187117" y="2347313"/>
                  <a:pt x="1171530" y="2353023"/>
                  <a:pt x="1153005" y="2353023"/>
                </a:cubicBezTo>
                <a:cubicBezTo>
                  <a:pt x="1141544" y="2353023"/>
                  <a:pt x="1128891" y="2351314"/>
                  <a:pt x="1115045" y="2347896"/>
                </a:cubicBezTo>
                <a:lnTo>
                  <a:pt x="1096656" y="2343361"/>
                </a:lnTo>
                <a:cubicBezTo>
                  <a:pt x="1090789" y="2341964"/>
                  <a:pt x="1085784" y="2341266"/>
                  <a:pt x="1081640" y="2341266"/>
                </a:cubicBezTo>
                <a:cubicBezTo>
                  <a:pt x="1076279" y="2341266"/>
                  <a:pt x="1069786" y="2343154"/>
                  <a:pt x="1062160" y="2346930"/>
                </a:cubicBezTo>
                <a:lnTo>
                  <a:pt x="1059107" y="2341798"/>
                </a:lnTo>
                <a:cubicBezTo>
                  <a:pt x="1071313" y="2322853"/>
                  <a:pt x="1080085" y="2304592"/>
                  <a:pt x="1085421" y="2287011"/>
                </a:cubicBezTo>
                <a:lnTo>
                  <a:pt x="1092921" y="2288434"/>
                </a:lnTo>
                <a:lnTo>
                  <a:pt x="1109962" y="2322906"/>
                </a:lnTo>
                <a:lnTo>
                  <a:pt x="1109965" y="2322911"/>
                </a:lnTo>
                <a:lnTo>
                  <a:pt x="1109965" y="2322912"/>
                </a:lnTo>
                <a:lnTo>
                  <a:pt x="1110504" y="2324001"/>
                </a:lnTo>
                <a:lnTo>
                  <a:pt x="1112990" y="2325328"/>
                </a:lnTo>
                <a:lnTo>
                  <a:pt x="1109965" y="2322912"/>
                </a:lnTo>
                <a:lnTo>
                  <a:pt x="1109962" y="2322906"/>
                </a:lnTo>
                <a:lnTo>
                  <a:pt x="1097193" y="2294941"/>
                </a:lnTo>
                <a:lnTo>
                  <a:pt x="1106543" y="2293573"/>
                </a:lnTo>
                <a:cubicBezTo>
                  <a:pt x="1110335" y="2311698"/>
                  <a:pt x="1120197" y="2324469"/>
                  <a:pt x="1136128" y="2331888"/>
                </a:cubicBezTo>
                <a:lnTo>
                  <a:pt x="1136128" y="2334170"/>
                </a:lnTo>
                <a:lnTo>
                  <a:pt x="1148606" y="2335908"/>
                </a:lnTo>
                <a:cubicBezTo>
                  <a:pt x="1160952" y="2335908"/>
                  <a:pt x="1170643" y="2333149"/>
                  <a:pt x="1177679" y="2327630"/>
                </a:cubicBezTo>
                <a:cubicBezTo>
                  <a:pt x="1184714" y="2322110"/>
                  <a:pt x="1188231" y="2314729"/>
                  <a:pt x="1188231" y="2305484"/>
                </a:cubicBezTo>
                <a:lnTo>
                  <a:pt x="1186912" y="2297732"/>
                </a:lnTo>
                <a:lnTo>
                  <a:pt x="1184008" y="2299089"/>
                </a:lnTo>
                <a:cubicBezTo>
                  <a:pt x="1178850" y="2293708"/>
                  <a:pt x="1173852" y="2289912"/>
                  <a:pt x="1169014" y="2287701"/>
                </a:cubicBezTo>
                <a:cubicBezTo>
                  <a:pt x="1164176" y="2285489"/>
                  <a:pt x="1154614" y="2282707"/>
                  <a:pt x="1140329" y="2279353"/>
                </a:cubicBezTo>
                <a:cubicBezTo>
                  <a:pt x="1119091" y="2274439"/>
                  <a:pt x="1104609" y="2270077"/>
                  <a:pt x="1096885" y="2266269"/>
                </a:cubicBezTo>
                <a:cubicBezTo>
                  <a:pt x="1089160" y="2262461"/>
                  <a:pt x="1084496" y="2255811"/>
                  <a:pt x="1082891" y="2246318"/>
                </a:cubicBezTo>
                <a:lnTo>
                  <a:pt x="1092446" y="2249705"/>
                </a:lnTo>
                <a:lnTo>
                  <a:pt x="1085734" y="2245208"/>
                </a:lnTo>
                <a:cubicBezTo>
                  <a:pt x="1076973" y="2236341"/>
                  <a:pt x="1072592" y="2224055"/>
                  <a:pt x="1072592" y="2208348"/>
                </a:cubicBezTo>
                <a:cubicBezTo>
                  <a:pt x="1072592" y="2192089"/>
                  <a:pt x="1078424" y="2178898"/>
                  <a:pt x="1090087" y="2168777"/>
                </a:cubicBezTo>
                <a:cubicBezTo>
                  <a:pt x="1095919" y="2163715"/>
                  <a:pt x="1102596" y="2159920"/>
                  <a:pt x="1110119" y="2157389"/>
                </a:cubicBezTo>
                <a:close/>
                <a:moveTo>
                  <a:pt x="1616157" y="1897255"/>
                </a:moveTo>
                <a:lnTo>
                  <a:pt x="1624551" y="1901525"/>
                </a:lnTo>
                <a:lnTo>
                  <a:pt x="1648043" y="1907360"/>
                </a:lnTo>
                <a:cubicBezTo>
                  <a:pt x="1664266" y="1911415"/>
                  <a:pt x="1675255" y="1914999"/>
                  <a:pt x="1681007" y="1918111"/>
                </a:cubicBezTo>
                <a:lnTo>
                  <a:pt x="1686957" y="1923314"/>
                </a:lnTo>
                <a:lnTo>
                  <a:pt x="1683117" y="1917341"/>
                </a:lnTo>
                <a:cubicBezTo>
                  <a:pt x="1672485" y="1911773"/>
                  <a:pt x="1655493" y="1906702"/>
                  <a:pt x="1632139" y="1902125"/>
                </a:cubicBezTo>
                <a:close/>
                <a:moveTo>
                  <a:pt x="821519" y="2262216"/>
                </a:moveTo>
                <a:lnTo>
                  <a:pt x="821519" y="2330027"/>
                </a:lnTo>
                <a:lnTo>
                  <a:pt x="823305" y="2331946"/>
                </a:lnTo>
                <a:lnTo>
                  <a:pt x="823305" y="2263254"/>
                </a:lnTo>
                <a:lnTo>
                  <a:pt x="830713" y="2263577"/>
                </a:lnTo>
                <a:cubicBezTo>
                  <a:pt x="843142" y="2264471"/>
                  <a:pt x="852381" y="2264917"/>
                  <a:pt x="858431" y="2264917"/>
                </a:cubicBezTo>
                <a:cubicBezTo>
                  <a:pt x="867449" y="2264917"/>
                  <a:pt x="874592" y="2263976"/>
                  <a:pt x="879860" y="2262094"/>
                </a:cubicBezTo>
                <a:lnTo>
                  <a:pt x="879860" y="2261910"/>
                </a:lnTo>
                <a:cubicBezTo>
                  <a:pt x="872978" y="2263319"/>
                  <a:pt x="863302" y="2264024"/>
                  <a:pt x="850833" y="2264024"/>
                </a:cubicBezTo>
                <a:cubicBezTo>
                  <a:pt x="844090" y="2264024"/>
                  <a:pt x="839030" y="2263855"/>
                  <a:pt x="835655" y="2263517"/>
                </a:cubicBezTo>
                <a:close/>
                <a:moveTo>
                  <a:pt x="1744358" y="1794918"/>
                </a:moveTo>
                <a:lnTo>
                  <a:pt x="1820270" y="1794918"/>
                </a:lnTo>
                <a:lnTo>
                  <a:pt x="1799617" y="1819081"/>
                </a:lnTo>
                <a:lnTo>
                  <a:pt x="1799617" y="1970854"/>
                </a:lnTo>
                <a:lnTo>
                  <a:pt x="1797329" y="1970853"/>
                </a:lnTo>
                <a:lnTo>
                  <a:pt x="1801254" y="1971172"/>
                </a:lnTo>
                <a:lnTo>
                  <a:pt x="1801254" y="1818095"/>
                </a:lnTo>
                <a:lnTo>
                  <a:pt x="1820609" y="1800464"/>
                </a:lnTo>
                <a:lnTo>
                  <a:pt x="1825232" y="1807057"/>
                </a:lnTo>
                <a:lnTo>
                  <a:pt x="1811077" y="1822244"/>
                </a:lnTo>
                <a:lnTo>
                  <a:pt x="1811077" y="1971593"/>
                </a:lnTo>
                <a:cubicBezTo>
                  <a:pt x="1813179" y="1971780"/>
                  <a:pt x="1816321" y="1971875"/>
                  <a:pt x="1820502" y="1971874"/>
                </a:cubicBezTo>
                <a:cubicBezTo>
                  <a:pt x="1835241" y="1971874"/>
                  <a:pt x="1846290" y="1968692"/>
                  <a:pt x="1853650" y="1962329"/>
                </a:cubicBezTo>
                <a:cubicBezTo>
                  <a:pt x="1861010" y="1955964"/>
                  <a:pt x="1866669" y="1944416"/>
                  <a:pt x="1870627" y="1927684"/>
                </a:cubicBezTo>
                <a:cubicBezTo>
                  <a:pt x="1882207" y="1955189"/>
                  <a:pt x="1892953" y="1975327"/>
                  <a:pt x="1902862" y="1988097"/>
                </a:cubicBezTo>
                <a:lnTo>
                  <a:pt x="1744358" y="1988097"/>
                </a:lnTo>
                <a:lnTo>
                  <a:pt x="1764494" y="1967179"/>
                </a:lnTo>
                <a:lnTo>
                  <a:pt x="1764494" y="1817805"/>
                </a:lnTo>
                <a:close/>
                <a:moveTo>
                  <a:pt x="963161" y="2156868"/>
                </a:moveTo>
                <a:lnTo>
                  <a:pt x="1038419" y="2156868"/>
                </a:lnTo>
                <a:lnTo>
                  <a:pt x="1018865" y="2180843"/>
                </a:lnTo>
                <a:lnTo>
                  <a:pt x="1018865" y="2330316"/>
                </a:lnTo>
                <a:lnTo>
                  <a:pt x="1020056" y="2331593"/>
                </a:lnTo>
                <a:lnTo>
                  <a:pt x="1020056" y="2180329"/>
                </a:lnTo>
                <a:lnTo>
                  <a:pt x="1039657" y="2162268"/>
                </a:lnTo>
                <a:lnTo>
                  <a:pt x="1045061" y="2168374"/>
                </a:lnTo>
                <a:lnTo>
                  <a:pt x="1030176" y="2184124"/>
                </a:lnTo>
                <a:lnTo>
                  <a:pt x="1030176" y="2330585"/>
                </a:lnTo>
                <a:lnTo>
                  <a:pt x="1054691" y="2361953"/>
                </a:lnTo>
                <a:lnTo>
                  <a:pt x="974444" y="2361953"/>
                </a:lnTo>
                <a:lnTo>
                  <a:pt x="969128" y="2352130"/>
                </a:lnTo>
                <a:lnTo>
                  <a:pt x="1039980" y="2352130"/>
                </a:lnTo>
                <a:lnTo>
                  <a:pt x="1035175" y="2347818"/>
                </a:lnTo>
                <a:lnTo>
                  <a:pt x="1037252" y="2350046"/>
                </a:lnTo>
                <a:lnTo>
                  <a:pt x="963161" y="2350047"/>
                </a:lnTo>
                <a:lnTo>
                  <a:pt x="983444" y="2328897"/>
                </a:lnTo>
                <a:lnTo>
                  <a:pt x="983444" y="2179441"/>
                </a:lnTo>
                <a:close/>
                <a:moveTo>
                  <a:pt x="1716990" y="1800706"/>
                </a:moveTo>
                <a:lnTo>
                  <a:pt x="1725003" y="1804382"/>
                </a:lnTo>
                <a:lnTo>
                  <a:pt x="1723689" y="1804796"/>
                </a:lnTo>
                <a:cubicBezTo>
                  <a:pt x="1719462" y="1814436"/>
                  <a:pt x="1716057" y="1821701"/>
                  <a:pt x="1713474" y="1826593"/>
                </a:cubicBezTo>
                <a:cubicBezTo>
                  <a:pt x="1706435" y="1842108"/>
                  <a:pt x="1702395" y="1850851"/>
                  <a:pt x="1701351" y="1852824"/>
                </a:cubicBezTo>
                <a:lnTo>
                  <a:pt x="1699217" y="1855045"/>
                </a:lnTo>
                <a:lnTo>
                  <a:pt x="1691612" y="1852219"/>
                </a:lnTo>
                <a:lnTo>
                  <a:pt x="1692428" y="1848126"/>
                </a:lnTo>
                <a:cubicBezTo>
                  <a:pt x="1695261" y="1841667"/>
                  <a:pt x="1699378" y="1833225"/>
                  <a:pt x="1704779" y="1822798"/>
                </a:cubicBezTo>
                <a:lnTo>
                  <a:pt x="1714808" y="1803294"/>
                </a:lnTo>
                <a:close/>
                <a:moveTo>
                  <a:pt x="1618810" y="1816943"/>
                </a:moveTo>
                <a:cubicBezTo>
                  <a:pt x="1612546" y="1822201"/>
                  <a:pt x="1609415" y="1828749"/>
                  <a:pt x="1609415" y="1836587"/>
                </a:cubicBezTo>
                <a:lnTo>
                  <a:pt x="1617188" y="1853482"/>
                </a:lnTo>
                <a:lnTo>
                  <a:pt x="1612094" y="1839450"/>
                </a:lnTo>
                <a:cubicBezTo>
                  <a:pt x="1612094" y="1830942"/>
                  <a:pt x="1615121" y="1824038"/>
                  <a:pt x="1621177" y="1818738"/>
                </a:cubicBezTo>
                <a:cubicBezTo>
                  <a:pt x="1627232" y="1813439"/>
                  <a:pt x="1635021" y="1810789"/>
                  <a:pt x="1644543" y="1810789"/>
                </a:cubicBezTo>
                <a:cubicBezTo>
                  <a:pt x="1648984" y="1810789"/>
                  <a:pt x="1653169" y="1811272"/>
                  <a:pt x="1657099" y="1812240"/>
                </a:cubicBezTo>
                <a:lnTo>
                  <a:pt x="1659836" y="1813321"/>
                </a:lnTo>
                <a:lnTo>
                  <a:pt x="1657473" y="1811835"/>
                </a:lnTo>
                <a:cubicBezTo>
                  <a:pt x="1652780" y="1809983"/>
                  <a:pt x="1647811" y="1809056"/>
                  <a:pt x="1642566" y="1809057"/>
                </a:cubicBezTo>
                <a:cubicBezTo>
                  <a:pt x="1632992" y="1809056"/>
                  <a:pt x="1625073" y="1811686"/>
                  <a:pt x="1618810" y="1816943"/>
                </a:cubicBezTo>
                <a:close/>
                <a:moveTo>
                  <a:pt x="1614944" y="1795439"/>
                </a:moveTo>
                <a:cubicBezTo>
                  <a:pt x="1622466" y="1792909"/>
                  <a:pt x="1630834" y="1791643"/>
                  <a:pt x="1640048" y="1791643"/>
                </a:cubicBezTo>
                <a:cubicBezTo>
                  <a:pt x="1651601" y="1791644"/>
                  <a:pt x="1665134" y="1793740"/>
                  <a:pt x="1680648" y="1797934"/>
                </a:cubicBezTo>
                <a:cubicBezTo>
                  <a:pt x="1687405" y="1799792"/>
                  <a:pt x="1692396" y="1800722"/>
                  <a:pt x="1695619" y="1800722"/>
                </a:cubicBezTo>
                <a:cubicBezTo>
                  <a:pt x="1699839" y="1800722"/>
                  <a:pt x="1704984" y="1799079"/>
                  <a:pt x="1711053" y="1795794"/>
                </a:cubicBezTo>
                <a:lnTo>
                  <a:pt x="1715955" y="1798353"/>
                </a:lnTo>
                <a:cubicBezTo>
                  <a:pt x="1710658" y="1806887"/>
                  <a:pt x="1706539" y="1814759"/>
                  <a:pt x="1703600" y="1821970"/>
                </a:cubicBezTo>
                <a:cubicBezTo>
                  <a:pt x="1697630" y="1836651"/>
                  <a:pt x="1693611" y="1845748"/>
                  <a:pt x="1691545" y="1849261"/>
                </a:cubicBezTo>
                <a:lnTo>
                  <a:pt x="1687140" y="1851512"/>
                </a:lnTo>
                <a:cubicBezTo>
                  <a:pt x="1685545" y="1849120"/>
                  <a:pt x="1684604" y="1847347"/>
                  <a:pt x="1684317" y="1846194"/>
                </a:cubicBezTo>
                <a:lnTo>
                  <a:pt x="1680991" y="1836475"/>
                </a:lnTo>
                <a:lnTo>
                  <a:pt x="1678718" y="1837608"/>
                </a:lnTo>
                <a:cubicBezTo>
                  <a:pt x="1667500" y="1826214"/>
                  <a:pt x="1656193" y="1820516"/>
                  <a:pt x="1644796" y="1820516"/>
                </a:cubicBezTo>
                <a:cubicBezTo>
                  <a:pt x="1638234" y="1820516"/>
                  <a:pt x="1632830" y="1822384"/>
                  <a:pt x="1628584" y="1826121"/>
                </a:cubicBezTo>
                <a:cubicBezTo>
                  <a:pt x="1624337" y="1829856"/>
                  <a:pt x="1622214" y="1834591"/>
                  <a:pt x="1622214" y="1840324"/>
                </a:cubicBezTo>
                <a:cubicBezTo>
                  <a:pt x="1622214" y="1846605"/>
                  <a:pt x="1626730" y="1853223"/>
                  <a:pt x="1635762" y="1860179"/>
                </a:cubicBezTo>
                <a:lnTo>
                  <a:pt x="1638178" y="1862346"/>
                </a:lnTo>
                <a:lnTo>
                  <a:pt x="1637265" y="1864099"/>
                </a:lnTo>
                <a:lnTo>
                  <a:pt x="1643906" y="1867128"/>
                </a:lnTo>
                <a:lnTo>
                  <a:pt x="1668544" y="1873113"/>
                </a:lnTo>
                <a:cubicBezTo>
                  <a:pt x="1686885" y="1877538"/>
                  <a:pt x="1700640" y="1884626"/>
                  <a:pt x="1709811" y="1894375"/>
                </a:cubicBezTo>
                <a:lnTo>
                  <a:pt x="1709853" y="1894443"/>
                </a:lnTo>
                <a:lnTo>
                  <a:pt x="1709853" y="1889619"/>
                </a:lnTo>
                <a:cubicBezTo>
                  <a:pt x="1727131" y="1900716"/>
                  <a:pt x="1735770" y="1915427"/>
                  <a:pt x="1735770" y="1933751"/>
                </a:cubicBezTo>
                <a:cubicBezTo>
                  <a:pt x="1735770" y="1953181"/>
                  <a:pt x="1728255" y="1969626"/>
                  <a:pt x="1713226" y="1983086"/>
                </a:cubicBezTo>
                <a:cubicBezTo>
                  <a:pt x="1698196" y="1996547"/>
                  <a:pt x="1679965" y="2003277"/>
                  <a:pt x="1658530" y="2003277"/>
                </a:cubicBezTo>
                <a:cubicBezTo>
                  <a:pt x="1647652" y="2003277"/>
                  <a:pt x="1637921" y="2002185"/>
                  <a:pt x="1629337" y="2000001"/>
                </a:cubicBezTo>
                <a:lnTo>
                  <a:pt x="1605994" y="1994273"/>
                </a:lnTo>
                <a:cubicBezTo>
                  <a:pt x="1600669" y="1992934"/>
                  <a:pt x="1595081" y="1992264"/>
                  <a:pt x="1589230" y="1992264"/>
                </a:cubicBezTo>
                <a:cubicBezTo>
                  <a:pt x="1584178" y="1992264"/>
                  <a:pt x="1578546" y="1993385"/>
                  <a:pt x="1572334" y="1995627"/>
                </a:cubicBezTo>
                <a:lnTo>
                  <a:pt x="1569185" y="1986925"/>
                </a:lnTo>
                <a:cubicBezTo>
                  <a:pt x="1575800" y="1983638"/>
                  <a:pt x="1581949" y="1981995"/>
                  <a:pt x="1587633" y="1981995"/>
                </a:cubicBezTo>
                <a:cubicBezTo>
                  <a:pt x="1593663" y="1981995"/>
                  <a:pt x="1601167" y="1983050"/>
                  <a:pt x="1610145" y="1985162"/>
                </a:cubicBezTo>
                <a:lnTo>
                  <a:pt x="1630814" y="1990166"/>
                </a:lnTo>
                <a:cubicBezTo>
                  <a:pt x="1639494" y="1992259"/>
                  <a:pt x="1648696" y="1993306"/>
                  <a:pt x="1658421" y="1993305"/>
                </a:cubicBezTo>
                <a:cubicBezTo>
                  <a:pt x="1677098" y="1993305"/>
                  <a:pt x="1692971" y="1987371"/>
                  <a:pt x="1706043" y="1975502"/>
                </a:cubicBezTo>
                <a:lnTo>
                  <a:pt x="1710214" y="1966376"/>
                </a:lnTo>
                <a:lnTo>
                  <a:pt x="1718822" y="1954793"/>
                </a:lnTo>
                <a:lnTo>
                  <a:pt x="1721508" y="1941669"/>
                </a:lnTo>
                <a:lnTo>
                  <a:pt x="1725650" y="1932607"/>
                </a:lnTo>
                <a:cubicBezTo>
                  <a:pt x="1725650" y="1925561"/>
                  <a:pt x="1724334" y="1918877"/>
                  <a:pt x="1721701" y="1912554"/>
                </a:cubicBezTo>
                <a:lnTo>
                  <a:pt x="1712102" y="1898066"/>
                </a:lnTo>
                <a:lnTo>
                  <a:pt x="1720127" y="1910996"/>
                </a:lnTo>
                <a:cubicBezTo>
                  <a:pt x="1722420" y="1917202"/>
                  <a:pt x="1723566" y="1924073"/>
                  <a:pt x="1723566" y="1931610"/>
                </a:cubicBezTo>
                <a:lnTo>
                  <a:pt x="1721508" y="1941669"/>
                </a:lnTo>
                <a:lnTo>
                  <a:pt x="1710214" y="1966376"/>
                </a:lnTo>
                <a:lnTo>
                  <a:pt x="1704592" y="1973942"/>
                </a:lnTo>
                <a:cubicBezTo>
                  <a:pt x="1691942" y="1985363"/>
                  <a:pt x="1676355" y="1991073"/>
                  <a:pt x="1657830" y="1991073"/>
                </a:cubicBezTo>
                <a:cubicBezTo>
                  <a:pt x="1646369" y="1991073"/>
                  <a:pt x="1633716" y="1989364"/>
                  <a:pt x="1619870" y="1985946"/>
                </a:cubicBezTo>
                <a:lnTo>
                  <a:pt x="1601480" y="1981411"/>
                </a:lnTo>
                <a:cubicBezTo>
                  <a:pt x="1595614" y="1980014"/>
                  <a:pt x="1590609" y="1979316"/>
                  <a:pt x="1586465" y="1979316"/>
                </a:cubicBezTo>
                <a:cubicBezTo>
                  <a:pt x="1581104" y="1979316"/>
                  <a:pt x="1574611" y="1981204"/>
                  <a:pt x="1566985" y="1984981"/>
                </a:cubicBezTo>
                <a:lnTo>
                  <a:pt x="1563932" y="1979849"/>
                </a:lnTo>
                <a:cubicBezTo>
                  <a:pt x="1576139" y="1960904"/>
                  <a:pt x="1584910" y="1942641"/>
                  <a:pt x="1590246" y="1925061"/>
                </a:cubicBezTo>
                <a:lnTo>
                  <a:pt x="1597746" y="1926484"/>
                </a:lnTo>
                <a:lnTo>
                  <a:pt x="1614787" y="1960955"/>
                </a:lnTo>
                <a:lnTo>
                  <a:pt x="1614790" y="1960961"/>
                </a:lnTo>
                <a:lnTo>
                  <a:pt x="1614790" y="1960962"/>
                </a:lnTo>
                <a:lnTo>
                  <a:pt x="1615329" y="1962051"/>
                </a:lnTo>
                <a:lnTo>
                  <a:pt x="1617815" y="1963378"/>
                </a:lnTo>
                <a:lnTo>
                  <a:pt x="1614790" y="1960962"/>
                </a:lnTo>
                <a:lnTo>
                  <a:pt x="1614787" y="1960955"/>
                </a:lnTo>
                <a:lnTo>
                  <a:pt x="1602018" y="1932991"/>
                </a:lnTo>
                <a:lnTo>
                  <a:pt x="1611368" y="1931623"/>
                </a:lnTo>
                <a:cubicBezTo>
                  <a:pt x="1615160" y="1949748"/>
                  <a:pt x="1625022" y="1962519"/>
                  <a:pt x="1640953" y="1969937"/>
                </a:cubicBezTo>
                <a:lnTo>
                  <a:pt x="1640953" y="1972220"/>
                </a:lnTo>
                <a:lnTo>
                  <a:pt x="1653431" y="1973958"/>
                </a:lnTo>
                <a:cubicBezTo>
                  <a:pt x="1665777" y="1973958"/>
                  <a:pt x="1675468" y="1971198"/>
                  <a:pt x="1682503" y="1965679"/>
                </a:cubicBezTo>
                <a:cubicBezTo>
                  <a:pt x="1689539" y="1960160"/>
                  <a:pt x="1693056" y="1952779"/>
                  <a:pt x="1693056" y="1943534"/>
                </a:cubicBezTo>
                <a:lnTo>
                  <a:pt x="1691737" y="1935782"/>
                </a:lnTo>
                <a:lnTo>
                  <a:pt x="1688833" y="1937140"/>
                </a:lnTo>
                <a:cubicBezTo>
                  <a:pt x="1683676" y="1931758"/>
                  <a:pt x="1678678" y="1927962"/>
                  <a:pt x="1673839" y="1925750"/>
                </a:cubicBezTo>
                <a:cubicBezTo>
                  <a:pt x="1669000" y="1923539"/>
                  <a:pt x="1659439" y="1920757"/>
                  <a:pt x="1645155" y="1917404"/>
                </a:cubicBezTo>
                <a:cubicBezTo>
                  <a:pt x="1623916" y="1912489"/>
                  <a:pt x="1609434" y="1908127"/>
                  <a:pt x="1601710" y="1904319"/>
                </a:cubicBezTo>
                <a:cubicBezTo>
                  <a:pt x="1593985" y="1900511"/>
                  <a:pt x="1589321" y="1893860"/>
                  <a:pt x="1587716" y="1884368"/>
                </a:cubicBezTo>
                <a:lnTo>
                  <a:pt x="1597271" y="1887755"/>
                </a:lnTo>
                <a:lnTo>
                  <a:pt x="1590559" y="1883258"/>
                </a:lnTo>
                <a:cubicBezTo>
                  <a:pt x="1581798" y="1874391"/>
                  <a:pt x="1577417" y="1862104"/>
                  <a:pt x="1577417" y="1846399"/>
                </a:cubicBezTo>
                <a:cubicBezTo>
                  <a:pt x="1577417" y="1830139"/>
                  <a:pt x="1583249" y="1816948"/>
                  <a:pt x="1594912" y="1806826"/>
                </a:cubicBezTo>
                <a:cubicBezTo>
                  <a:pt x="1600744" y="1801765"/>
                  <a:pt x="1607422" y="1797970"/>
                  <a:pt x="1614944" y="1795439"/>
                </a:cubicBezTo>
                <a:close/>
                <a:moveTo>
                  <a:pt x="766694" y="2156868"/>
                </a:moveTo>
                <a:lnTo>
                  <a:pt x="841322" y="2156868"/>
                </a:lnTo>
                <a:lnTo>
                  <a:pt x="821519" y="2180436"/>
                </a:lnTo>
                <a:lnTo>
                  <a:pt x="821519" y="2239828"/>
                </a:lnTo>
                <a:cubicBezTo>
                  <a:pt x="822117" y="2239932"/>
                  <a:pt x="822713" y="2240055"/>
                  <a:pt x="823305" y="2240198"/>
                </a:cubicBezTo>
                <a:lnTo>
                  <a:pt x="823305" y="2179452"/>
                </a:lnTo>
                <a:lnTo>
                  <a:pt x="842050" y="2161975"/>
                </a:lnTo>
                <a:lnTo>
                  <a:pt x="848201" y="2167500"/>
                </a:lnTo>
                <a:lnTo>
                  <a:pt x="833128" y="2183639"/>
                </a:lnTo>
                <a:lnTo>
                  <a:pt x="833127" y="2240660"/>
                </a:lnTo>
                <a:lnTo>
                  <a:pt x="835076" y="2240842"/>
                </a:lnTo>
                <a:cubicBezTo>
                  <a:pt x="842260" y="2241513"/>
                  <a:pt x="849447" y="2241849"/>
                  <a:pt x="856638" y="2241849"/>
                </a:cubicBezTo>
                <a:cubicBezTo>
                  <a:pt x="866733" y="2241849"/>
                  <a:pt x="874474" y="2241480"/>
                  <a:pt x="879859" y="2240742"/>
                </a:cubicBezTo>
                <a:lnTo>
                  <a:pt x="879860" y="2177571"/>
                </a:lnTo>
                <a:lnTo>
                  <a:pt x="862005" y="2156868"/>
                </a:lnTo>
                <a:lnTo>
                  <a:pt x="935568" y="2156867"/>
                </a:lnTo>
                <a:lnTo>
                  <a:pt x="915429" y="2180499"/>
                </a:lnTo>
                <a:lnTo>
                  <a:pt x="915429" y="2330082"/>
                </a:lnTo>
                <a:lnTo>
                  <a:pt x="916918" y="2331766"/>
                </a:lnTo>
                <a:lnTo>
                  <a:pt x="916918" y="2179785"/>
                </a:lnTo>
                <a:lnTo>
                  <a:pt x="936521" y="2161974"/>
                </a:lnTo>
                <a:lnTo>
                  <a:pt x="941625" y="2168330"/>
                </a:lnTo>
                <a:lnTo>
                  <a:pt x="926740" y="2183654"/>
                </a:lnTo>
                <a:lnTo>
                  <a:pt x="926740" y="2330257"/>
                </a:lnTo>
                <a:lnTo>
                  <a:pt x="950964" y="2361953"/>
                </a:lnTo>
                <a:lnTo>
                  <a:pt x="870723" y="2361953"/>
                </a:lnTo>
                <a:lnTo>
                  <a:pt x="865407" y="2352130"/>
                </a:lnTo>
                <a:lnTo>
                  <a:pt x="936544" y="2352130"/>
                </a:lnTo>
                <a:lnTo>
                  <a:pt x="928198" y="2344520"/>
                </a:lnTo>
                <a:lnTo>
                  <a:pt x="933086" y="2350047"/>
                </a:lnTo>
                <a:lnTo>
                  <a:pt x="859810" y="2350047"/>
                </a:lnTo>
                <a:lnTo>
                  <a:pt x="879859" y="2328639"/>
                </a:lnTo>
                <a:lnTo>
                  <a:pt x="879859" y="2271105"/>
                </a:lnTo>
                <a:cubicBezTo>
                  <a:pt x="873970" y="2273032"/>
                  <a:pt x="866522" y="2273995"/>
                  <a:pt x="857517" y="2273996"/>
                </a:cubicBezTo>
                <a:lnTo>
                  <a:pt x="833127" y="2272767"/>
                </a:lnTo>
                <a:lnTo>
                  <a:pt x="833128" y="2330253"/>
                </a:lnTo>
                <a:lnTo>
                  <a:pt x="857275" y="2361953"/>
                </a:lnTo>
                <a:lnTo>
                  <a:pt x="777442" y="2361953"/>
                </a:lnTo>
                <a:lnTo>
                  <a:pt x="771947" y="2352130"/>
                </a:lnTo>
                <a:lnTo>
                  <a:pt x="843125" y="2352130"/>
                </a:lnTo>
                <a:lnTo>
                  <a:pt x="837259" y="2346938"/>
                </a:lnTo>
                <a:lnTo>
                  <a:pt x="840153" y="2350047"/>
                </a:lnTo>
                <a:lnTo>
                  <a:pt x="766694" y="2350047"/>
                </a:lnTo>
                <a:lnTo>
                  <a:pt x="786247" y="2328620"/>
                </a:lnTo>
                <a:lnTo>
                  <a:pt x="786247" y="2269207"/>
                </a:lnTo>
                <a:cubicBezTo>
                  <a:pt x="781132" y="2269207"/>
                  <a:pt x="775938" y="2272417"/>
                  <a:pt x="770664" y="2278837"/>
                </a:cubicBezTo>
                <a:lnTo>
                  <a:pt x="763629" y="2275493"/>
                </a:lnTo>
                <a:cubicBezTo>
                  <a:pt x="766919" y="2270638"/>
                  <a:pt x="770449" y="2266908"/>
                  <a:pt x="774218" y="2264305"/>
                </a:cubicBezTo>
                <a:lnTo>
                  <a:pt x="783332" y="2260949"/>
                </a:lnTo>
                <a:lnTo>
                  <a:pt x="774802" y="2263260"/>
                </a:lnTo>
                <a:cubicBezTo>
                  <a:pt x="771110" y="2265328"/>
                  <a:pt x="767541" y="2268428"/>
                  <a:pt x="764094" y="2272563"/>
                </a:cubicBezTo>
                <a:lnTo>
                  <a:pt x="758230" y="2269277"/>
                </a:lnTo>
                <a:cubicBezTo>
                  <a:pt x="764490" y="2252788"/>
                  <a:pt x="773829" y="2243329"/>
                  <a:pt x="786247" y="2240900"/>
                </a:cubicBezTo>
                <a:lnTo>
                  <a:pt x="786247" y="2179036"/>
                </a:lnTo>
                <a:close/>
                <a:moveTo>
                  <a:pt x="1437445" y="1816671"/>
                </a:moveTo>
                <a:cubicBezTo>
                  <a:pt x="1420131" y="1827136"/>
                  <a:pt x="1411474" y="1853300"/>
                  <a:pt x="1411473" y="1895163"/>
                </a:cubicBezTo>
                <a:cubicBezTo>
                  <a:pt x="1411473" y="1914452"/>
                  <a:pt x="1413604" y="1930125"/>
                  <a:pt x="1417864" y="1942181"/>
                </a:cubicBezTo>
                <a:lnTo>
                  <a:pt x="1424761" y="1951289"/>
                </a:lnTo>
                <a:lnTo>
                  <a:pt x="1430506" y="1961261"/>
                </a:lnTo>
                <a:lnTo>
                  <a:pt x="1435871" y="1965961"/>
                </a:lnTo>
                <a:lnTo>
                  <a:pt x="1437036" y="1967499"/>
                </a:lnTo>
                <a:lnTo>
                  <a:pt x="1438104" y="1967917"/>
                </a:lnTo>
                <a:lnTo>
                  <a:pt x="1435871" y="1965961"/>
                </a:lnTo>
                <a:lnTo>
                  <a:pt x="1424761" y="1951289"/>
                </a:lnTo>
                <a:lnTo>
                  <a:pt x="1421311" y="1945302"/>
                </a:lnTo>
                <a:cubicBezTo>
                  <a:pt x="1417035" y="1933651"/>
                  <a:pt x="1414897" y="1918013"/>
                  <a:pt x="1414897" y="1898386"/>
                </a:cubicBezTo>
                <a:cubicBezTo>
                  <a:pt x="1414897" y="1842405"/>
                  <a:pt x="1430079" y="1814414"/>
                  <a:pt x="1460445" y="1814414"/>
                </a:cubicBezTo>
                <a:lnTo>
                  <a:pt x="1465233" y="1815650"/>
                </a:lnTo>
                <a:lnTo>
                  <a:pt x="1486498" y="1827455"/>
                </a:lnTo>
                <a:lnTo>
                  <a:pt x="1491999" y="1833415"/>
                </a:lnTo>
                <a:lnTo>
                  <a:pt x="1485409" y="1831846"/>
                </a:lnTo>
                <a:cubicBezTo>
                  <a:pt x="1476177" y="1826674"/>
                  <a:pt x="1467944" y="1824088"/>
                  <a:pt x="1460712" y="1824088"/>
                </a:cubicBezTo>
                <a:cubicBezTo>
                  <a:pt x="1437213" y="1824088"/>
                  <a:pt x="1425463" y="1848259"/>
                  <a:pt x="1425463" y="1896600"/>
                </a:cubicBezTo>
                <a:cubicBezTo>
                  <a:pt x="1425463" y="1932452"/>
                  <a:pt x="1433390" y="1956701"/>
                  <a:pt x="1449243" y="1969347"/>
                </a:cubicBezTo>
                <a:lnTo>
                  <a:pt x="1447658" y="1971273"/>
                </a:lnTo>
                <a:lnTo>
                  <a:pt x="1456917" y="1972321"/>
                </a:lnTo>
                <a:cubicBezTo>
                  <a:pt x="1470820" y="1972321"/>
                  <a:pt x="1481506" y="1965609"/>
                  <a:pt x="1488974" y="1952184"/>
                </a:cubicBezTo>
                <a:cubicBezTo>
                  <a:pt x="1496441" y="1938759"/>
                  <a:pt x="1500175" y="1918682"/>
                  <a:pt x="1500175" y="1891951"/>
                </a:cubicBezTo>
                <a:cubicBezTo>
                  <a:pt x="1500175" y="1861711"/>
                  <a:pt x="1497392" y="1841199"/>
                  <a:pt x="1491827" y="1830413"/>
                </a:cubicBezTo>
                <a:lnTo>
                  <a:pt x="1486498" y="1827455"/>
                </a:lnTo>
                <a:lnTo>
                  <a:pt x="1478847" y="1819164"/>
                </a:lnTo>
                <a:lnTo>
                  <a:pt x="1465233" y="1815650"/>
                </a:lnTo>
                <a:lnTo>
                  <a:pt x="1457645" y="1811438"/>
                </a:lnTo>
                <a:cubicBezTo>
                  <a:pt x="1449950" y="1811438"/>
                  <a:pt x="1443216" y="1813182"/>
                  <a:pt x="1437445" y="1816671"/>
                </a:cubicBezTo>
                <a:close/>
                <a:moveTo>
                  <a:pt x="687346" y="2163119"/>
                </a:moveTo>
                <a:lnTo>
                  <a:pt x="693555" y="2168797"/>
                </a:lnTo>
                <a:cubicBezTo>
                  <a:pt x="686572" y="2178514"/>
                  <a:pt x="679358" y="2193376"/>
                  <a:pt x="671914" y="2213383"/>
                </a:cubicBezTo>
                <a:lnTo>
                  <a:pt x="669984" y="2216102"/>
                </a:lnTo>
                <a:lnTo>
                  <a:pt x="662501" y="2211323"/>
                </a:lnTo>
                <a:lnTo>
                  <a:pt x="663315" y="2207395"/>
                </a:lnTo>
                <a:cubicBezTo>
                  <a:pt x="670469" y="2187365"/>
                  <a:pt x="677524" y="2173263"/>
                  <a:pt x="684478" y="2165088"/>
                </a:cubicBezTo>
                <a:close/>
                <a:moveTo>
                  <a:pt x="1423145" y="1799712"/>
                </a:moveTo>
                <a:cubicBezTo>
                  <a:pt x="1433336" y="1795226"/>
                  <a:pt x="1444840" y="1792983"/>
                  <a:pt x="1457657" y="1792983"/>
                </a:cubicBezTo>
                <a:cubicBezTo>
                  <a:pt x="1469985" y="1792983"/>
                  <a:pt x="1481069" y="1795304"/>
                  <a:pt x="1490906" y="1799947"/>
                </a:cubicBezTo>
                <a:lnTo>
                  <a:pt x="1501219" y="1806442"/>
                </a:lnTo>
                <a:lnTo>
                  <a:pt x="1501219" y="1800464"/>
                </a:lnTo>
                <a:cubicBezTo>
                  <a:pt x="1518693" y="1807729"/>
                  <a:pt x="1531593" y="1819739"/>
                  <a:pt x="1539922" y="1836494"/>
                </a:cubicBezTo>
                <a:cubicBezTo>
                  <a:pt x="1548250" y="1853250"/>
                  <a:pt x="1552414" y="1872485"/>
                  <a:pt x="1552414" y="1894198"/>
                </a:cubicBezTo>
                <a:cubicBezTo>
                  <a:pt x="1552414" y="1926201"/>
                  <a:pt x="1544191" y="1952158"/>
                  <a:pt x="1527747" y="1972070"/>
                </a:cubicBezTo>
                <a:cubicBezTo>
                  <a:pt x="1511302" y="1991982"/>
                  <a:pt x="1489638" y="2001938"/>
                  <a:pt x="1462754" y="2001938"/>
                </a:cubicBezTo>
                <a:cubicBezTo>
                  <a:pt x="1445493" y="2001938"/>
                  <a:pt x="1429033" y="1995842"/>
                  <a:pt x="1413373" y="1983650"/>
                </a:cubicBezTo>
                <a:lnTo>
                  <a:pt x="1413373" y="1978444"/>
                </a:lnTo>
                <a:cubicBezTo>
                  <a:pt x="1428120" y="1987360"/>
                  <a:pt x="1444248" y="1991818"/>
                  <a:pt x="1461759" y="1991817"/>
                </a:cubicBezTo>
                <a:cubicBezTo>
                  <a:pt x="1485278" y="1991818"/>
                  <a:pt x="1504605" y="1982936"/>
                  <a:pt x="1519740" y="1965175"/>
                </a:cubicBezTo>
                <a:cubicBezTo>
                  <a:pt x="1534875" y="1947413"/>
                  <a:pt x="1542442" y="1924592"/>
                  <a:pt x="1542442" y="1896709"/>
                </a:cubicBezTo>
                <a:cubicBezTo>
                  <a:pt x="1542442" y="1875890"/>
                  <a:pt x="1538958" y="1857720"/>
                  <a:pt x="1531990" y="1842197"/>
                </a:cubicBezTo>
                <a:cubicBezTo>
                  <a:pt x="1528507" y="1834436"/>
                  <a:pt x="1524201" y="1827601"/>
                  <a:pt x="1519072" y="1821691"/>
                </a:cubicBezTo>
                <a:lnTo>
                  <a:pt x="1510369" y="1814403"/>
                </a:lnTo>
                <a:lnTo>
                  <a:pt x="1516682" y="1820839"/>
                </a:lnTo>
                <a:cubicBezTo>
                  <a:pt x="1531375" y="1839410"/>
                  <a:pt x="1538722" y="1863989"/>
                  <a:pt x="1538722" y="1894575"/>
                </a:cubicBezTo>
                <a:cubicBezTo>
                  <a:pt x="1538722" y="1923557"/>
                  <a:pt x="1531470" y="1946787"/>
                  <a:pt x="1516967" y="1964263"/>
                </a:cubicBezTo>
                <a:cubicBezTo>
                  <a:pt x="1502464" y="1981740"/>
                  <a:pt x="1482937" y="1990478"/>
                  <a:pt x="1458385" y="1990478"/>
                </a:cubicBezTo>
                <a:cubicBezTo>
                  <a:pt x="1439059" y="1990478"/>
                  <a:pt x="1421881" y="1984329"/>
                  <a:pt x="1406853" y="1972030"/>
                </a:cubicBezTo>
                <a:cubicBezTo>
                  <a:pt x="1384831" y="1953938"/>
                  <a:pt x="1373820" y="1927245"/>
                  <a:pt x="1373820" y="1891949"/>
                </a:cubicBezTo>
                <a:cubicBezTo>
                  <a:pt x="1373820" y="1861859"/>
                  <a:pt x="1381384" y="1837843"/>
                  <a:pt x="1396513" y="1819899"/>
                </a:cubicBezTo>
                <a:cubicBezTo>
                  <a:pt x="1404077" y="1810927"/>
                  <a:pt x="1412954" y="1804198"/>
                  <a:pt x="1423145" y="1799712"/>
                </a:cubicBezTo>
                <a:close/>
                <a:moveTo>
                  <a:pt x="609067" y="2175918"/>
                </a:moveTo>
                <a:lnTo>
                  <a:pt x="610183" y="2175918"/>
                </a:lnTo>
                <a:lnTo>
                  <a:pt x="610183" y="2329927"/>
                </a:lnTo>
                <a:lnTo>
                  <a:pt x="611374" y="2331318"/>
                </a:lnTo>
                <a:lnTo>
                  <a:pt x="611374" y="2177850"/>
                </a:lnTo>
                <a:lnTo>
                  <a:pt x="624152" y="2177555"/>
                </a:lnTo>
                <a:lnTo>
                  <a:pt x="641317" y="2179859"/>
                </a:lnTo>
                <a:lnTo>
                  <a:pt x="634897" y="2176767"/>
                </a:lnTo>
                <a:cubicBezTo>
                  <a:pt x="631238" y="2175804"/>
                  <a:pt x="626919" y="2175323"/>
                  <a:pt x="621940" y="2175323"/>
                </a:cubicBezTo>
                <a:cubicBezTo>
                  <a:pt x="617727" y="2175323"/>
                  <a:pt x="613435" y="2175521"/>
                  <a:pt x="609067" y="2175918"/>
                </a:cubicBezTo>
                <a:close/>
                <a:moveTo>
                  <a:pt x="1941204" y="1533576"/>
                </a:moveTo>
                <a:lnTo>
                  <a:pt x="2076910" y="1533575"/>
                </a:lnTo>
                <a:lnTo>
                  <a:pt x="2070198" y="1513607"/>
                </a:lnTo>
                <a:lnTo>
                  <a:pt x="2080488" y="1518167"/>
                </a:lnTo>
                <a:lnTo>
                  <a:pt x="2088411" y="1543547"/>
                </a:lnTo>
                <a:lnTo>
                  <a:pt x="1945908" y="1543547"/>
                </a:lnTo>
                <a:close/>
                <a:moveTo>
                  <a:pt x="344985" y="2270521"/>
                </a:moveTo>
                <a:cubicBezTo>
                  <a:pt x="344881" y="2272476"/>
                  <a:pt x="343894" y="2276366"/>
                  <a:pt x="342025" y="2282191"/>
                </a:cubicBezTo>
                <a:lnTo>
                  <a:pt x="337234" y="2297075"/>
                </a:lnTo>
                <a:cubicBezTo>
                  <a:pt x="334752" y="2304653"/>
                  <a:pt x="333511" y="2310959"/>
                  <a:pt x="333511" y="2315991"/>
                </a:cubicBezTo>
                <a:cubicBezTo>
                  <a:pt x="333511" y="2321047"/>
                  <a:pt x="334333" y="2325183"/>
                  <a:pt x="335978" y="2328396"/>
                </a:cubicBezTo>
                <a:lnTo>
                  <a:pt x="337481" y="2330606"/>
                </a:lnTo>
                <a:lnTo>
                  <a:pt x="335148" y="2318621"/>
                </a:lnTo>
                <a:cubicBezTo>
                  <a:pt x="335149" y="2308254"/>
                  <a:pt x="339209" y="2293694"/>
                  <a:pt x="347329" y="2274940"/>
                </a:cubicBezTo>
                <a:close/>
                <a:moveTo>
                  <a:pt x="1325858" y="1807568"/>
                </a:moveTo>
                <a:lnTo>
                  <a:pt x="1333627" y="1811096"/>
                </a:lnTo>
                <a:lnTo>
                  <a:pt x="1307012" y="1864272"/>
                </a:lnTo>
                <a:lnTo>
                  <a:pt x="1299071" y="1861139"/>
                </a:lnTo>
                <a:close/>
                <a:moveTo>
                  <a:pt x="1719794" y="1618706"/>
                </a:moveTo>
                <a:lnTo>
                  <a:pt x="1875224" y="1618705"/>
                </a:lnTo>
                <a:lnTo>
                  <a:pt x="1878410" y="1612940"/>
                </a:lnTo>
                <a:cubicBezTo>
                  <a:pt x="1867947" y="1600535"/>
                  <a:pt x="1859399" y="1585989"/>
                  <a:pt x="1852765" y="1569304"/>
                </a:cubicBezTo>
                <a:lnTo>
                  <a:pt x="1852144" y="1563979"/>
                </a:lnTo>
                <a:lnTo>
                  <a:pt x="1862209" y="1566464"/>
                </a:lnTo>
                <a:lnTo>
                  <a:pt x="1863771" y="1570259"/>
                </a:lnTo>
                <a:cubicBezTo>
                  <a:pt x="1870126" y="1584301"/>
                  <a:pt x="1877964" y="1597660"/>
                  <a:pt x="1887284" y="1610338"/>
                </a:cubicBezTo>
                <a:lnTo>
                  <a:pt x="1888451" y="1612194"/>
                </a:lnTo>
                <a:lnTo>
                  <a:pt x="1880726" y="1628528"/>
                </a:lnTo>
                <a:lnTo>
                  <a:pt x="1725110" y="1628528"/>
                </a:lnTo>
                <a:close/>
                <a:moveTo>
                  <a:pt x="1928800" y="1509912"/>
                </a:moveTo>
                <a:lnTo>
                  <a:pt x="2066429" y="1509912"/>
                </a:lnTo>
                <a:lnTo>
                  <a:pt x="2073819" y="1533129"/>
                </a:lnTo>
                <a:lnTo>
                  <a:pt x="1935762" y="1533129"/>
                </a:lnTo>
                <a:close/>
                <a:moveTo>
                  <a:pt x="502536" y="2156868"/>
                </a:moveTo>
                <a:lnTo>
                  <a:pt x="684311" y="2156868"/>
                </a:lnTo>
                <a:cubicBezTo>
                  <a:pt x="683190" y="2161420"/>
                  <a:pt x="682538" y="2163890"/>
                  <a:pt x="682353" y="2164279"/>
                </a:cubicBezTo>
                <a:lnTo>
                  <a:pt x="672637" y="2180978"/>
                </a:lnTo>
                <a:cubicBezTo>
                  <a:pt x="669104" y="2187737"/>
                  <a:pt x="665922" y="2195643"/>
                  <a:pt x="663091" y="2204695"/>
                </a:cubicBezTo>
                <a:lnTo>
                  <a:pt x="661194" y="2207746"/>
                </a:lnTo>
                <a:lnTo>
                  <a:pt x="655599" y="2205542"/>
                </a:lnTo>
                <a:lnTo>
                  <a:pt x="655034" y="2203083"/>
                </a:lnTo>
                <a:lnTo>
                  <a:pt x="651702" y="2193731"/>
                </a:lnTo>
                <a:lnTo>
                  <a:pt x="639528" y="2189228"/>
                </a:lnTo>
                <a:cubicBezTo>
                  <a:pt x="634630" y="2187995"/>
                  <a:pt x="629837" y="2187378"/>
                  <a:pt x="625149" y="2187378"/>
                </a:cubicBezTo>
                <a:cubicBezTo>
                  <a:pt x="623205" y="2187378"/>
                  <a:pt x="621912" y="2187425"/>
                  <a:pt x="621271" y="2187519"/>
                </a:cubicBezTo>
                <a:lnTo>
                  <a:pt x="621852" y="2330622"/>
                </a:lnTo>
                <a:lnTo>
                  <a:pt x="645055" y="2361953"/>
                </a:lnTo>
                <a:lnTo>
                  <a:pt x="565974" y="2361953"/>
                </a:lnTo>
                <a:lnTo>
                  <a:pt x="561030" y="2352131"/>
                </a:lnTo>
                <a:lnTo>
                  <a:pt x="630928" y="2352130"/>
                </a:lnTo>
                <a:lnTo>
                  <a:pt x="622455" y="2344266"/>
                </a:lnTo>
                <a:lnTo>
                  <a:pt x="627403" y="2350047"/>
                </a:lnTo>
                <a:lnTo>
                  <a:pt x="554630" y="2350047"/>
                </a:lnTo>
                <a:lnTo>
                  <a:pt x="575059" y="2328576"/>
                </a:lnTo>
                <a:lnTo>
                  <a:pt x="575059" y="2187724"/>
                </a:lnTo>
                <a:lnTo>
                  <a:pt x="567676" y="2187675"/>
                </a:lnTo>
                <a:cubicBezTo>
                  <a:pt x="558488" y="2187675"/>
                  <a:pt x="552068" y="2189371"/>
                  <a:pt x="548418" y="2192762"/>
                </a:cubicBezTo>
                <a:cubicBezTo>
                  <a:pt x="544768" y="2196153"/>
                  <a:pt x="542511" y="2203338"/>
                  <a:pt x="541648" y="2214316"/>
                </a:cubicBezTo>
                <a:lnTo>
                  <a:pt x="532013" y="2214315"/>
                </a:lnTo>
                <a:cubicBezTo>
                  <a:pt x="533154" y="2200028"/>
                  <a:pt x="536420" y="2190379"/>
                  <a:pt x="541810" y="2185368"/>
                </a:cubicBezTo>
                <a:cubicBezTo>
                  <a:pt x="547201" y="2180358"/>
                  <a:pt x="554882" y="2177853"/>
                  <a:pt x="564855" y="2177853"/>
                </a:cubicBezTo>
                <a:lnTo>
                  <a:pt x="576455" y="2178018"/>
                </a:lnTo>
                <a:lnTo>
                  <a:pt x="575059" y="2177994"/>
                </a:lnTo>
                <a:lnTo>
                  <a:pt x="575059" y="2176487"/>
                </a:lnTo>
                <a:cubicBezTo>
                  <a:pt x="571833" y="2176107"/>
                  <a:pt x="568107" y="2175918"/>
                  <a:pt x="563881" y="2175918"/>
                </a:cubicBezTo>
                <a:cubicBezTo>
                  <a:pt x="552195" y="2175918"/>
                  <a:pt x="543867" y="2178207"/>
                  <a:pt x="538897" y="2182787"/>
                </a:cubicBezTo>
                <a:cubicBezTo>
                  <a:pt x="533926" y="2187366"/>
                  <a:pt x="531125" y="2196270"/>
                  <a:pt x="530492" y="2209497"/>
                </a:cubicBezTo>
                <a:lnTo>
                  <a:pt x="523560" y="2209497"/>
                </a:lnTo>
                <a:cubicBezTo>
                  <a:pt x="518981" y="2194698"/>
                  <a:pt x="512355" y="2179061"/>
                  <a:pt x="503683" y="2162589"/>
                </a:cubicBezTo>
                <a:close/>
                <a:moveTo>
                  <a:pt x="1226158" y="1817552"/>
                </a:moveTo>
                <a:cubicBezTo>
                  <a:pt x="1219451" y="1820934"/>
                  <a:pt x="1213679" y="1826007"/>
                  <a:pt x="1208843" y="1832771"/>
                </a:cubicBezTo>
                <a:cubicBezTo>
                  <a:pt x="1199170" y="1846299"/>
                  <a:pt x="1194333" y="1865542"/>
                  <a:pt x="1194333" y="1890500"/>
                </a:cubicBezTo>
                <a:cubicBezTo>
                  <a:pt x="1194333" y="1907484"/>
                  <a:pt x="1196481" y="1921814"/>
                  <a:pt x="1200776" y="1933491"/>
                </a:cubicBezTo>
                <a:lnTo>
                  <a:pt x="1205767" y="1940480"/>
                </a:lnTo>
                <a:lnTo>
                  <a:pt x="1205785" y="1940596"/>
                </a:lnTo>
                <a:cubicBezTo>
                  <a:pt x="1208362" y="1946924"/>
                  <a:pt x="1212169" y="1952583"/>
                  <a:pt x="1217205" y="1957574"/>
                </a:cubicBezTo>
                <a:lnTo>
                  <a:pt x="1218719" y="1958618"/>
                </a:lnTo>
                <a:lnTo>
                  <a:pt x="1220106" y="1960559"/>
                </a:lnTo>
                <a:lnTo>
                  <a:pt x="1227799" y="1964880"/>
                </a:lnTo>
                <a:lnTo>
                  <a:pt x="1218719" y="1958618"/>
                </a:lnTo>
                <a:lnTo>
                  <a:pt x="1205767" y="1940480"/>
                </a:lnTo>
                <a:lnTo>
                  <a:pt x="1198054" y="1889554"/>
                </a:lnTo>
                <a:cubicBezTo>
                  <a:pt x="1198054" y="1865934"/>
                  <a:pt x="1202623" y="1847381"/>
                  <a:pt x="1211760" y="1833897"/>
                </a:cubicBezTo>
                <a:cubicBezTo>
                  <a:pt x="1220898" y="1820412"/>
                  <a:pt x="1233818" y="1813670"/>
                  <a:pt x="1250521" y="1813670"/>
                </a:cubicBezTo>
                <a:cubicBezTo>
                  <a:pt x="1254180" y="1813670"/>
                  <a:pt x="1257684" y="1814065"/>
                  <a:pt x="1261031" y="1814855"/>
                </a:cubicBezTo>
                <a:lnTo>
                  <a:pt x="1269102" y="1817853"/>
                </a:lnTo>
                <a:lnTo>
                  <a:pt x="1265292" y="1815308"/>
                </a:lnTo>
                <a:cubicBezTo>
                  <a:pt x="1260474" y="1813422"/>
                  <a:pt x="1255072" y="1812479"/>
                  <a:pt x="1249086" y="1812479"/>
                </a:cubicBezTo>
                <a:cubicBezTo>
                  <a:pt x="1240508" y="1812479"/>
                  <a:pt x="1232866" y="1814170"/>
                  <a:pt x="1226158" y="1817552"/>
                </a:cubicBezTo>
                <a:close/>
                <a:moveTo>
                  <a:pt x="379508" y="2209669"/>
                </a:moveTo>
                <a:lnTo>
                  <a:pt x="366565" y="2248414"/>
                </a:lnTo>
                <a:cubicBezTo>
                  <a:pt x="367133" y="2248754"/>
                  <a:pt x="367466" y="2249026"/>
                  <a:pt x="367565" y="2249227"/>
                </a:cubicBezTo>
                <a:lnTo>
                  <a:pt x="371681" y="2254499"/>
                </a:lnTo>
                <a:cubicBezTo>
                  <a:pt x="373838" y="2256634"/>
                  <a:pt x="376088" y="2259176"/>
                  <a:pt x="378429" y="2262124"/>
                </a:cubicBezTo>
                <a:lnTo>
                  <a:pt x="385662" y="2272102"/>
                </a:lnTo>
                <a:lnTo>
                  <a:pt x="396505" y="2259554"/>
                </a:lnTo>
                <a:close/>
                <a:moveTo>
                  <a:pt x="372895" y="2192740"/>
                </a:moveTo>
                <a:lnTo>
                  <a:pt x="352847" y="2250385"/>
                </a:lnTo>
                <a:cubicBezTo>
                  <a:pt x="359773" y="2257210"/>
                  <a:pt x="365933" y="2264350"/>
                  <a:pt x="371328" y="2271805"/>
                </a:cubicBezTo>
                <a:lnTo>
                  <a:pt x="377214" y="2279997"/>
                </a:lnTo>
                <a:lnTo>
                  <a:pt x="377934" y="2279123"/>
                </a:lnTo>
                <a:cubicBezTo>
                  <a:pt x="378260" y="2278689"/>
                  <a:pt x="378662" y="2278487"/>
                  <a:pt x="379141" y="2278519"/>
                </a:cubicBezTo>
                <a:cubicBezTo>
                  <a:pt x="372777" y="2269480"/>
                  <a:pt x="364848" y="2260360"/>
                  <a:pt x="355354" y="2251157"/>
                </a:cubicBezTo>
                <a:lnTo>
                  <a:pt x="374032" y="2201042"/>
                </a:lnTo>
                <a:close/>
                <a:moveTo>
                  <a:pt x="1210826" y="1799962"/>
                </a:moveTo>
                <a:cubicBezTo>
                  <a:pt x="1220747" y="1796004"/>
                  <a:pt x="1231446" y="1794025"/>
                  <a:pt x="1242921" y="1794025"/>
                </a:cubicBezTo>
                <a:cubicBezTo>
                  <a:pt x="1253023" y="1794025"/>
                  <a:pt x="1264671" y="1795832"/>
                  <a:pt x="1277865" y="1799448"/>
                </a:cubicBezTo>
                <a:cubicBezTo>
                  <a:pt x="1290672" y="1802976"/>
                  <a:pt x="1299060" y="1804740"/>
                  <a:pt x="1303029" y="1804740"/>
                </a:cubicBezTo>
                <a:cubicBezTo>
                  <a:pt x="1308694" y="1804740"/>
                  <a:pt x="1315960" y="1803168"/>
                  <a:pt x="1324828" y="1800025"/>
                </a:cubicBezTo>
                <a:lnTo>
                  <a:pt x="1292597" y="1859683"/>
                </a:lnTo>
                <a:cubicBezTo>
                  <a:pt x="1291377" y="1851491"/>
                  <a:pt x="1289550" y="1844404"/>
                  <a:pt x="1287116" y="1838422"/>
                </a:cubicBezTo>
                <a:lnTo>
                  <a:pt x="1286216" y="1836980"/>
                </a:lnTo>
                <a:lnTo>
                  <a:pt x="1283328" y="1835460"/>
                </a:lnTo>
                <a:cubicBezTo>
                  <a:pt x="1270093" y="1827581"/>
                  <a:pt x="1259246" y="1823641"/>
                  <a:pt x="1250788" y="1823641"/>
                </a:cubicBezTo>
                <a:cubicBezTo>
                  <a:pt x="1240544" y="1823641"/>
                  <a:pt x="1231992" y="1826653"/>
                  <a:pt x="1225132" y="1832676"/>
                </a:cubicBezTo>
                <a:cubicBezTo>
                  <a:pt x="1219047" y="1839430"/>
                  <a:pt x="1214774" y="1847305"/>
                  <a:pt x="1212313" y="1856299"/>
                </a:cubicBezTo>
                <a:cubicBezTo>
                  <a:pt x="1209851" y="1865293"/>
                  <a:pt x="1208621" y="1877436"/>
                  <a:pt x="1208621" y="1892728"/>
                </a:cubicBezTo>
                <a:cubicBezTo>
                  <a:pt x="1208621" y="1912125"/>
                  <a:pt x="1210486" y="1926796"/>
                  <a:pt x="1214218" y="1936739"/>
                </a:cubicBezTo>
                <a:cubicBezTo>
                  <a:pt x="1217950" y="1946683"/>
                  <a:pt x="1225212" y="1955976"/>
                  <a:pt x="1236005" y="1964619"/>
                </a:cubicBezTo>
                <a:lnTo>
                  <a:pt x="1236005" y="1968228"/>
                </a:lnTo>
                <a:lnTo>
                  <a:pt x="1244847" y="1970749"/>
                </a:lnTo>
                <a:cubicBezTo>
                  <a:pt x="1249658" y="1971599"/>
                  <a:pt x="1254813" y="1972023"/>
                  <a:pt x="1260311" y="1972023"/>
                </a:cubicBezTo>
                <a:lnTo>
                  <a:pt x="1280803" y="1972023"/>
                </a:lnTo>
                <a:lnTo>
                  <a:pt x="1280803" y="1902223"/>
                </a:lnTo>
                <a:lnTo>
                  <a:pt x="1247044" y="1902223"/>
                </a:lnTo>
                <a:cubicBezTo>
                  <a:pt x="1238704" y="1902223"/>
                  <a:pt x="1232666" y="1901753"/>
                  <a:pt x="1228931" y="1900814"/>
                </a:cubicBezTo>
                <a:cubicBezTo>
                  <a:pt x="1225197" y="1899874"/>
                  <a:pt x="1221205" y="1897488"/>
                  <a:pt x="1216955" y="1893656"/>
                </a:cubicBezTo>
                <a:lnTo>
                  <a:pt x="1216955" y="1885675"/>
                </a:lnTo>
                <a:cubicBezTo>
                  <a:pt x="1223373" y="1888479"/>
                  <a:pt x="1228147" y="1890252"/>
                  <a:pt x="1231276" y="1890992"/>
                </a:cubicBezTo>
                <a:cubicBezTo>
                  <a:pt x="1234406" y="1891732"/>
                  <a:pt x="1239807" y="1892103"/>
                  <a:pt x="1247481" y="1892102"/>
                </a:cubicBezTo>
                <a:lnTo>
                  <a:pt x="1280802" y="1892103"/>
                </a:lnTo>
                <a:lnTo>
                  <a:pt x="1280802" y="1890168"/>
                </a:lnTo>
                <a:lnTo>
                  <a:pt x="1243256" y="1890168"/>
                </a:lnTo>
                <a:lnTo>
                  <a:pt x="1236696" y="1890168"/>
                </a:lnTo>
                <a:cubicBezTo>
                  <a:pt x="1220261" y="1890168"/>
                  <a:pt x="1212044" y="1883920"/>
                  <a:pt x="1212044" y="1871425"/>
                </a:cubicBezTo>
                <a:cubicBezTo>
                  <a:pt x="1212044" y="1866617"/>
                  <a:pt x="1213523" y="1862437"/>
                  <a:pt x="1216481" y="1858885"/>
                </a:cubicBezTo>
                <a:cubicBezTo>
                  <a:pt x="1219439" y="1855332"/>
                  <a:pt x="1223084" y="1853556"/>
                  <a:pt x="1227417" y="1853556"/>
                </a:cubicBezTo>
                <a:cubicBezTo>
                  <a:pt x="1230774" y="1853556"/>
                  <a:pt x="1233714" y="1854784"/>
                  <a:pt x="1236238" y="1857242"/>
                </a:cubicBezTo>
                <a:cubicBezTo>
                  <a:pt x="1238762" y="1859699"/>
                  <a:pt x="1240023" y="1862571"/>
                  <a:pt x="1240024" y="1865858"/>
                </a:cubicBezTo>
                <a:cubicBezTo>
                  <a:pt x="1240024" y="1868791"/>
                  <a:pt x="1239423" y="1871121"/>
                  <a:pt x="1238221" y="1872848"/>
                </a:cubicBezTo>
                <a:lnTo>
                  <a:pt x="1235746" y="1874392"/>
                </a:lnTo>
                <a:lnTo>
                  <a:pt x="1236696" y="1874392"/>
                </a:lnTo>
                <a:lnTo>
                  <a:pt x="1336064" y="1874392"/>
                </a:lnTo>
                <a:lnTo>
                  <a:pt x="1315926" y="1898274"/>
                </a:lnTo>
                <a:lnTo>
                  <a:pt x="1315926" y="1967751"/>
                </a:lnTo>
                <a:lnTo>
                  <a:pt x="1317265" y="1969210"/>
                </a:lnTo>
                <a:lnTo>
                  <a:pt x="1317265" y="1898098"/>
                </a:lnTo>
                <a:lnTo>
                  <a:pt x="1337408" y="1879406"/>
                </a:lnTo>
                <a:lnTo>
                  <a:pt x="1342415" y="1886112"/>
                </a:lnTo>
                <a:lnTo>
                  <a:pt x="1327386" y="1901969"/>
                </a:lnTo>
                <a:lnTo>
                  <a:pt x="1327386" y="1968147"/>
                </a:lnTo>
                <a:lnTo>
                  <a:pt x="1351610" y="2000003"/>
                </a:lnTo>
                <a:lnTo>
                  <a:pt x="1290583" y="1999557"/>
                </a:lnTo>
                <a:lnTo>
                  <a:pt x="1238077" y="2000152"/>
                </a:lnTo>
                <a:cubicBezTo>
                  <a:pt x="1234522" y="2000152"/>
                  <a:pt x="1231870" y="2000054"/>
                  <a:pt x="1230120" y="1999859"/>
                </a:cubicBezTo>
                <a:cubicBezTo>
                  <a:pt x="1223447" y="1999116"/>
                  <a:pt x="1216405" y="1994451"/>
                  <a:pt x="1208993" y="1985864"/>
                </a:cubicBezTo>
                <a:lnTo>
                  <a:pt x="1215681" y="1985864"/>
                </a:lnTo>
                <a:cubicBezTo>
                  <a:pt x="1222298" y="1988841"/>
                  <a:pt x="1231462" y="1990329"/>
                  <a:pt x="1243175" y="1990329"/>
                </a:cubicBezTo>
                <a:lnTo>
                  <a:pt x="1250495" y="1990031"/>
                </a:lnTo>
                <a:lnTo>
                  <a:pt x="1337336" y="1990031"/>
                </a:lnTo>
                <a:lnTo>
                  <a:pt x="1331782" y="1985023"/>
                </a:lnTo>
                <a:lnTo>
                  <a:pt x="1334604" y="1988096"/>
                </a:lnTo>
                <a:lnTo>
                  <a:pt x="1256957" y="1988097"/>
                </a:lnTo>
                <a:lnTo>
                  <a:pt x="1242219" y="1988097"/>
                </a:lnTo>
                <a:cubicBezTo>
                  <a:pt x="1229482" y="1988097"/>
                  <a:pt x="1218901" y="1986524"/>
                  <a:pt x="1210478" y="1983377"/>
                </a:cubicBezTo>
                <a:cubicBezTo>
                  <a:pt x="1202054" y="1980231"/>
                  <a:pt x="1194669" y="1974945"/>
                  <a:pt x="1188322" y="1967519"/>
                </a:cubicBezTo>
                <a:cubicBezTo>
                  <a:pt x="1165937" y="1948552"/>
                  <a:pt x="1154745" y="1923577"/>
                  <a:pt x="1154745" y="1892593"/>
                </a:cubicBezTo>
                <a:cubicBezTo>
                  <a:pt x="1154745" y="1860715"/>
                  <a:pt x="1164295" y="1835775"/>
                  <a:pt x="1183394" y="1817775"/>
                </a:cubicBezTo>
                <a:cubicBezTo>
                  <a:pt x="1191761" y="1809858"/>
                  <a:pt x="1200905" y="1803920"/>
                  <a:pt x="1210826" y="1799962"/>
                </a:cubicBezTo>
                <a:close/>
                <a:moveTo>
                  <a:pt x="1076852" y="1817611"/>
                </a:moveTo>
                <a:cubicBezTo>
                  <a:pt x="1080784" y="1811616"/>
                  <a:pt x="1089438" y="1807653"/>
                  <a:pt x="1102816" y="1805719"/>
                </a:cubicBezTo>
                <a:lnTo>
                  <a:pt x="1099044" y="1815698"/>
                </a:lnTo>
                <a:cubicBezTo>
                  <a:pt x="1091598" y="1817440"/>
                  <a:pt x="1086717" y="1820354"/>
                  <a:pt x="1084400" y="1824440"/>
                </a:cubicBezTo>
                <a:cubicBezTo>
                  <a:pt x="1082084" y="1828526"/>
                  <a:pt x="1080926" y="1835926"/>
                  <a:pt x="1080926" y="1846640"/>
                </a:cubicBezTo>
                <a:lnTo>
                  <a:pt x="1080926" y="2000003"/>
                </a:lnTo>
                <a:lnTo>
                  <a:pt x="1044598" y="2000003"/>
                </a:lnTo>
                <a:lnTo>
                  <a:pt x="1041624" y="1990180"/>
                </a:lnTo>
                <a:lnTo>
                  <a:pt x="1070955" y="1990181"/>
                </a:lnTo>
                <a:lnTo>
                  <a:pt x="1070955" y="1848098"/>
                </a:lnTo>
                <a:cubicBezTo>
                  <a:pt x="1070955" y="1833767"/>
                  <a:pt x="1072921" y="1823605"/>
                  <a:pt x="1076852" y="1817611"/>
                </a:cubicBezTo>
                <a:close/>
                <a:moveTo>
                  <a:pt x="345287" y="2156868"/>
                </a:moveTo>
                <a:lnTo>
                  <a:pt x="418657" y="2156868"/>
                </a:lnTo>
                <a:lnTo>
                  <a:pt x="403482" y="2177736"/>
                </a:lnTo>
                <a:lnTo>
                  <a:pt x="425934" y="2237719"/>
                </a:lnTo>
                <a:lnTo>
                  <a:pt x="427147" y="2236123"/>
                </a:lnTo>
                <a:lnTo>
                  <a:pt x="405551" y="2179387"/>
                </a:lnTo>
                <a:lnTo>
                  <a:pt x="423146" y="2159203"/>
                </a:lnTo>
                <a:lnTo>
                  <a:pt x="430915" y="2162693"/>
                </a:lnTo>
                <a:lnTo>
                  <a:pt x="416178" y="2181478"/>
                </a:lnTo>
                <a:lnTo>
                  <a:pt x="434368" y="2230781"/>
                </a:lnTo>
                <a:lnTo>
                  <a:pt x="437805" y="2227866"/>
                </a:lnTo>
                <a:cubicBezTo>
                  <a:pt x="441000" y="2225309"/>
                  <a:pt x="444237" y="2223243"/>
                  <a:pt x="447516" y="2221666"/>
                </a:cubicBezTo>
                <a:cubicBezTo>
                  <a:pt x="450931" y="2234106"/>
                  <a:pt x="455320" y="2246013"/>
                  <a:pt x="460683" y="2257387"/>
                </a:cubicBezTo>
                <a:cubicBezTo>
                  <a:pt x="455595" y="2257148"/>
                  <a:pt x="452510" y="2257029"/>
                  <a:pt x="451430" y="2257029"/>
                </a:cubicBezTo>
                <a:cubicBezTo>
                  <a:pt x="442867" y="2257029"/>
                  <a:pt x="437148" y="2257888"/>
                  <a:pt x="434273" y="2259606"/>
                </a:cubicBezTo>
                <a:lnTo>
                  <a:pt x="460227" y="2328408"/>
                </a:lnTo>
                <a:lnTo>
                  <a:pt x="461637" y="2329774"/>
                </a:lnTo>
                <a:lnTo>
                  <a:pt x="436633" y="2261192"/>
                </a:lnTo>
                <a:cubicBezTo>
                  <a:pt x="441702" y="2259607"/>
                  <a:pt x="446489" y="2258815"/>
                  <a:pt x="450993" y="2258815"/>
                </a:cubicBezTo>
                <a:lnTo>
                  <a:pt x="463597" y="2260009"/>
                </a:lnTo>
                <a:lnTo>
                  <a:pt x="451225" y="2225899"/>
                </a:lnTo>
                <a:lnTo>
                  <a:pt x="461480" y="2229835"/>
                </a:lnTo>
                <a:cubicBezTo>
                  <a:pt x="463764" y="2239176"/>
                  <a:pt x="469238" y="2252787"/>
                  <a:pt x="477903" y="2270668"/>
                </a:cubicBezTo>
                <a:cubicBezTo>
                  <a:pt x="473399" y="2270378"/>
                  <a:pt x="471048" y="2270233"/>
                  <a:pt x="470849" y="2270233"/>
                </a:cubicBezTo>
                <a:lnTo>
                  <a:pt x="459029" y="2269215"/>
                </a:lnTo>
                <a:lnTo>
                  <a:pt x="447890" y="2268505"/>
                </a:lnTo>
                <a:lnTo>
                  <a:pt x="471698" y="2328560"/>
                </a:lnTo>
                <a:lnTo>
                  <a:pt x="504752" y="2361953"/>
                </a:lnTo>
                <a:lnTo>
                  <a:pt x="415541" y="2361953"/>
                </a:lnTo>
                <a:lnTo>
                  <a:pt x="411388" y="2352130"/>
                </a:lnTo>
                <a:lnTo>
                  <a:pt x="488874" y="2352130"/>
                </a:lnTo>
                <a:lnTo>
                  <a:pt x="473005" y="2340783"/>
                </a:lnTo>
                <a:lnTo>
                  <a:pt x="482572" y="2350047"/>
                </a:lnTo>
                <a:lnTo>
                  <a:pt x="402779" y="2350047"/>
                </a:lnTo>
                <a:lnTo>
                  <a:pt x="422917" y="2329243"/>
                </a:lnTo>
                <a:lnTo>
                  <a:pt x="408581" y="2290511"/>
                </a:lnTo>
                <a:cubicBezTo>
                  <a:pt x="400304" y="2300535"/>
                  <a:pt x="392967" y="2310798"/>
                  <a:pt x="386569" y="2321302"/>
                </a:cubicBezTo>
                <a:lnTo>
                  <a:pt x="378702" y="2319335"/>
                </a:lnTo>
                <a:lnTo>
                  <a:pt x="405421" y="2283200"/>
                </a:lnTo>
                <a:lnTo>
                  <a:pt x="404607" y="2280588"/>
                </a:lnTo>
                <a:cubicBezTo>
                  <a:pt x="395381" y="2289549"/>
                  <a:pt x="386208" y="2300736"/>
                  <a:pt x="377088" y="2314151"/>
                </a:cubicBezTo>
                <a:lnTo>
                  <a:pt x="371825" y="2308523"/>
                </a:lnTo>
                <a:lnTo>
                  <a:pt x="353660" y="2282637"/>
                </a:lnTo>
                <a:lnTo>
                  <a:pt x="347535" y="2301262"/>
                </a:lnTo>
                <a:cubicBezTo>
                  <a:pt x="346024" y="2307523"/>
                  <a:pt x="345269" y="2313151"/>
                  <a:pt x="345269" y="2318149"/>
                </a:cubicBezTo>
                <a:cubicBezTo>
                  <a:pt x="345269" y="2323861"/>
                  <a:pt x="346248" y="2328686"/>
                  <a:pt x="348207" y="2332621"/>
                </a:cubicBezTo>
                <a:cubicBezTo>
                  <a:pt x="350166" y="2336556"/>
                  <a:pt x="355069" y="2343368"/>
                  <a:pt x="362917" y="2353056"/>
                </a:cubicBezTo>
                <a:cubicBezTo>
                  <a:pt x="363619" y="2353947"/>
                  <a:pt x="364932" y="2356913"/>
                  <a:pt x="366856" y="2361953"/>
                </a:cubicBezTo>
                <a:lnTo>
                  <a:pt x="283391" y="2361953"/>
                </a:lnTo>
                <a:lnTo>
                  <a:pt x="279038" y="2352130"/>
                </a:lnTo>
                <a:lnTo>
                  <a:pt x="350075" y="2352130"/>
                </a:lnTo>
                <a:lnTo>
                  <a:pt x="348472" y="2350046"/>
                </a:lnTo>
                <a:lnTo>
                  <a:pt x="271450" y="2350046"/>
                </a:lnTo>
                <a:cubicBezTo>
                  <a:pt x="285944" y="2339371"/>
                  <a:pt x="297141" y="2328120"/>
                  <a:pt x="305041" y="2316293"/>
                </a:cubicBezTo>
                <a:cubicBezTo>
                  <a:pt x="310966" y="2307423"/>
                  <a:pt x="316949" y="2294622"/>
                  <a:pt x="322989" y="2277892"/>
                </a:cubicBezTo>
                <a:lnTo>
                  <a:pt x="328804" y="2260581"/>
                </a:lnTo>
                <a:lnTo>
                  <a:pt x="306908" y="2254120"/>
                </a:lnTo>
                <a:cubicBezTo>
                  <a:pt x="312448" y="2243586"/>
                  <a:pt x="317124" y="2233449"/>
                  <a:pt x="320938" y="2223710"/>
                </a:cubicBezTo>
                <a:cubicBezTo>
                  <a:pt x="324634" y="2225549"/>
                  <a:pt x="326866" y="2226844"/>
                  <a:pt x="327635" y="2227596"/>
                </a:cubicBezTo>
                <a:lnTo>
                  <a:pt x="334462" y="2234844"/>
                </a:lnTo>
                <a:cubicBezTo>
                  <a:pt x="336087" y="2235799"/>
                  <a:pt x="337271" y="2237098"/>
                  <a:pt x="338013" y="2238739"/>
                </a:cubicBezTo>
                <a:lnTo>
                  <a:pt x="339011" y="2236198"/>
                </a:lnTo>
                <a:lnTo>
                  <a:pt x="337583" y="2235537"/>
                </a:lnTo>
                <a:cubicBezTo>
                  <a:pt x="333013" y="2231518"/>
                  <a:pt x="329192" y="2228288"/>
                  <a:pt x="326121" y="2225847"/>
                </a:cubicBezTo>
                <a:lnTo>
                  <a:pt x="323691" y="2223073"/>
                </a:lnTo>
                <a:lnTo>
                  <a:pt x="328289" y="2216267"/>
                </a:lnTo>
                <a:cubicBezTo>
                  <a:pt x="335158" y="2220077"/>
                  <a:pt x="339935" y="2224017"/>
                  <a:pt x="342620" y="2228087"/>
                </a:cubicBezTo>
                <a:lnTo>
                  <a:pt x="360754" y="2177176"/>
                </a:lnTo>
                <a:close/>
                <a:moveTo>
                  <a:pt x="963501" y="1831957"/>
                </a:moveTo>
                <a:lnTo>
                  <a:pt x="963501" y="1913036"/>
                </a:lnTo>
                <a:cubicBezTo>
                  <a:pt x="963501" y="1939374"/>
                  <a:pt x="965122" y="1956355"/>
                  <a:pt x="968363" y="1963981"/>
                </a:cubicBezTo>
                <a:lnTo>
                  <a:pt x="971521" y="1967739"/>
                </a:lnTo>
                <a:lnTo>
                  <a:pt x="966924" y="1955159"/>
                </a:lnTo>
                <a:cubicBezTo>
                  <a:pt x="965833" y="1950033"/>
                  <a:pt x="965287" y="1944261"/>
                  <a:pt x="965287" y="1937844"/>
                </a:cubicBezTo>
                <a:lnTo>
                  <a:pt x="965436" y="1924126"/>
                </a:lnTo>
                <a:lnTo>
                  <a:pt x="965436" y="1845080"/>
                </a:lnTo>
                <a:close/>
                <a:moveTo>
                  <a:pt x="1554660" y="1537096"/>
                </a:moveTo>
                <a:cubicBezTo>
                  <a:pt x="1554556" y="1539051"/>
                  <a:pt x="1553569" y="1542941"/>
                  <a:pt x="1551700" y="1548765"/>
                </a:cubicBezTo>
                <a:lnTo>
                  <a:pt x="1546909" y="1563650"/>
                </a:lnTo>
                <a:cubicBezTo>
                  <a:pt x="1544428" y="1571228"/>
                  <a:pt x="1543186" y="1577533"/>
                  <a:pt x="1543186" y="1582566"/>
                </a:cubicBezTo>
                <a:cubicBezTo>
                  <a:pt x="1543186" y="1587623"/>
                  <a:pt x="1544008" y="1591758"/>
                  <a:pt x="1545652" y="1594970"/>
                </a:cubicBezTo>
                <a:lnTo>
                  <a:pt x="1547156" y="1597181"/>
                </a:lnTo>
                <a:lnTo>
                  <a:pt x="1544824" y="1585196"/>
                </a:lnTo>
                <a:cubicBezTo>
                  <a:pt x="1544824" y="1574829"/>
                  <a:pt x="1548884" y="1560268"/>
                  <a:pt x="1557004" y="1541515"/>
                </a:cubicBezTo>
                <a:close/>
                <a:moveTo>
                  <a:pt x="754560" y="1908571"/>
                </a:moveTo>
                <a:cubicBezTo>
                  <a:pt x="754456" y="1910526"/>
                  <a:pt x="753470" y="1914416"/>
                  <a:pt x="751600" y="1920240"/>
                </a:cubicBezTo>
                <a:lnTo>
                  <a:pt x="746810" y="1935126"/>
                </a:lnTo>
                <a:cubicBezTo>
                  <a:pt x="744327" y="1942703"/>
                  <a:pt x="743086" y="1949008"/>
                  <a:pt x="743086" y="1954041"/>
                </a:cubicBezTo>
                <a:cubicBezTo>
                  <a:pt x="743086" y="1959098"/>
                  <a:pt x="743908" y="1963233"/>
                  <a:pt x="745553" y="1966446"/>
                </a:cubicBezTo>
                <a:lnTo>
                  <a:pt x="747057" y="1968656"/>
                </a:lnTo>
                <a:lnTo>
                  <a:pt x="744724" y="1956671"/>
                </a:lnTo>
                <a:cubicBezTo>
                  <a:pt x="744724" y="1946304"/>
                  <a:pt x="748784" y="1931744"/>
                  <a:pt x="756904" y="1912990"/>
                </a:cubicBezTo>
                <a:close/>
                <a:moveTo>
                  <a:pt x="926233" y="1794918"/>
                </a:moveTo>
                <a:lnTo>
                  <a:pt x="1006242" y="1794918"/>
                </a:lnTo>
                <a:lnTo>
                  <a:pt x="985490" y="1812772"/>
                </a:lnTo>
                <a:lnTo>
                  <a:pt x="1050119" y="1946539"/>
                </a:lnTo>
                <a:lnTo>
                  <a:pt x="1050119" y="1932767"/>
                </a:lnTo>
                <a:lnTo>
                  <a:pt x="989471" y="1813151"/>
                </a:lnTo>
                <a:lnTo>
                  <a:pt x="1013344" y="1797252"/>
                </a:lnTo>
                <a:lnTo>
                  <a:pt x="1018809" y="1803455"/>
                </a:lnTo>
                <a:lnTo>
                  <a:pt x="1000689" y="1816240"/>
                </a:lnTo>
                <a:lnTo>
                  <a:pt x="1050119" y="1921150"/>
                </a:lnTo>
                <a:lnTo>
                  <a:pt x="1050119" y="1855979"/>
                </a:lnTo>
                <a:lnTo>
                  <a:pt x="1050119" y="1848245"/>
                </a:lnTo>
                <a:cubicBezTo>
                  <a:pt x="1050119" y="1831833"/>
                  <a:pt x="1048849" y="1821024"/>
                  <a:pt x="1046310" y="1815818"/>
                </a:cubicBezTo>
                <a:cubicBezTo>
                  <a:pt x="1043770" y="1810611"/>
                  <a:pt x="1036808" y="1803644"/>
                  <a:pt x="1025423" y="1794918"/>
                </a:cubicBezTo>
                <a:lnTo>
                  <a:pt x="1097767" y="1794918"/>
                </a:lnTo>
                <a:cubicBezTo>
                  <a:pt x="1086064" y="1804138"/>
                  <a:pt x="1078735" y="1810941"/>
                  <a:pt x="1075780" y="1815330"/>
                </a:cubicBezTo>
                <a:cubicBezTo>
                  <a:pt x="1071274" y="1822182"/>
                  <a:pt x="1069020" y="1832764"/>
                  <a:pt x="1069020" y="1847077"/>
                </a:cubicBezTo>
                <a:lnTo>
                  <a:pt x="1069020" y="1856563"/>
                </a:lnTo>
                <a:lnTo>
                  <a:pt x="1069020" y="1988097"/>
                </a:lnTo>
                <a:lnTo>
                  <a:pt x="1039424" y="1988096"/>
                </a:lnTo>
                <a:lnTo>
                  <a:pt x="975407" y="1854430"/>
                </a:lnTo>
                <a:lnTo>
                  <a:pt x="975407" y="1928630"/>
                </a:lnTo>
                <a:lnTo>
                  <a:pt x="975214" y="1937093"/>
                </a:lnTo>
                <a:lnTo>
                  <a:pt x="976951" y="1957892"/>
                </a:lnTo>
                <a:cubicBezTo>
                  <a:pt x="978720" y="1966717"/>
                  <a:pt x="982812" y="1973296"/>
                  <a:pt x="989227" y="1977625"/>
                </a:cubicBezTo>
                <a:lnTo>
                  <a:pt x="990092" y="1980019"/>
                </a:lnTo>
                <a:lnTo>
                  <a:pt x="992099" y="1980932"/>
                </a:lnTo>
                <a:lnTo>
                  <a:pt x="1006242" y="2000003"/>
                </a:lnTo>
                <a:lnTo>
                  <a:pt x="922241" y="2000003"/>
                </a:lnTo>
                <a:lnTo>
                  <a:pt x="918645" y="1990180"/>
                </a:lnTo>
                <a:lnTo>
                  <a:pt x="991811" y="1990180"/>
                </a:lnTo>
                <a:lnTo>
                  <a:pt x="985881" y="1988097"/>
                </a:lnTo>
                <a:lnTo>
                  <a:pt x="916167" y="1988097"/>
                </a:lnTo>
                <a:cubicBezTo>
                  <a:pt x="928614" y="1980232"/>
                  <a:pt x="936638" y="1972968"/>
                  <a:pt x="940240" y="1966306"/>
                </a:cubicBezTo>
                <a:cubicBezTo>
                  <a:pt x="943841" y="1959644"/>
                  <a:pt x="945642" y="1947821"/>
                  <a:pt x="945641" y="1930837"/>
                </a:cubicBezTo>
                <a:lnTo>
                  <a:pt x="945642" y="1815565"/>
                </a:lnTo>
                <a:close/>
                <a:moveTo>
                  <a:pt x="1715783" y="1423443"/>
                </a:moveTo>
                <a:lnTo>
                  <a:pt x="1791695" y="1423443"/>
                </a:lnTo>
                <a:lnTo>
                  <a:pt x="1771042" y="1447606"/>
                </a:lnTo>
                <a:lnTo>
                  <a:pt x="1771042" y="1599379"/>
                </a:lnTo>
                <a:lnTo>
                  <a:pt x="1768754" y="1599378"/>
                </a:lnTo>
                <a:lnTo>
                  <a:pt x="1772679" y="1599697"/>
                </a:lnTo>
                <a:lnTo>
                  <a:pt x="1772679" y="1446620"/>
                </a:lnTo>
                <a:lnTo>
                  <a:pt x="1792034" y="1428989"/>
                </a:lnTo>
                <a:lnTo>
                  <a:pt x="1796657" y="1435582"/>
                </a:lnTo>
                <a:lnTo>
                  <a:pt x="1782502" y="1450769"/>
                </a:lnTo>
                <a:lnTo>
                  <a:pt x="1782502" y="1600118"/>
                </a:lnTo>
                <a:cubicBezTo>
                  <a:pt x="1784604" y="1600306"/>
                  <a:pt x="1787746" y="1600400"/>
                  <a:pt x="1791927" y="1600399"/>
                </a:cubicBezTo>
                <a:cubicBezTo>
                  <a:pt x="1806666" y="1600399"/>
                  <a:pt x="1817715" y="1597218"/>
                  <a:pt x="1825075" y="1590853"/>
                </a:cubicBezTo>
                <a:cubicBezTo>
                  <a:pt x="1832435" y="1584489"/>
                  <a:pt x="1838094" y="1572942"/>
                  <a:pt x="1842052" y="1556209"/>
                </a:cubicBezTo>
                <a:cubicBezTo>
                  <a:pt x="1853633" y="1583715"/>
                  <a:pt x="1864378" y="1603852"/>
                  <a:pt x="1874287" y="1616622"/>
                </a:cubicBezTo>
                <a:lnTo>
                  <a:pt x="1715783" y="1616622"/>
                </a:lnTo>
                <a:lnTo>
                  <a:pt x="1735919" y="1595704"/>
                </a:lnTo>
                <a:lnTo>
                  <a:pt x="1735919" y="1446330"/>
                </a:lnTo>
                <a:close/>
                <a:moveTo>
                  <a:pt x="1589184" y="1476244"/>
                </a:moveTo>
                <a:lnTo>
                  <a:pt x="1576240" y="1514988"/>
                </a:lnTo>
                <a:cubicBezTo>
                  <a:pt x="1576808" y="1515329"/>
                  <a:pt x="1577141" y="1515600"/>
                  <a:pt x="1577240" y="1515802"/>
                </a:cubicBezTo>
                <a:lnTo>
                  <a:pt x="1581356" y="1521074"/>
                </a:lnTo>
                <a:cubicBezTo>
                  <a:pt x="1583513" y="1523209"/>
                  <a:pt x="1585762" y="1525750"/>
                  <a:pt x="1588103" y="1528699"/>
                </a:cubicBezTo>
                <a:lnTo>
                  <a:pt x="1595337" y="1538677"/>
                </a:lnTo>
                <a:lnTo>
                  <a:pt x="1606180" y="1526130"/>
                </a:lnTo>
                <a:close/>
                <a:moveTo>
                  <a:pt x="789084" y="1847719"/>
                </a:moveTo>
                <a:lnTo>
                  <a:pt x="776140" y="1886463"/>
                </a:lnTo>
                <a:cubicBezTo>
                  <a:pt x="776708" y="1886804"/>
                  <a:pt x="777041" y="1887076"/>
                  <a:pt x="777140" y="1887277"/>
                </a:cubicBezTo>
                <a:lnTo>
                  <a:pt x="781256" y="1892549"/>
                </a:lnTo>
                <a:cubicBezTo>
                  <a:pt x="783414" y="1894684"/>
                  <a:pt x="785662" y="1897225"/>
                  <a:pt x="788003" y="1900174"/>
                </a:cubicBezTo>
                <a:lnTo>
                  <a:pt x="795237" y="1910152"/>
                </a:lnTo>
                <a:lnTo>
                  <a:pt x="806080" y="1897605"/>
                </a:lnTo>
                <a:close/>
                <a:moveTo>
                  <a:pt x="1582570" y="1459315"/>
                </a:moveTo>
                <a:lnTo>
                  <a:pt x="1562523" y="1516960"/>
                </a:lnTo>
                <a:cubicBezTo>
                  <a:pt x="1569448" y="1523785"/>
                  <a:pt x="1575608" y="1530925"/>
                  <a:pt x="1581003" y="1538380"/>
                </a:cubicBezTo>
                <a:lnTo>
                  <a:pt x="1586889" y="1546572"/>
                </a:lnTo>
                <a:lnTo>
                  <a:pt x="1587609" y="1545698"/>
                </a:lnTo>
                <a:cubicBezTo>
                  <a:pt x="1587935" y="1545264"/>
                  <a:pt x="1588337" y="1545062"/>
                  <a:pt x="1588816" y="1545093"/>
                </a:cubicBezTo>
                <a:cubicBezTo>
                  <a:pt x="1582452" y="1536056"/>
                  <a:pt x="1574523" y="1526935"/>
                  <a:pt x="1565029" y="1517732"/>
                </a:cubicBezTo>
                <a:lnTo>
                  <a:pt x="1583707" y="1467617"/>
                </a:lnTo>
                <a:close/>
                <a:moveTo>
                  <a:pt x="782470" y="1830790"/>
                </a:moveTo>
                <a:lnTo>
                  <a:pt x="762422" y="1888435"/>
                </a:lnTo>
                <a:cubicBezTo>
                  <a:pt x="769348" y="1895260"/>
                  <a:pt x="775508" y="1902399"/>
                  <a:pt x="780903" y="1909855"/>
                </a:cubicBezTo>
                <a:lnTo>
                  <a:pt x="786789" y="1918047"/>
                </a:lnTo>
                <a:lnTo>
                  <a:pt x="787509" y="1917173"/>
                </a:lnTo>
                <a:cubicBezTo>
                  <a:pt x="787835" y="1916739"/>
                  <a:pt x="788237" y="1916537"/>
                  <a:pt x="788716" y="1916568"/>
                </a:cubicBezTo>
                <a:cubicBezTo>
                  <a:pt x="782352" y="1907530"/>
                  <a:pt x="774423" y="1898410"/>
                  <a:pt x="764929" y="1889207"/>
                </a:cubicBezTo>
                <a:lnTo>
                  <a:pt x="783607" y="1839092"/>
                </a:lnTo>
                <a:close/>
                <a:moveTo>
                  <a:pt x="1554962" y="1423443"/>
                </a:moveTo>
                <a:lnTo>
                  <a:pt x="1628332" y="1423443"/>
                </a:lnTo>
                <a:lnTo>
                  <a:pt x="1613157" y="1444311"/>
                </a:lnTo>
                <a:lnTo>
                  <a:pt x="1635609" y="1504294"/>
                </a:lnTo>
                <a:lnTo>
                  <a:pt x="1636823" y="1502699"/>
                </a:lnTo>
                <a:lnTo>
                  <a:pt x="1615226" y="1445962"/>
                </a:lnTo>
                <a:lnTo>
                  <a:pt x="1632820" y="1425778"/>
                </a:lnTo>
                <a:lnTo>
                  <a:pt x="1640590" y="1429268"/>
                </a:lnTo>
                <a:lnTo>
                  <a:pt x="1625854" y="1448053"/>
                </a:lnTo>
                <a:lnTo>
                  <a:pt x="1644043" y="1497357"/>
                </a:lnTo>
                <a:lnTo>
                  <a:pt x="1647480" y="1494441"/>
                </a:lnTo>
                <a:cubicBezTo>
                  <a:pt x="1650675" y="1491884"/>
                  <a:pt x="1653912" y="1489818"/>
                  <a:pt x="1657191" y="1488241"/>
                </a:cubicBezTo>
                <a:cubicBezTo>
                  <a:pt x="1660606" y="1500681"/>
                  <a:pt x="1664995" y="1512587"/>
                  <a:pt x="1670358" y="1523962"/>
                </a:cubicBezTo>
                <a:cubicBezTo>
                  <a:pt x="1665270" y="1523723"/>
                  <a:pt x="1662185" y="1523604"/>
                  <a:pt x="1661105" y="1523604"/>
                </a:cubicBezTo>
                <a:cubicBezTo>
                  <a:pt x="1652543" y="1523604"/>
                  <a:pt x="1646824" y="1524463"/>
                  <a:pt x="1643948" y="1526181"/>
                </a:cubicBezTo>
                <a:lnTo>
                  <a:pt x="1669902" y="1594984"/>
                </a:lnTo>
                <a:lnTo>
                  <a:pt x="1671312" y="1596349"/>
                </a:lnTo>
                <a:lnTo>
                  <a:pt x="1646308" y="1527766"/>
                </a:lnTo>
                <a:cubicBezTo>
                  <a:pt x="1651377" y="1526182"/>
                  <a:pt x="1656164" y="1525390"/>
                  <a:pt x="1660668" y="1525390"/>
                </a:cubicBezTo>
                <a:lnTo>
                  <a:pt x="1673272" y="1526584"/>
                </a:lnTo>
                <a:lnTo>
                  <a:pt x="1660900" y="1492473"/>
                </a:lnTo>
                <a:lnTo>
                  <a:pt x="1671155" y="1496411"/>
                </a:lnTo>
                <a:cubicBezTo>
                  <a:pt x="1673439" y="1505751"/>
                  <a:pt x="1678913" y="1519362"/>
                  <a:pt x="1687578" y="1537243"/>
                </a:cubicBezTo>
                <a:cubicBezTo>
                  <a:pt x="1683074" y="1536953"/>
                  <a:pt x="1680723" y="1536808"/>
                  <a:pt x="1680525" y="1536808"/>
                </a:cubicBezTo>
                <a:lnTo>
                  <a:pt x="1668704" y="1535789"/>
                </a:lnTo>
                <a:lnTo>
                  <a:pt x="1657565" y="1535080"/>
                </a:lnTo>
                <a:lnTo>
                  <a:pt x="1681373" y="1595134"/>
                </a:lnTo>
                <a:lnTo>
                  <a:pt x="1714427" y="1628528"/>
                </a:lnTo>
                <a:lnTo>
                  <a:pt x="1625216" y="1628528"/>
                </a:lnTo>
                <a:lnTo>
                  <a:pt x="1621063" y="1618706"/>
                </a:lnTo>
                <a:lnTo>
                  <a:pt x="1698549" y="1618705"/>
                </a:lnTo>
                <a:lnTo>
                  <a:pt x="1682680" y="1607357"/>
                </a:lnTo>
                <a:lnTo>
                  <a:pt x="1692247" y="1616622"/>
                </a:lnTo>
                <a:lnTo>
                  <a:pt x="1612454" y="1616622"/>
                </a:lnTo>
                <a:lnTo>
                  <a:pt x="1632593" y="1595818"/>
                </a:lnTo>
                <a:lnTo>
                  <a:pt x="1618256" y="1557086"/>
                </a:lnTo>
                <a:cubicBezTo>
                  <a:pt x="1609979" y="1567110"/>
                  <a:pt x="1602642" y="1577374"/>
                  <a:pt x="1596244" y="1587877"/>
                </a:cubicBezTo>
                <a:lnTo>
                  <a:pt x="1588377" y="1585910"/>
                </a:lnTo>
                <a:lnTo>
                  <a:pt x="1615096" y="1549775"/>
                </a:lnTo>
                <a:lnTo>
                  <a:pt x="1614282" y="1547163"/>
                </a:lnTo>
                <a:cubicBezTo>
                  <a:pt x="1605056" y="1556124"/>
                  <a:pt x="1595883" y="1567311"/>
                  <a:pt x="1586763" y="1580726"/>
                </a:cubicBezTo>
                <a:lnTo>
                  <a:pt x="1581500" y="1575099"/>
                </a:lnTo>
                <a:lnTo>
                  <a:pt x="1563334" y="1549212"/>
                </a:lnTo>
                <a:lnTo>
                  <a:pt x="1557210" y="1567838"/>
                </a:lnTo>
                <a:cubicBezTo>
                  <a:pt x="1555699" y="1574097"/>
                  <a:pt x="1554944" y="1579726"/>
                  <a:pt x="1554944" y="1584724"/>
                </a:cubicBezTo>
                <a:cubicBezTo>
                  <a:pt x="1554944" y="1590437"/>
                  <a:pt x="1555923" y="1595260"/>
                  <a:pt x="1557882" y="1599196"/>
                </a:cubicBezTo>
                <a:cubicBezTo>
                  <a:pt x="1559841" y="1603131"/>
                  <a:pt x="1564744" y="1609943"/>
                  <a:pt x="1572592" y="1619631"/>
                </a:cubicBezTo>
                <a:cubicBezTo>
                  <a:pt x="1573294" y="1620522"/>
                  <a:pt x="1574607" y="1623488"/>
                  <a:pt x="1576531" y="1628528"/>
                </a:cubicBezTo>
                <a:lnTo>
                  <a:pt x="1493066" y="1628528"/>
                </a:lnTo>
                <a:lnTo>
                  <a:pt x="1488713" y="1618705"/>
                </a:lnTo>
                <a:lnTo>
                  <a:pt x="1559750" y="1618705"/>
                </a:lnTo>
                <a:lnTo>
                  <a:pt x="1558147" y="1616622"/>
                </a:lnTo>
                <a:lnTo>
                  <a:pt x="1481125" y="1616622"/>
                </a:lnTo>
                <a:cubicBezTo>
                  <a:pt x="1495619" y="1605947"/>
                  <a:pt x="1506816" y="1594695"/>
                  <a:pt x="1514716" y="1582868"/>
                </a:cubicBezTo>
                <a:cubicBezTo>
                  <a:pt x="1520641" y="1573998"/>
                  <a:pt x="1526624" y="1561197"/>
                  <a:pt x="1532664" y="1544467"/>
                </a:cubicBezTo>
                <a:lnTo>
                  <a:pt x="1538479" y="1527156"/>
                </a:lnTo>
                <a:lnTo>
                  <a:pt x="1516584" y="1520695"/>
                </a:lnTo>
                <a:cubicBezTo>
                  <a:pt x="1522123" y="1510161"/>
                  <a:pt x="1526799" y="1500024"/>
                  <a:pt x="1530613" y="1490285"/>
                </a:cubicBezTo>
                <a:cubicBezTo>
                  <a:pt x="1534309" y="1492124"/>
                  <a:pt x="1536541" y="1493419"/>
                  <a:pt x="1537310" y="1494171"/>
                </a:cubicBezTo>
                <a:lnTo>
                  <a:pt x="1544137" y="1501419"/>
                </a:lnTo>
                <a:cubicBezTo>
                  <a:pt x="1545762" y="1502375"/>
                  <a:pt x="1546946" y="1503673"/>
                  <a:pt x="1547688" y="1505314"/>
                </a:cubicBezTo>
                <a:lnTo>
                  <a:pt x="1548686" y="1502773"/>
                </a:lnTo>
                <a:lnTo>
                  <a:pt x="1547258" y="1502113"/>
                </a:lnTo>
                <a:cubicBezTo>
                  <a:pt x="1542688" y="1498092"/>
                  <a:pt x="1538867" y="1494862"/>
                  <a:pt x="1535796" y="1492422"/>
                </a:cubicBezTo>
                <a:lnTo>
                  <a:pt x="1533366" y="1489648"/>
                </a:lnTo>
                <a:lnTo>
                  <a:pt x="1537963" y="1482842"/>
                </a:lnTo>
                <a:cubicBezTo>
                  <a:pt x="1544833" y="1486652"/>
                  <a:pt x="1549610" y="1490592"/>
                  <a:pt x="1552295" y="1494661"/>
                </a:cubicBezTo>
                <a:lnTo>
                  <a:pt x="1570429" y="1443751"/>
                </a:lnTo>
                <a:close/>
                <a:moveTo>
                  <a:pt x="754862" y="1794917"/>
                </a:moveTo>
                <a:lnTo>
                  <a:pt x="828232" y="1794918"/>
                </a:lnTo>
                <a:lnTo>
                  <a:pt x="813057" y="1815787"/>
                </a:lnTo>
                <a:lnTo>
                  <a:pt x="835509" y="1875769"/>
                </a:lnTo>
                <a:lnTo>
                  <a:pt x="836723" y="1874173"/>
                </a:lnTo>
                <a:lnTo>
                  <a:pt x="815126" y="1817437"/>
                </a:lnTo>
                <a:lnTo>
                  <a:pt x="832721" y="1797252"/>
                </a:lnTo>
                <a:lnTo>
                  <a:pt x="840490" y="1800743"/>
                </a:lnTo>
                <a:lnTo>
                  <a:pt x="825753" y="1819528"/>
                </a:lnTo>
                <a:lnTo>
                  <a:pt x="843943" y="1868832"/>
                </a:lnTo>
                <a:lnTo>
                  <a:pt x="847380" y="1865915"/>
                </a:lnTo>
                <a:cubicBezTo>
                  <a:pt x="850575" y="1863359"/>
                  <a:pt x="853812" y="1861293"/>
                  <a:pt x="857091" y="1859716"/>
                </a:cubicBezTo>
                <a:cubicBezTo>
                  <a:pt x="860506" y="1872156"/>
                  <a:pt x="864895" y="1884063"/>
                  <a:pt x="870258" y="1895437"/>
                </a:cubicBezTo>
                <a:cubicBezTo>
                  <a:pt x="865170" y="1895198"/>
                  <a:pt x="862085" y="1895079"/>
                  <a:pt x="861005" y="1895079"/>
                </a:cubicBezTo>
                <a:cubicBezTo>
                  <a:pt x="852443" y="1895079"/>
                  <a:pt x="846724" y="1895938"/>
                  <a:pt x="843848" y="1897656"/>
                </a:cubicBezTo>
                <a:lnTo>
                  <a:pt x="869802" y="1966459"/>
                </a:lnTo>
                <a:lnTo>
                  <a:pt x="871212" y="1967824"/>
                </a:lnTo>
                <a:lnTo>
                  <a:pt x="846208" y="1899242"/>
                </a:lnTo>
                <a:cubicBezTo>
                  <a:pt x="851278" y="1897657"/>
                  <a:pt x="856064" y="1896865"/>
                  <a:pt x="860568" y="1896865"/>
                </a:cubicBezTo>
                <a:lnTo>
                  <a:pt x="873172" y="1898059"/>
                </a:lnTo>
                <a:lnTo>
                  <a:pt x="860800" y="1863948"/>
                </a:lnTo>
                <a:lnTo>
                  <a:pt x="871055" y="1867886"/>
                </a:lnTo>
                <a:cubicBezTo>
                  <a:pt x="873339" y="1877226"/>
                  <a:pt x="878813" y="1890837"/>
                  <a:pt x="887478" y="1908718"/>
                </a:cubicBezTo>
                <a:cubicBezTo>
                  <a:pt x="882974" y="1908428"/>
                  <a:pt x="880623" y="1908283"/>
                  <a:pt x="880424" y="1908283"/>
                </a:cubicBezTo>
                <a:lnTo>
                  <a:pt x="868604" y="1907264"/>
                </a:lnTo>
                <a:lnTo>
                  <a:pt x="857466" y="1906555"/>
                </a:lnTo>
                <a:lnTo>
                  <a:pt x="881273" y="1966610"/>
                </a:lnTo>
                <a:lnTo>
                  <a:pt x="914327" y="2000003"/>
                </a:lnTo>
                <a:lnTo>
                  <a:pt x="825116" y="2000003"/>
                </a:lnTo>
                <a:lnTo>
                  <a:pt x="820963" y="1990180"/>
                </a:lnTo>
                <a:lnTo>
                  <a:pt x="898449" y="1990180"/>
                </a:lnTo>
                <a:lnTo>
                  <a:pt x="882581" y="1978833"/>
                </a:lnTo>
                <a:lnTo>
                  <a:pt x="892147" y="1988097"/>
                </a:lnTo>
                <a:lnTo>
                  <a:pt x="812354" y="1988096"/>
                </a:lnTo>
                <a:lnTo>
                  <a:pt x="832493" y="1967293"/>
                </a:lnTo>
                <a:lnTo>
                  <a:pt x="818156" y="1928561"/>
                </a:lnTo>
                <a:cubicBezTo>
                  <a:pt x="809879" y="1938585"/>
                  <a:pt x="802542" y="1948849"/>
                  <a:pt x="796144" y="1959352"/>
                </a:cubicBezTo>
                <a:lnTo>
                  <a:pt x="788277" y="1957384"/>
                </a:lnTo>
                <a:lnTo>
                  <a:pt x="814996" y="1921250"/>
                </a:lnTo>
                <a:lnTo>
                  <a:pt x="814182" y="1918638"/>
                </a:lnTo>
                <a:cubicBezTo>
                  <a:pt x="804956" y="1927599"/>
                  <a:pt x="795783" y="1938787"/>
                  <a:pt x="786663" y="1952201"/>
                </a:cubicBezTo>
                <a:lnTo>
                  <a:pt x="781400" y="1946574"/>
                </a:lnTo>
                <a:lnTo>
                  <a:pt x="763234" y="1920687"/>
                </a:lnTo>
                <a:lnTo>
                  <a:pt x="757110" y="1939313"/>
                </a:lnTo>
                <a:cubicBezTo>
                  <a:pt x="755599" y="1945572"/>
                  <a:pt x="754844" y="1951201"/>
                  <a:pt x="754844" y="1956199"/>
                </a:cubicBezTo>
                <a:cubicBezTo>
                  <a:pt x="754844" y="1961911"/>
                  <a:pt x="755823" y="1966735"/>
                  <a:pt x="757782" y="1970671"/>
                </a:cubicBezTo>
                <a:cubicBezTo>
                  <a:pt x="759741" y="1974606"/>
                  <a:pt x="764644" y="1981418"/>
                  <a:pt x="772492" y="1991106"/>
                </a:cubicBezTo>
                <a:cubicBezTo>
                  <a:pt x="773194" y="1991997"/>
                  <a:pt x="774507" y="1994963"/>
                  <a:pt x="776431" y="2000003"/>
                </a:cubicBezTo>
                <a:lnTo>
                  <a:pt x="692966" y="2000003"/>
                </a:lnTo>
                <a:lnTo>
                  <a:pt x="688613" y="1990181"/>
                </a:lnTo>
                <a:lnTo>
                  <a:pt x="759649" y="1990180"/>
                </a:lnTo>
                <a:lnTo>
                  <a:pt x="758047" y="1988097"/>
                </a:lnTo>
                <a:lnTo>
                  <a:pt x="681025" y="1988097"/>
                </a:lnTo>
                <a:cubicBezTo>
                  <a:pt x="695519" y="1977421"/>
                  <a:pt x="706716" y="1966170"/>
                  <a:pt x="714616" y="1954343"/>
                </a:cubicBezTo>
                <a:cubicBezTo>
                  <a:pt x="720541" y="1945472"/>
                  <a:pt x="726524" y="1932672"/>
                  <a:pt x="732564" y="1915942"/>
                </a:cubicBezTo>
                <a:lnTo>
                  <a:pt x="738379" y="1898631"/>
                </a:lnTo>
                <a:lnTo>
                  <a:pt x="716483" y="1892170"/>
                </a:lnTo>
                <a:cubicBezTo>
                  <a:pt x="722023" y="1881636"/>
                  <a:pt x="726699" y="1871499"/>
                  <a:pt x="730513" y="1861760"/>
                </a:cubicBezTo>
                <a:cubicBezTo>
                  <a:pt x="734209" y="1863599"/>
                  <a:pt x="736441" y="1864894"/>
                  <a:pt x="737210" y="1865646"/>
                </a:cubicBezTo>
                <a:lnTo>
                  <a:pt x="744038" y="1872894"/>
                </a:lnTo>
                <a:cubicBezTo>
                  <a:pt x="745662" y="1873849"/>
                  <a:pt x="746846" y="1875148"/>
                  <a:pt x="747588" y="1876789"/>
                </a:cubicBezTo>
                <a:lnTo>
                  <a:pt x="748586" y="1874248"/>
                </a:lnTo>
                <a:lnTo>
                  <a:pt x="747158" y="1873587"/>
                </a:lnTo>
                <a:cubicBezTo>
                  <a:pt x="742588" y="1869567"/>
                  <a:pt x="738767" y="1866337"/>
                  <a:pt x="735696" y="1863897"/>
                </a:cubicBezTo>
                <a:lnTo>
                  <a:pt x="733266" y="1861123"/>
                </a:lnTo>
                <a:lnTo>
                  <a:pt x="737863" y="1854316"/>
                </a:lnTo>
                <a:cubicBezTo>
                  <a:pt x="744733" y="1858127"/>
                  <a:pt x="749510" y="1862067"/>
                  <a:pt x="752195" y="1866137"/>
                </a:cubicBezTo>
                <a:lnTo>
                  <a:pt x="770329" y="1815226"/>
                </a:lnTo>
                <a:close/>
                <a:moveTo>
                  <a:pt x="1061509" y="1616622"/>
                </a:moveTo>
                <a:lnTo>
                  <a:pt x="1063736" y="1618706"/>
                </a:lnTo>
                <a:lnTo>
                  <a:pt x="1131125" y="1618705"/>
                </a:lnTo>
                <a:lnTo>
                  <a:pt x="1129522" y="1616622"/>
                </a:lnTo>
                <a:close/>
                <a:moveTo>
                  <a:pt x="1503747" y="1380834"/>
                </a:moveTo>
                <a:lnTo>
                  <a:pt x="1503747" y="1391003"/>
                </a:lnTo>
                <a:lnTo>
                  <a:pt x="1501361" y="1393394"/>
                </a:lnTo>
                <a:cubicBezTo>
                  <a:pt x="1493306" y="1401069"/>
                  <a:pt x="1486388" y="1408730"/>
                  <a:pt x="1480609" y="1416378"/>
                </a:cubicBezTo>
                <a:cubicBezTo>
                  <a:pt x="1474829" y="1424026"/>
                  <a:pt x="1466143" y="1437062"/>
                  <a:pt x="1454550" y="1455488"/>
                </a:cubicBezTo>
                <a:lnTo>
                  <a:pt x="1402246" y="1537899"/>
                </a:lnTo>
                <a:lnTo>
                  <a:pt x="1402246" y="1593270"/>
                </a:lnTo>
                <a:lnTo>
                  <a:pt x="1428205" y="1628528"/>
                </a:lnTo>
                <a:lnTo>
                  <a:pt x="1331853" y="1628528"/>
                </a:lnTo>
                <a:lnTo>
                  <a:pt x="1329090" y="1618705"/>
                </a:lnTo>
                <a:lnTo>
                  <a:pt x="1414373" y="1618705"/>
                </a:lnTo>
                <a:lnTo>
                  <a:pt x="1392275" y="1595344"/>
                </a:lnTo>
                <a:lnTo>
                  <a:pt x="1392275" y="1535096"/>
                </a:lnTo>
                <a:lnTo>
                  <a:pt x="1446471" y="1449504"/>
                </a:lnTo>
                <a:lnTo>
                  <a:pt x="1460608" y="1434682"/>
                </a:lnTo>
                <a:cubicBezTo>
                  <a:pt x="1472036" y="1411359"/>
                  <a:pt x="1486416" y="1393410"/>
                  <a:pt x="1503747" y="1380834"/>
                </a:cubicBezTo>
                <a:close/>
                <a:moveTo>
                  <a:pt x="694122" y="1752309"/>
                </a:moveTo>
                <a:lnTo>
                  <a:pt x="694122" y="1762478"/>
                </a:lnTo>
                <a:lnTo>
                  <a:pt x="691736" y="1764868"/>
                </a:lnTo>
                <a:cubicBezTo>
                  <a:pt x="683681" y="1772544"/>
                  <a:pt x="676763" y="1780205"/>
                  <a:pt x="670984" y="1787853"/>
                </a:cubicBezTo>
                <a:cubicBezTo>
                  <a:pt x="665204" y="1795500"/>
                  <a:pt x="656518" y="1808537"/>
                  <a:pt x="644925" y="1826962"/>
                </a:cubicBezTo>
                <a:lnTo>
                  <a:pt x="592621" y="1909373"/>
                </a:lnTo>
                <a:lnTo>
                  <a:pt x="592621" y="1964744"/>
                </a:lnTo>
                <a:lnTo>
                  <a:pt x="618580" y="2000003"/>
                </a:lnTo>
                <a:lnTo>
                  <a:pt x="522228" y="2000003"/>
                </a:lnTo>
                <a:lnTo>
                  <a:pt x="519465" y="1990180"/>
                </a:lnTo>
                <a:lnTo>
                  <a:pt x="604748" y="1990181"/>
                </a:lnTo>
                <a:lnTo>
                  <a:pt x="582650" y="1966819"/>
                </a:lnTo>
                <a:lnTo>
                  <a:pt x="582650" y="1906571"/>
                </a:lnTo>
                <a:lnTo>
                  <a:pt x="636846" y="1820979"/>
                </a:lnTo>
                <a:lnTo>
                  <a:pt x="650983" y="1806157"/>
                </a:lnTo>
                <a:cubicBezTo>
                  <a:pt x="662411" y="1782834"/>
                  <a:pt x="676791" y="1764885"/>
                  <a:pt x="694122" y="1752309"/>
                </a:cubicBezTo>
                <a:close/>
                <a:moveTo>
                  <a:pt x="1126035" y="1537096"/>
                </a:moveTo>
                <a:cubicBezTo>
                  <a:pt x="1125931" y="1539051"/>
                  <a:pt x="1124945" y="1542941"/>
                  <a:pt x="1123075" y="1548765"/>
                </a:cubicBezTo>
                <a:lnTo>
                  <a:pt x="1118284" y="1563651"/>
                </a:lnTo>
                <a:cubicBezTo>
                  <a:pt x="1115802" y="1571228"/>
                  <a:pt x="1114561" y="1577533"/>
                  <a:pt x="1114561" y="1582566"/>
                </a:cubicBezTo>
                <a:cubicBezTo>
                  <a:pt x="1114561" y="1587623"/>
                  <a:pt x="1115383" y="1591758"/>
                  <a:pt x="1117028" y="1594971"/>
                </a:cubicBezTo>
                <a:lnTo>
                  <a:pt x="1118531" y="1597181"/>
                </a:lnTo>
                <a:lnTo>
                  <a:pt x="1116199" y="1585195"/>
                </a:lnTo>
                <a:cubicBezTo>
                  <a:pt x="1116198" y="1574829"/>
                  <a:pt x="1120259" y="1560268"/>
                  <a:pt x="1128379" y="1541514"/>
                </a:cubicBezTo>
                <a:close/>
                <a:moveTo>
                  <a:pt x="333037" y="1905360"/>
                </a:moveTo>
                <a:lnTo>
                  <a:pt x="334404" y="1905132"/>
                </a:lnTo>
                <a:lnTo>
                  <a:pt x="334404" y="1966630"/>
                </a:lnTo>
                <a:lnTo>
                  <a:pt x="336339" y="1969136"/>
                </a:lnTo>
                <a:lnTo>
                  <a:pt x="336339" y="1909297"/>
                </a:lnTo>
                <a:lnTo>
                  <a:pt x="341488" y="1908560"/>
                </a:lnTo>
                <a:lnTo>
                  <a:pt x="366299" y="1903590"/>
                </a:lnTo>
                <a:lnTo>
                  <a:pt x="364966" y="1899727"/>
                </a:lnTo>
                <a:close/>
                <a:moveTo>
                  <a:pt x="1274079" y="1423443"/>
                </a:moveTo>
                <a:lnTo>
                  <a:pt x="1353870" y="1423443"/>
                </a:lnTo>
                <a:lnTo>
                  <a:pt x="1335776" y="1445609"/>
                </a:lnTo>
                <a:lnTo>
                  <a:pt x="1381185" y="1515528"/>
                </a:lnTo>
                <a:lnTo>
                  <a:pt x="1382917" y="1511112"/>
                </a:lnTo>
                <a:lnTo>
                  <a:pt x="1339597" y="1444821"/>
                </a:lnTo>
                <a:lnTo>
                  <a:pt x="1357667" y="1427675"/>
                </a:lnTo>
                <a:lnTo>
                  <a:pt x="1364083" y="1432824"/>
                </a:lnTo>
                <a:lnTo>
                  <a:pt x="1350807" y="1445767"/>
                </a:lnTo>
                <a:lnTo>
                  <a:pt x="1388070" y="1504585"/>
                </a:lnTo>
                <a:lnTo>
                  <a:pt x="1418257" y="1454464"/>
                </a:lnTo>
                <a:cubicBezTo>
                  <a:pt x="1427427" y="1439924"/>
                  <a:pt x="1432012" y="1429263"/>
                  <a:pt x="1432012" y="1422480"/>
                </a:cubicBezTo>
                <a:cubicBezTo>
                  <a:pt x="1432012" y="1417145"/>
                  <a:pt x="1427855" y="1409510"/>
                  <a:pt x="1419543" y="1399574"/>
                </a:cubicBezTo>
                <a:cubicBezTo>
                  <a:pt x="1449090" y="1391978"/>
                  <a:pt x="1472852" y="1383227"/>
                  <a:pt x="1490829" y="1373323"/>
                </a:cubicBezTo>
                <a:lnTo>
                  <a:pt x="1494980" y="1372079"/>
                </a:lnTo>
                <a:lnTo>
                  <a:pt x="1498022" y="1376427"/>
                </a:lnTo>
                <a:lnTo>
                  <a:pt x="1495810" y="1379788"/>
                </a:lnTo>
                <a:cubicBezTo>
                  <a:pt x="1478458" y="1397820"/>
                  <a:pt x="1464197" y="1416081"/>
                  <a:pt x="1453027" y="1434570"/>
                </a:cubicBezTo>
                <a:cubicBezTo>
                  <a:pt x="1448649" y="1441672"/>
                  <a:pt x="1445536" y="1446731"/>
                  <a:pt x="1443688" y="1449748"/>
                </a:cubicBezTo>
                <a:lnTo>
                  <a:pt x="1389893" y="1535794"/>
                </a:lnTo>
                <a:lnTo>
                  <a:pt x="1389893" y="1592993"/>
                </a:lnTo>
                <a:lnTo>
                  <a:pt x="1411053" y="1616622"/>
                </a:lnTo>
                <a:lnTo>
                  <a:pt x="1333906" y="1616622"/>
                </a:lnTo>
                <a:lnTo>
                  <a:pt x="1354919" y="1592912"/>
                </a:lnTo>
                <a:lnTo>
                  <a:pt x="1354919" y="1535906"/>
                </a:lnTo>
                <a:lnTo>
                  <a:pt x="1319898" y="1482042"/>
                </a:lnTo>
                <a:lnTo>
                  <a:pt x="1312310" y="1469415"/>
                </a:lnTo>
                <a:cubicBezTo>
                  <a:pt x="1305800" y="1459584"/>
                  <a:pt x="1300397" y="1452260"/>
                  <a:pt x="1296100" y="1447442"/>
                </a:cubicBezTo>
                <a:cubicBezTo>
                  <a:pt x="1291804" y="1442625"/>
                  <a:pt x="1285452" y="1436910"/>
                  <a:pt x="1277044" y="1430298"/>
                </a:cubicBezTo>
                <a:close/>
                <a:moveTo>
                  <a:pt x="1160558" y="1476244"/>
                </a:moveTo>
                <a:lnTo>
                  <a:pt x="1147615" y="1514988"/>
                </a:lnTo>
                <a:cubicBezTo>
                  <a:pt x="1148183" y="1515329"/>
                  <a:pt x="1148516" y="1515600"/>
                  <a:pt x="1148615" y="1515802"/>
                </a:cubicBezTo>
                <a:lnTo>
                  <a:pt x="1152731" y="1521074"/>
                </a:lnTo>
                <a:cubicBezTo>
                  <a:pt x="1154888" y="1523209"/>
                  <a:pt x="1157137" y="1525750"/>
                  <a:pt x="1159479" y="1528699"/>
                </a:cubicBezTo>
                <a:lnTo>
                  <a:pt x="1166712" y="1538676"/>
                </a:lnTo>
                <a:lnTo>
                  <a:pt x="1177555" y="1526129"/>
                </a:lnTo>
                <a:close/>
                <a:moveTo>
                  <a:pt x="1648636" y="1244285"/>
                </a:moveTo>
                <a:lnTo>
                  <a:pt x="1653361" y="1247052"/>
                </a:lnTo>
                <a:lnTo>
                  <a:pt x="1656887" y="1247919"/>
                </a:lnTo>
                <a:lnTo>
                  <a:pt x="1659505" y="1249072"/>
                </a:lnTo>
                <a:lnTo>
                  <a:pt x="1664835" y="1249873"/>
                </a:lnTo>
                <a:lnTo>
                  <a:pt x="1692229" y="1256607"/>
                </a:lnTo>
                <a:cubicBezTo>
                  <a:pt x="1711668" y="1256607"/>
                  <a:pt x="1727311" y="1250695"/>
                  <a:pt x="1739158" y="1238873"/>
                </a:cubicBezTo>
                <a:cubicBezTo>
                  <a:pt x="1738000" y="1238783"/>
                  <a:pt x="1737161" y="1238197"/>
                  <a:pt x="1736642" y="1237115"/>
                </a:cubicBezTo>
                <a:cubicBezTo>
                  <a:pt x="1723339" y="1248026"/>
                  <a:pt x="1707409" y="1253481"/>
                  <a:pt x="1688852" y="1253481"/>
                </a:cubicBezTo>
                <a:lnTo>
                  <a:pt x="1664835" y="1249873"/>
                </a:lnTo>
                <a:lnTo>
                  <a:pt x="1656887" y="1247919"/>
                </a:lnTo>
                <a:close/>
                <a:moveTo>
                  <a:pt x="464455" y="1794918"/>
                </a:moveTo>
                <a:lnTo>
                  <a:pt x="544245" y="1794918"/>
                </a:lnTo>
                <a:lnTo>
                  <a:pt x="526151" y="1817084"/>
                </a:lnTo>
                <a:lnTo>
                  <a:pt x="571560" y="1887003"/>
                </a:lnTo>
                <a:lnTo>
                  <a:pt x="573292" y="1882587"/>
                </a:lnTo>
                <a:lnTo>
                  <a:pt x="529971" y="1816295"/>
                </a:lnTo>
                <a:lnTo>
                  <a:pt x="548043" y="1799150"/>
                </a:lnTo>
                <a:lnTo>
                  <a:pt x="554458" y="1804299"/>
                </a:lnTo>
                <a:lnTo>
                  <a:pt x="541182" y="1817242"/>
                </a:lnTo>
                <a:lnTo>
                  <a:pt x="578445" y="1876059"/>
                </a:lnTo>
                <a:lnTo>
                  <a:pt x="608632" y="1825939"/>
                </a:lnTo>
                <a:cubicBezTo>
                  <a:pt x="617802" y="1811399"/>
                  <a:pt x="622387" y="1800737"/>
                  <a:pt x="622387" y="1793955"/>
                </a:cubicBezTo>
                <a:cubicBezTo>
                  <a:pt x="622387" y="1788621"/>
                  <a:pt x="618230" y="1780985"/>
                  <a:pt x="609918" y="1771049"/>
                </a:cubicBezTo>
                <a:cubicBezTo>
                  <a:pt x="639465" y="1763453"/>
                  <a:pt x="663227" y="1754703"/>
                  <a:pt x="681204" y="1744798"/>
                </a:cubicBezTo>
                <a:lnTo>
                  <a:pt x="685355" y="1743553"/>
                </a:lnTo>
                <a:lnTo>
                  <a:pt x="688397" y="1747902"/>
                </a:lnTo>
                <a:lnTo>
                  <a:pt x="686185" y="1751262"/>
                </a:lnTo>
                <a:cubicBezTo>
                  <a:pt x="668833" y="1769295"/>
                  <a:pt x="654572" y="1787556"/>
                  <a:pt x="643402" y="1806045"/>
                </a:cubicBezTo>
                <a:cubicBezTo>
                  <a:pt x="639024" y="1813147"/>
                  <a:pt x="635911" y="1818206"/>
                  <a:pt x="634063" y="1821223"/>
                </a:cubicBezTo>
                <a:lnTo>
                  <a:pt x="580269" y="1907269"/>
                </a:lnTo>
                <a:lnTo>
                  <a:pt x="580268" y="1964468"/>
                </a:lnTo>
                <a:lnTo>
                  <a:pt x="601428" y="1988097"/>
                </a:lnTo>
                <a:lnTo>
                  <a:pt x="524281" y="1988097"/>
                </a:lnTo>
                <a:lnTo>
                  <a:pt x="545294" y="1964386"/>
                </a:lnTo>
                <a:lnTo>
                  <a:pt x="545294" y="1907380"/>
                </a:lnTo>
                <a:lnTo>
                  <a:pt x="510273" y="1853516"/>
                </a:lnTo>
                <a:lnTo>
                  <a:pt x="502685" y="1840889"/>
                </a:lnTo>
                <a:cubicBezTo>
                  <a:pt x="496175" y="1831059"/>
                  <a:pt x="490772" y="1823735"/>
                  <a:pt x="486475" y="1818917"/>
                </a:cubicBezTo>
                <a:cubicBezTo>
                  <a:pt x="482179" y="1814100"/>
                  <a:pt x="475827" y="1808385"/>
                  <a:pt x="467420" y="1801773"/>
                </a:cubicBezTo>
                <a:close/>
                <a:moveTo>
                  <a:pt x="426857" y="1811117"/>
                </a:moveTo>
                <a:cubicBezTo>
                  <a:pt x="440727" y="1821217"/>
                  <a:pt x="447663" y="1833590"/>
                  <a:pt x="447663" y="1848235"/>
                </a:cubicBezTo>
                <a:cubicBezTo>
                  <a:pt x="447663" y="1871939"/>
                  <a:pt x="433423" y="1889492"/>
                  <a:pt x="404942" y="1900893"/>
                </a:cubicBezTo>
                <a:cubicBezTo>
                  <a:pt x="410873" y="1918885"/>
                  <a:pt x="421476" y="1937280"/>
                  <a:pt x="436749" y="1956078"/>
                </a:cubicBezTo>
                <a:cubicBezTo>
                  <a:pt x="446325" y="1967849"/>
                  <a:pt x="458876" y="1979596"/>
                  <a:pt x="474401" y="1991317"/>
                </a:cubicBezTo>
                <a:cubicBezTo>
                  <a:pt x="450917" y="1998314"/>
                  <a:pt x="429635" y="2007746"/>
                  <a:pt x="410556" y="2019613"/>
                </a:cubicBezTo>
                <a:lnTo>
                  <a:pt x="407105" y="2021162"/>
                </a:lnTo>
                <a:lnTo>
                  <a:pt x="401321" y="2015609"/>
                </a:lnTo>
                <a:cubicBezTo>
                  <a:pt x="420997" y="2001820"/>
                  <a:pt x="440794" y="1992582"/>
                  <a:pt x="460711" y="1987894"/>
                </a:cubicBezTo>
                <a:cubicBezTo>
                  <a:pt x="433047" y="1971297"/>
                  <a:pt x="411031" y="1942075"/>
                  <a:pt x="394661" y="1900230"/>
                </a:cubicBezTo>
                <a:lnTo>
                  <a:pt x="393733" y="1895263"/>
                </a:lnTo>
                <a:cubicBezTo>
                  <a:pt x="423436" y="1883771"/>
                  <a:pt x="438286" y="1867122"/>
                  <a:pt x="438287" y="1845317"/>
                </a:cubicBezTo>
                <a:cubicBezTo>
                  <a:pt x="438287" y="1836442"/>
                  <a:pt x="434477" y="1825042"/>
                  <a:pt x="426857" y="1811117"/>
                </a:cubicBezTo>
                <a:close/>
                <a:moveTo>
                  <a:pt x="1153945" y="1459315"/>
                </a:moveTo>
                <a:lnTo>
                  <a:pt x="1133898" y="1516960"/>
                </a:lnTo>
                <a:cubicBezTo>
                  <a:pt x="1140823" y="1523784"/>
                  <a:pt x="1146983" y="1530925"/>
                  <a:pt x="1152378" y="1538380"/>
                </a:cubicBezTo>
                <a:lnTo>
                  <a:pt x="1158264" y="1546572"/>
                </a:lnTo>
                <a:lnTo>
                  <a:pt x="1158984" y="1545698"/>
                </a:lnTo>
                <a:cubicBezTo>
                  <a:pt x="1159310" y="1545264"/>
                  <a:pt x="1159712" y="1545063"/>
                  <a:pt x="1160191" y="1545093"/>
                </a:cubicBezTo>
                <a:cubicBezTo>
                  <a:pt x="1153827" y="1536055"/>
                  <a:pt x="1145898" y="1526935"/>
                  <a:pt x="1136404" y="1517732"/>
                </a:cubicBezTo>
                <a:lnTo>
                  <a:pt x="1155082" y="1467617"/>
                </a:lnTo>
                <a:close/>
                <a:moveTo>
                  <a:pt x="346162" y="1823009"/>
                </a:moveTo>
                <a:lnTo>
                  <a:pt x="346162" y="1885811"/>
                </a:lnTo>
                <a:lnTo>
                  <a:pt x="368324" y="1879873"/>
                </a:lnTo>
                <a:cubicBezTo>
                  <a:pt x="375167" y="1877248"/>
                  <a:pt x="380774" y="1874161"/>
                  <a:pt x="385143" y="1870613"/>
                </a:cubicBezTo>
                <a:cubicBezTo>
                  <a:pt x="393882" y="1863517"/>
                  <a:pt x="398252" y="1854409"/>
                  <a:pt x="398252" y="1843287"/>
                </a:cubicBezTo>
                <a:lnTo>
                  <a:pt x="396493" y="1835086"/>
                </a:lnTo>
                <a:lnTo>
                  <a:pt x="386770" y="1829656"/>
                </a:lnTo>
                <a:cubicBezTo>
                  <a:pt x="382906" y="1827635"/>
                  <a:pt x="379686" y="1826111"/>
                  <a:pt x="377111" y="1825085"/>
                </a:cubicBezTo>
                <a:cubicBezTo>
                  <a:pt x="371961" y="1823031"/>
                  <a:pt x="365807" y="1822004"/>
                  <a:pt x="358649" y="1822004"/>
                </a:cubicBezTo>
                <a:cubicBezTo>
                  <a:pt x="353076" y="1822005"/>
                  <a:pt x="348914" y="1822339"/>
                  <a:pt x="346162" y="1823009"/>
                </a:cubicBezTo>
                <a:close/>
                <a:moveTo>
                  <a:pt x="334404" y="1813366"/>
                </a:moveTo>
                <a:lnTo>
                  <a:pt x="334404" y="1887296"/>
                </a:lnTo>
                <a:cubicBezTo>
                  <a:pt x="335065" y="1887296"/>
                  <a:pt x="335710" y="1887235"/>
                  <a:pt x="336339" y="1887114"/>
                </a:cubicBezTo>
                <a:lnTo>
                  <a:pt x="336339" y="1815489"/>
                </a:lnTo>
                <a:cubicBezTo>
                  <a:pt x="343488" y="1813582"/>
                  <a:pt x="350892" y="1812628"/>
                  <a:pt x="358552" y="1812628"/>
                </a:cubicBezTo>
                <a:cubicBezTo>
                  <a:pt x="368648" y="1812628"/>
                  <a:pt x="377175" y="1814677"/>
                  <a:pt x="384133" y="1818774"/>
                </a:cubicBezTo>
                <a:lnTo>
                  <a:pt x="391542" y="1824920"/>
                </a:lnTo>
                <a:lnTo>
                  <a:pt x="386644" y="1818707"/>
                </a:lnTo>
                <a:cubicBezTo>
                  <a:pt x="378906" y="1812174"/>
                  <a:pt x="369049" y="1808908"/>
                  <a:pt x="357073" y="1808908"/>
                </a:cubicBezTo>
                <a:cubicBezTo>
                  <a:pt x="347449" y="1808908"/>
                  <a:pt x="339892" y="1810393"/>
                  <a:pt x="334404" y="1813366"/>
                </a:cubicBezTo>
                <a:close/>
                <a:moveTo>
                  <a:pt x="923587" y="1533885"/>
                </a:moveTo>
                <a:lnTo>
                  <a:pt x="924954" y="1533657"/>
                </a:lnTo>
                <a:lnTo>
                  <a:pt x="924954" y="1595155"/>
                </a:lnTo>
                <a:lnTo>
                  <a:pt x="926889" y="1597661"/>
                </a:lnTo>
                <a:lnTo>
                  <a:pt x="926889" y="1537822"/>
                </a:lnTo>
                <a:lnTo>
                  <a:pt x="932038" y="1537085"/>
                </a:lnTo>
                <a:lnTo>
                  <a:pt x="956849" y="1532115"/>
                </a:lnTo>
                <a:lnTo>
                  <a:pt x="955516" y="1528252"/>
                </a:lnTo>
                <a:close/>
                <a:moveTo>
                  <a:pt x="321953" y="1798289"/>
                </a:moveTo>
                <a:cubicBezTo>
                  <a:pt x="334846" y="1794355"/>
                  <a:pt x="348064" y="1792388"/>
                  <a:pt x="361607" y="1792388"/>
                </a:cubicBezTo>
                <a:cubicBezTo>
                  <a:pt x="382850" y="1792388"/>
                  <a:pt x="400518" y="1797109"/>
                  <a:pt x="414613" y="1806551"/>
                </a:cubicBezTo>
                <a:cubicBezTo>
                  <a:pt x="428709" y="1815993"/>
                  <a:pt x="435756" y="1828131"/>
                  <a:pt x="435756" y="1842964"/>
                </a:cubicBezTo>
                <a:cubicBezTo>
                  <a:pt x="435756" y="1855065"/>
                  <a:pt x="431142" y="1865708"/>
                  <a:pt x="421912" y="1874893"/>
                </a:cubicBezTo>
                <a:cubicBezTo>
                  <a:pt x="412682" y="1884078"/>
                  <a:pt x="400954" y="1890418"/>
                  <a:pt x="386729" y="1893914"/>
                </a:cubicBezTo>
                <a:cubicBezTo>
                  <a:pt x="393239" y="1910191"/>
                  <a:pt x="402186" y="1926976"/>
                  <a:pt x="413572" y="1944270"/>
                </a:cubicBezTo>
                <a:cubicBezTo>
                  <a:pt x="424957" y="1961564"/>
                  <a:pt x="436681" y="1975893"/>
                  <a:pt x="448744" y="1987257"/>
                </a:cubicBezTo>
                <a:lnTo>
                  <a:pt x="444407" y="1989708"/>
                </a:lnTo>
                <a:cubicBezTo>
                  <a:pt x="430166" y="1994570"/>
                  <a:pt x="416199" y="2001447"/>
                  <a:pt x="402505" y="2010339"/>
                </a:cubicBezTo>
                <a:lnTo>
                  <a:pt x="396389" y="2012260"/>
                </a:lnTo>
                <a:lnTo>
                  <a:pt x="395054" y="2005900"/>
                </a:lnTo>
                <a:cubicBezTo>
                  <a:pt x="390342" y="1977422"/>
                  <a:pt x="384258" y="1952284"/>
                  <a:pt x="376803" y="1930488"/>
                </a:cubicBezTo>
                <a:lnTo>
                  <a:pt x="369190" y="1910589"/>
                </a:lnTo>
                <a:lnTo>
                  <a:pt x="345160" y="1917831"/>
                </a:lnTo>
                <a:lnTo>
                  <a:pt x="346162" y="1917705"/>
                </a:lnTo>
                <a:lnTo>
                  <a:pt x="346162" y="1968591"/>
                </a:lnTo>
                <a:lnTo>
                  <a:pt x="371844" y="2000003"/>
                </a:lnTo>
                <a:lnTo>
                  <a:pt x="291640" y="2000003"/>
                </a:lnTo>
                <a:lnTo>
                  <a:pt x="288044" y="1990180"/>
                </a:lnTo>
                <a:lnTo>
                  <a:pt x="357424" y="1990180"/>
                </a:lnTo>
                <a:lnTo>
                  <a:pt x="342755" y="1977446"/>
                </a:lnTo>
                <a:lnTo>
                  <a:pt x="350978" y="1988097"/>
                </a:lnTo>
                <a:lnTo>
                  <a:pt x="280457" y="1988097"/>
                </a:lnTo>
                <a:lnTo>
                  <a:pt x="299430" y="1966421"/>
                </a:lnTo>
                <a:lnTo>
                  <a:pt x="299430" y="1922492"/>
                </a:lnTo>
                <a:lnTo>
                  <a:pt x="286577" y="1926049"/>
                </a:lnTo>
                <a:lnTo>
                  <a:pt x="283145" y="1926519"/>
                </a:lnTo>
                <a:lnTo>
                  <a:pt x="280457" y="1919008"/>
                </a:lnTo>
                <a:cubicBezTo>
                  <a:pt x="286151" y="1916534"/>
                  <a:pt x="290260" y="1914992"/>
                  <a:pt x="292784" y="1914383"/>
                </a:cubicBezTo>
                <a:lnTo>
                  <a:pt x="299430" y="1912749"/>
                </a:lnTo>
                <a:lnTo>
                  <a:pt x="299430" y="1910466"/>
                </a:lnTo>
                <a:cubicBezTo>
                  <a:pt x="296050" y="1910466"/>
                  <a:pt x="290221" y="1911689"/>
                  <a:pt x="281942" y="1914134"/>
                </a:cubicBezTo>
                <a:lnTo>
                  <a:pt x="276371" y="1914845"/>
                </a:lnTo>
                <a:cubicBezTo>
                  <a:pt x="276591" y="1911041"/>
                  <a:pt x="277628" y="1906511"/>
                  <a:pt x="279482" y="1901255"/>
                </a:cubicBezTo>
                <a:cubicBezTo>
                  <a:pt x="279676" y="1900869"/>
                  <a:pt x="280332" y="1898778"/>
                  <a:pt x="281449" y="1894981"/>
                </a:cubicBezTo>
                <a:cubicBezTo>
                  <a:pt x="281561" y="1894642"/>
                  <a:pt x="281954" y="1893491"/>
                  <a:pt x="282629" y="1891528"/>
                </a:cubicBezTo>
                <a:cubicBezTo>
                  <a:pt x="288061" y="1891812"/>
                  <a:pt x="292172" y="1891954"/>
                  <a:pt x="294963" y="1891954"/>
                </a:cubicBezTo>
                <a:cubicBezTo>
                  <a:pt x="297555" y="1891954"/>
                  <a:pt x="298994" y="1891936"/>
                  <a:pt x="299281" y="1891900"/>
                </a:cubicBezTo>
                <a:lnTo>
                  <a:pt x="299281" y="1824414"/>
                </a:lnTo>
                <a:cubicBezTo>
                  <a:pt x="295892" y="1822350"/>
                  <a:pt x="291899" y="1820424"/>
                  <a:pt x="287303" y="1818635"/>
                </a:cubicBezTo>
                <a:lnTo>
                  <a:pt x="284252" y="1815993"/>
                </a:lnTo>
                <a:cubicBezTo>
                  <a:pt x="296494" y="1808125"/>
                  <a:pt x="309061" y="1802223"/>
                  <a:pt x="321953" y="1798289"/>
                </a:cubicBezTo>
                <a:close/>
                <a:moveTo>
                  <a:pt x="1686557" y="1154708"/>
                </a:moveTo>
                <a:cubicBezTo>
                  <a:pt x="1672138" y="1163585"/>
                  <a:pt x="1664928" y="1176643"/>
                  <a:pt x="1664928" y="1193882"/>
                </a:cubicBezTo>
                <a:cubicBezTo>
                  <a:pt x="1664928" y="1203297"/>
                  <a:pt x="1667260" y="1211263"/>
                  <a:pt x="1671925" y="1217780"/>
                </a:cubicBezTo>
                <a:cubicBezTo>
                  <a:pt x="1676590" y="1224296"/>
                  <a:pt x="1683913" y="1229081"/>
                  <a:pt x="1693896" y="1232134"/>
                </a:cubicBezTo>
                <a:lnTo>
                  <a:pt x="1693896" y="1235500"/>
                </a:lnTo>
                <a:lnTo>
                  <a:pt x="1698764" y="1235011"/>
                </a:lnTo>
                <a:cubicBezTo>
                  <a:pt x="1707546" y="1233194"/>
                  <a:pt x="1715563" y="1228652"/>
                  <a:pt x="1722815" y="1221385"/>
                </a:cubicBezTo>
                <a:cubicBezTo>
                  <a:pt x="1710402" y="1205203"/>
                  <a:pt x="1698316" y="1182978"/>
                  <a:pt x="1686557" y="1154708"/>
                </a:cubicBezTo>
                <a:close/>
                <a:moveTo>
                  <a:pt x="1681964" y="1144060"/>
                </a:moveTo>
                <a:cubicBezTo>
                  <a:pt x="1673368" y="1148151"/>
                  <a:pt x="1666122" y="1154613"/>
                  <a:pt x="1660227" y="1163446"/>
                </a:cubicBezTo>
                <a:cubicBezTo>
                  <a:pt x="1654332" y="1172279"/>
                  <a:pt x="1651385" y="1182441"/>
                  <a:pt x="1651384" y="1193931"/>
                </a:cubicBezTo>
                <a:cubicBezTo>
                  <a:pt x="1651384" y="1206047"/>
                  <a:pt x="1655038" y="1216074"/>
                  <a:pt x="1662347" y="1224012"/>
                </a:cubicBezTo>
                <a:cubicBezTo>
                  <a:pt x="1666001" y="1227981"/>
                  <a:pt x="1670109" y="1230958"/>
                  <a:pt x="1674673" y="1232943"/>
                </a:cubicBezTo>
                <a:lnTo>
                  <a:pt x="1675207" y="1233048"/>
                </a:lnTo>
                <a:lnTo>
                  <a:pt x="1664766" y="1224713"/>
                </a:lnTo>
                <a:cubicBezTo>
                  <a:pt x="1658226" y="1216556"/>
                  <a:pt x="1654956" y="1206765"/>
                  <a:pt x="1654956" y="1195340"/>
                </a:cubicBezTo>
                <a:cubicBezTo>
                  <a:pt x="1654956" y="1179348"/>
                  <a:pt x="1660292" y="1166234"/>
                  <a:pt x="1670964" y="1155997"/>
                </a:cubicBezTo>
                <a:lnTo>
                  <a:pt x="1682908" y="1147098"/>
                </a:lnTo>
                <a:close/>
                <a:moveTo>
                  <a:pt x="1017407" y="1439642"/>
                </a:moveTo>
                <a:cubicBezTo>
                  <a:pt x="1031277" y="1449742"/>
                  <a:pt x="1038213" y="1462115"/>
                  <a:pt x="1038213" y="1476760"/>
                </a:cubicBezTo>
                <a:cubicBezTo>
                  <a:pt x="1038213" y="1500464"/>
                  <a:pt x="1023973" y="1518017"/>
                  <a:pt x="995492" y="1529418"/>
                </a:cubicBezTo>
                <a:cubicBezTo>
                  <a:pt x="1001423" y="1547410"/>
                  <a:pt x="1012026" y="1565805"/>
                  <a:pt x="1027299" y="1584603"/>
                </a:cubicBezTo>
                <a:lnTo>
                  <a:pt x="1056845" y="1612256"/>
                </a:lnTo>
                <a:lnTo>
                  <a:pt x="1086091" y="1582868"/>
                </a:lnTo>
                <a:cubicBezTo>
                  <a:pt x="1092016" y="1573997"/>
                  <a:pt x="1097999" y="1561197"/>
                  <a:pt x="1104039" y="1544467"/>
                </a:cubicBezTo>
                <a:lnTo>
                  <a:pt x="1109854" y="1527156"/>
                </a:lnTo>
                <a:lnTo>
                  <a:pt x="1087958" y="1520695"/>
                </a:lnTo>
                <a:cubicBezTo>
                  <a:pt x="1093498" y="1510161"/>
                  <a:pt x="1098174" y="1500024"/>
                  <a:pt x="1101988" y="1490285"/>
                </a:cubicBezTo>
                <a:cubicBezTo>
                  <a:pt x="1105684" y="1492124"/>
                  <a:pt x="1107916" y="1493419"/>
                  <a:pt x="1108685" y="1494171"/>
                </a:cubicBezTo>
                <a:lnTo>
                  <a:pt x="1115513" y="1501419"/>
                </a:lnTo>
                <a:cubicBezTo>
                  <a:pt x="1117137" y="1502374"/>
                  <a:pt x="1118321" y="1503673"/>
                  <a:pt x="1119064" y="1505314"/>
                </a:cubicBezTo>
                <a:lnTo>
                  <a:pt x="1120061" y="1502773"/>
                </a:lnTo>
                <a:lnTo>
                  <a:pt x="1118633" y="1502112"/>
                </a:lnTo>
                <a:cubicBezTo>
                  <a:pt x="1114063" y="1498092"/>
                  <a:pt x="1110242" y="1494862"/>
                  <a:pt x="1107171" y="1492422"/>
                </a:cubicBezTo>
                <a:lnTo>
                  <a:pt x="1104741" y="1489648"/>
                </a:lnTo>
                <a:lnTo>
                  <a:pt x="1109338" y="1482842"/>
                </a:lnTo>
                <a:cubicBezTo>
                  <a:pt x="1116208" y="1486652"/>
                  <a:pt x="1120985" y="1490592"/>
                  <a:pt x="1123670" y="1494662"/>
                </a:cubicBezTo>
                <a:lnTo>
                  <a:pt x="1141804" y="1443751"/>
                </a:lnTo>
                <a:lnTo>
                  <a:pt x="1126337" y="1423443"/>
                </a:lnTo>
                <a:lnTo>
                  <a:pt x="1199707" y="1423443"/>
                </a:lnTo>
                <a:lnTo>
                  <a:pt x="1184531" y="1444311"/>
                </a:lnTo>
                <a:lnTo>
                  <a:pt x="1206984" y="1504294"/>
                </a:lnTo>
                <a:lnTo>
                  <a:pt x="1208197" y="1502698"/>
                </a:lnTo>
                <a:lnTo>
                  <a:pt x="1186601" y="1445962"/>
                </a:lnTo>
                <a:lnTo>
                  <a:pt x="1204195" y="1425778"/>
                </a:lnTo>
                <a:lnTo>
                  <a:pt x="1211965" y="1429268"/>
                </a:lnTo>
                <a:lnTo>
                  <a:pt x="1197228" y="1448053"/>
                </a:lnTo>
                <a:lnTo>
                  <a:pt x="1215418" y="1497357"/>
                </a:lnTo>
                <a:lnTo>
                  <a:pt x="1218855" y="1494441"/>
                </a:lnTo>
                <a:cubicBezTo>
                  <a:pt x="1222050" y="1491885"/>
                  <a:pt x="1225287" y="1489818"/>
                  <a:pt x="1228566" y="1488241"/>
                </a:cubicBezTo>
                <a:cubicBezTo>
                  <a:pt x="1231981" y="1500681"/>
                  <a:pt x="1236370" y="1512588"/>
                  <a:pt x="1241733" y="1523962"/>
                </a:cubicBezTo>
                <a:cubicBezTo>
                  <a:pt x="1236645" y="1523724"/>
                  <a:pt x="1233560" y="1523604"/>
                  <a:pt x="1232480" y="1523604"/>
                </a:cubicBezTo>
                <a:cubicBezTo>
                  <a:pt x="1223917" y="1523604"/>
                  <a:pt x="1218198" y="1524463"/>
                  <a:pt x="1215323" y="1526181"/>
                </a:cubicBezTo>
                <a:lnTo>
                  <a:pt x="1241277" y="1594983"/>
                </a:lnTo>
                <a:lnTo>
                  <a:pt x="1242687" y="1596349"/>
                </a:lnTo>
                <a:lnTo>
                  <a:pt x="1217683" y="1527767"/>
                </a:lnTo>
                <a:cubicBezTo>
                  <a:pt x="1222752" y="1526182"/>
                  <a:pt x="1227539" y="1525390"/>
                  <a:pt x="1232042" y="1525390"/>
                </a:cubicBezTo>
                <a:lnTo>
                  <a:pt x="1244647" y="1526584"/>
                </a:lnTo>
                <a:lnTo>
                  <a:pt x="1232275" y="1492473"/>
                </a:lnTo>
                <a:lnTo>
                  <a:pt x="1242530" y="1496410"/>
                </a:lnTo>
                <a:cubicBezTo>
                  <a:pt x="1244814" y="1505751"/>
                  <a:pt x="1250288" y="1519361"/>
                  <a:pt x="1258953" y="1537243"/>
                </a:cubicBezTo>
                <a:cubicBezTo>
                  <a:pt x="1254449" y="1536953"/>
                  <a:pt x="1252098" y="1536808"/>
                  <a:pt x="1251899" y="1536808"/>
                </a:cubicBezTo>
                <a:lnTo>
                  <a:pt x="1240079" y="1535789"/>
                </a:lnTo>
                <a:lnTo>
                  <a:pt x="1228940" y="1535080"/>
                </a:lnTo>
                <a:lnTo>
                  <a:pt x="1252748" y="1595134"/>
                </a:lnTo>
                <a:lnTo>
                  <a:pt x="1285802" y="1628528"/>
                </a:lnTo>
                <a:lnTo>
                  <a:pt x="1196591" y="1628528"/>
                </a:lnTo>
                <a:lnTo>
                  <a:pt x="1192438" y="1618705"/>
                </a:lnTo>
                <a:lnTo>
                  <a:pt x="1269924" y="1618705"/>
                </a:lnTo>
                <a:lnTo>
                  <a:pt x="1254056" y="1607358"/>
                </a:lnTo>
                <a:lnTo>
                  <a:pt x="1263622" y="1616622"/>
                </a:lnTo>
                <a:lnTo>
                  <a:pt x="1183829" y="1616622"/>
                </a:lnTo>
                <a:lnTo>
                  <a:pt x="1203967" y="1595818"/>
                </a:lnTo>
                <a:lnTo>
                  <a:pt x="1189631" y="1557086"/>
                </a:lnTo>
                <a:cubicBezTo>
                  <a:pt x="1181354" y="1567110"/>
                  <a:pt x="1174017" y="1577374"/>
                  <a:pt x="1167619" y="1587877"/>
                </a:cubicBezTo>
                <a:lnTo>
                  <a:pt x="1159752" y="1585909"/>
                </a:lnTo>
                <a:lnTo>
                  <a:pt x="1186471" y="1549775"/>
                </a:lnTo>
                <a:lnTo>
                  <a:pt x="1185657" y="1547163"/>
                </a:lnTo>
                <a:cubicBezTo>
                  <a:pt x="1176431" y="1556124"/>
                  <a:pt x="1167258" y="1567312"/>
                  <a:pt x="1158138" y="1580726"/>
                </a:cubicBezTo>
                <a:lnTo>
                  <a:pt x="1152875" y="1575099"/>
                </a:lnTo>
                <a:lnTo>
                  <a:pt x="1134710" y="1549212"/>
                </a:lnTo>
                <a:lnTo>
                  <a:pt x="1128585" y="1567837"/>
                </a:lnTo>
                <a:cubicBezTo>
                  <a:pt x="1127074" y="1574097"/>
                  <a:pt x="1126319" y="1579726"/>
                  <a:pt x="1126319" y="1584724"/>
                </a:cubicBezTo>
                <a:cubicBezTo>
                  <a:pt x="1126319" y="1590436"/>
                  <a:pt x="1127298" y="1595260"/>
                  <a:pt x="1129257" y="1599196"/>
                </a:cubicBezTo>
                <a:cubicBezTo>
                  <a:pt x="1131216" y="1603131"/>
                  <a:pt x="1136119" y="1609943"/>
                  <a:pt x="1143967" y="1619631"/>
                </a:cubicBezTo>
                <a:cubicBezTo>
                  <a:pt x="1144669" y="1620522"/>
                  <a:pt x="1145982" y="1623488"/>
                  <a:pt x="1147906" y="1628528"/>
                </a:cubicBezTo>
                <a:lnTo>
                  <a:pt x="1064441" y="1628528"/>
                </a:lnTo>
                <a:lnTo>
                  <a:pt x="1061202" y="1621218"/>
                </a:lnTo>
                <a:lnTo>
                  <a:pt x="1031376" y="1632164"/>
                </a:lnTo>
                <a:cubicBezTo>
                  <a:pt x="1020736" y="1636880"/>
                  <a:pt x="1010645" y="1642205"/>
                  <a:pt x="1001106" y="1648138"/>
                </a:cubicBezTo>
                <a:lnTo>
                  <a:pt x="997655" y="1649687"/>
                </a:lnTo>
                <a:lnTo>
                  <a:pt x="991871" y="1644134"/>
                </a:lnTo>
                <a:cubicBezTo>
                  <a:pt x="1011548" y="1630346"/>
                  <a:pt x="1031344" y="1621108"/>
                  <a:pt x="1051261" y="1616419"/>
                </a:cubicBezTo>
                <a:cubicBezTo>
                  <a:pt x="1023597" y="1599822"/>
                  <a:pt x="1001581" y="1570600"/>
                  <a:pt x="985211" y="1528755"/>
                </a:cubicBezTo>
                <a:lnTo>
                  <a:pt x="984283" y="1523788"/>
                </a:lnTo>
                <a:cubicBezTo>
                  <a:pt x="1013985" y="1512295"/>
                  <a:pt x="1028836" y="1495647"/>
                  <a:pt x="1028836" y="1473842"/>
                </a:cubicBezTo>
                <a:cubicBezTo>
                  <a:pt x="1028836" y="1464966"/>
                  <a:pt x="1025027" y="1453567"/>
                  <a:pt x="1017407" y="1439642"/>
                </a:cubicBezTo>
                <a:close/>
                <a:moveTo>
                  <a:pt x="1748691" y="1081117"/>
                </a:moveTo>
                <a:lnTo>
                  <a:pt x="1750802" y="1091400"/>
                </a:lnTo>
                <a:cubicBezTo>
                  <a:pt x="1750802" y="1111573"/>
                  <a:pt x="1737524" y="1125752"/>
                  <a:pt x="1710969" y="1133940"/>
                </a:cubicBezTo>
                <a:cubicBezTo>
                  <a:pt x="1721049" y="1158138"/>
                  <a:pt x="1730714" y="1177904"/>
                  <a:pt x="1739963" y="1193238"/>
                </a:cubicBezTo>
                <a:cubicBezTo>
                  <a:pt x="1739891" y="1191404"/>
                  <a:pt x="1740256" y="1188960"/>
                  <a:pt x="1741056" y="1185906"/>
                </a:cubicBezTo>
                <a:cubicBezTo>
                  <a:pt x="1731152" y="1170995"/>
                  <a:pt x="1722834" y="1154369"/>
                  <a:pt x="1716101" y="1136028"/>
                </a:cubicBezTo>
                <a:lnTo>
                  <a:pt x="1721038" y="1133730"/>
                </a:lnTo>
                <a:cubicBezTo>
                  <a:pt x="1742270" y="1124942"/>
                  <a:pt x="1752885" y="1111730"/>
                  <a:pt x="1752885" y="1094095"/>
                </a:cubicBezTo>
                <a:close/>
                <a:moveTo>
                  <a:pt x="936712" y="1451534"/>
                </a:moveTo>
                <a:lnTo>
                  <a:pt x="936712" y="1514336"/>
                </a:lnTo>
                <a:lnTo>
                  <a:pt x="958874" y="1508399"/>
                </a:lnTo>
                <a:cubicBezTo>
                  <a:pt x="965717" y="1505773"/>
                  <a:pt x="971324" y="1502686"/>
                  <a:pt x="975693" y="1499138"/>
                </a:cubicBezTo>
                <a:cubicBezTo>
                  <a:pt x="984432" y="1492042"/>
                  <a:pt x="988802" y="1482933"/>
                  <a:pt x="988802" y="1471812"/>
                </a:cubicBezTo>
                <a:lnTo>
                  <a:pt x="987043" y="1463611"/>
                </a:lnTo>
                <a:lnTo>
                  <a:pt x="977321" y="1458181"/>
                </a:lnTo>
                <a:cubicBezTo>
                  <a:pt x="973456" y="1456160"/>
                  <a:pt x="970236" y="1454636"/>
                  <a:pt x="967661" y="1453609"/>
                </a:cubicBezTo>
                <a:cubicBezTo>
                  <a:pt x="962511" y="1451556"/>
                  <a:pt x="956357" y="1450529"/>
                  <a:pt x="949199" y="1450530"/>
                </a:cubicBezTo>
                <a:cubicBezTo>
                  <a:pt x="943626" y="1450529"/>
                  <a:pt x="939464" y="1450864"/>
                  <a:pt x="936712" y="1451534"/>
                </a:cubicBezTo>
                <a:close/>
                <a:moveTo>
                  <a:pt x="1716199" y="1082626"/>
                </a:moveTo>
                <a:cubicBezTo>
                  <a:pt x="1712280" y="1082626"/>
                  <a:pt x="1710320" y="1085623"/>
                  <a:pt x="1710320" y="1091617"/>
                </a:cubicBezTo>
                <a:cubicBezTo>
                  <a:pt x="1710320" y="1098091"/>
                  <a:pt x="1712300" y="1105222"/>
                  <a:pt x="1716259" y="1113010"/>
                </a:cubicBezTo>
                <a:cubicBezTo>
                  <a:pt x="1723909" y="1108354"/>
                  <a:pt x="1727733" y="1100969"/>
                  <a:pt x="1727733" y="1090858"/>
                </a:cubicBezTo>
                <a:lnTo>
                  <a:pt x="1725770" y="1085268"/>
                </a:lnTo>
                <a:lnTo>
                  <a:pt x="1725482" y="1085689"/>
                </a:lnTo>
                <a:lnTo>
                  <a:pt x="1721576" y="1084377"/>
                </a:lnTo>
                <a:cubicBezTo>
                  <a:pt x="1719611" y="1083210"/>
                  <a:pt x="1717819" y="1082626"/>
                  <a:pt x="1716199" y="1082626"/>
                </a:cubicBezTo>
                <a:close/>
                <a:moveTo>
                  <a:pt x="924954" y="1441890"/>
                </a:moveTo>
                <a:lnTo>
                  <a:pt x="924954" y="1515821"/>
                </a:lnTo>
                <a:cubicBezTo>
                  <a:pt x="925615" y="1515821"/>
                  <a:pt x="926260" y="1515760"/>
                  <a:pt x="926889" y="1515640"/>
                </a:cubicBezTo>
                <a:lnTo>
                  <a:pt x="926889" y="1444014"/>
                </a:lnTo>
                <a:cubicBezTo>
                  <a:pt x="934038" y="1442107"/>
                  <a:pt x="941442" y="1441153"/>
                  <a:pt x="949102" y="1441153"/>
                </a:cubicBezTo>
                <a:cubicBezTo>
                  <a:pt x="959198" y="1441153"/>
                  <a:pt x="967725" y="1443202"/>
                  <a:pt x="974683" y="1447299"/>
                </a:cubicBezTo>
                <a:lnTo>
                  <a:pt x="982092" y="1453446"/>
                </a:lnTo>
                <a:lnTo>
                  <a:pt x="977194" y="1447232"/>
                </a:lnTo>
                <a:cubicBezTo>
                  <a:pt x="969456" y="1440699"/>
                  <a:pt x="959599" y="1437433"/>
                  <a:pt x="947623" y="1437433"/>
                </a:cubicBezTo>
                <a:cubicBezTo>
                  <a:pt x="937999" y="1437432"/>
                  <a:pt x="930443" y="1438919"/>
                  <a:pt x="924954" y="1441890"/>
                </a:cubicBezTo>
                <a:close/>
                <a:moveTo>
                  <a:pt x="1701715" y="1076397"/>
                </a:moveTo>
                <a:cubicBezTo>
                  <a:pt x="1699514" y="1079090"/>
                  <a:pt x="1698414" y="1083130"/>
                  <a:pt x="1698414" y="1088517"/>
                </a:cubicBezTo>
                <a:lnTo>
                  <a:pt x="1705066" y="1117176"/>
                </a:lnTo>
                <a:lnTo>
                  <a:pt x="1708084" y="1116019"/>
                </a:lnTo>
                <a:lnTo>
                  <a:pt x="1702875" y="1102611"/>
                </a:lnTo>
                <a:cubicBezTo>
                  <a:pt x="1701687" y="1098381"/>
                  <a:pt x="1701093" y="1094507"/>
                  <a:pt x="1701093" y="1090991"/>
                </a:cubicBezTo>
                <a:cubicBezTo>
                  <a:pt x="1701093" y="1079263"/>
                  <a:pt x="1705973" y="1073399"/>
                  <a:pt x="1715732" y="1073399"/>
                </a:cubicBezTo>
                <a:lnTo>
                  <a:pt x="1718725" y="1074303"/>
                </a:lnTo>
                <a:lnTo>
                  <a:pt x="1717880" y="1073665"/>
                </a:lnTo>
                <a:cubicBezTo>
                  <a:pt x="1715970" y="1072793"/>
                  <a:pt x="1713882" y="1072357"/>
                  <a:pt x="1711616" y="1072357"/>
                </a:cubicBezTo>
                <a:cubicBezTo>
                  <a:pt x="1707215" y="1072357"/>
                  <a:pt x="1703915" y="1073704"/>
                  <a:pt x="1701715" y="1076397"/>
                </a:cubicBezTo>
                <a:close/>
                <a:moveTo>
                  <a:pt x="1683965" y="1067888"/>
                </a:moveTo>
                <a:cubicBezTo>
                  <a:pt x="1691001" y="1059358"/>
                  <a:pt x="1700333" y="1055093"/>
                  <a:pt x="1711960" y="1055093"/>
                </a:cubicBezTo>
                <a:cubicBezTo>
                  <a:pt x="1722678" y="1055093"/>
                  <a:pt x="1731832" y="1058658"/>
                  <a:pt x="1739420" y="1065788"/>
                </a:cubicBezTo>
                <a:lnTo>
                  <a:pt x="1747196" y="1076492"/>
                </a:lnTo>
                <a:lnTo>
                  <a:pt x="1746416" y="1074078"/>
                </a:lnTo>
                <a:lnTo>
                  <a:pt x="1744848" y="1067623"/>
                </a:lnTo>
                <a:cubicBezTo>
                  <a:pt x="1756656" y="1075560"/>
                  <a:pt x="1762559" y="1085113"/>
                  <a:pt x="1762559" y="1096281"/>
                </a:cubicBezTo>
                <a:cubicBezTo>
                  <a:pt x="1762559" y="1116026"/>
                  <a:pt x="1750810" y="1131173"/>
                  <a:pt x="1727312" y="1141723"/>
                </a:cubicBezTo>
                <a:cubicBezTo>
                  <a:pt x="1733856" y="1155940"/>
                  <a:pt x="1738906" y="1167814"/>
                  <a:pt x="1742463" y="1177342"/>
                </a:cubicBezTo>
                <a:cubicBezTo>
                  <a:pt x="1742367" y="1174535"/>
                  <a:pt x="1742318" y="1170909"/>
                  <a:pt x="1742318" y="1166463"/>
                </a:cubicBezTo>
                <a:cubicBezTo>
                  <a:pt x="1742318" y="1159468"/>
                  <a:pt x="1741898" y="1152545"/>
                  <a:pt x="1741056" y="1145692"/>
                </a:cubicBezTo>
                <a:lnTo>
                  <a:pt x="1747290" y="1147176"/>
                </a:lnTo>
                <a:cubicBezTo>
                  <a:pt x="1760092" y="1157011"/>
                  <a:pt x="1772841" y="1164505"/>
                  <a:pt x="1785534" y="1169658"/>
                </a:cubicBezTo>
                <a:cubicBezTo>
                  <a:pt x="1773428" y="1183450"/>
                  <a:pt x="1762971" y="1197842"/>
                  <a:pt x="1754162" y="1212835"/>
                </a:cubicBezTo>
                <a:cubicBezTo>
                  <a:pt x="1764533" y="1227034"/>
                  <a:pt x="1774527" y="1234134"/>
                  <a:pt x="1784144" y="1234134"/>
                </a:cubicBezTo>
                <a:lnTo>
                  <a:pt x="1786174" y="1233425"/>
                </a:lnTo>
                <a:lnTo>
                  <a:pt x="1780201" y="1232373"/>
                </a:lnTo>
                <a:cubicBezTo>
                  <a:pt x="1772911" y="1229745"/>
                  <a:pt x="1766137" y="1223175"/>
                  <a:pt x="1759878" y="1212663"/>
                </a:cubicBezTo>
                <a:cubicBezTo>
                  <a:pt x="1767339" y="1198266"/>
                  <a:pt x="1776376" y="1186056"/>
                  <a:pt x="1786988" y="1176030"/>
                </a:cubicBezTo>
                <a:lnTo>
                  <a:pt x="1793122" y="1180923"/>
                </a:lnTo>
                <a:cubicBezTo>
                  <a:pt x="1787378" y="1187399"/>
                  <a:pt x="1782546" y="1193277"/>
                  <a:pt x="1778629" y="1198558"/>
                </a:cubicBezTo>
                <a:lnTo>
                  <a:pt x="1769902" y="1212159"/>
                </a:lnTo>
                <a:lnTo>
                  <a:pt x="1770142" y="1212274"/>
                </a:lnTo>
                <a:cubicBezTo>
                  <a:pt x="1777610" y="1220894"/>
                  <a:pt x="1784325" y="1225204"/>
                  <a:pt x="1790288" y="1225204"/>
                </a:cubicBezTo>
                <a:cubicBezTo>
                  <a:pt x="1791506" y="1225204"/>
                  <a:pt x="1794299" y="1224904"/>
                  <a:pt x="1798666" y="1224306"/>
                </a:cubicBezTo>
                <a:lnTo>
                  <a:pt x="1798666" y="1227529"/>
                </a:lnTo>
                <a:lnTo>
                  <a:pt x="1801208" y="1226543"/>
                </a:lnTo>
                <a:cubicBezTo>
                  <a:pt x="1806597" y="1226543"/>
                  <a:pt x="1809291" y="1228897"/>
                  <a:pt x="1809291" y="1233606"/>
                </a:cubicBezTo>
                <a:cubicBezTo>
                  <a:pt x="1809291" y="1238782"/>
                  <a:pt x="1805728" y="1243612"/>
                  <a:pt x="1798600" y="1248096"/>
                </a:cubicBezTo>
                <a:cubicBezTo>
                  <a:pt x="1791472" y="1252579"/>
                  <a:pt x="1784417" y="1254821"/>
                  <a:pt x="1777432" y="1254820"/>
                </a:cubicBezTo>
                <a:lnTo>
                  <a:pt x="1764402" y="1252529"/>
                </a:lnTo>
                <a:lnTo>
                  <a:pt x="1772308" y="1255204"/>
                </a:lnTo>
                <a:cubicBezTo>
                  <a:pt x="1776112" y="1256139"/>
                  <a:pt x="1779576" y="1256607"/>
                  <a:pt x="1782700" y="1256607"/>
                </a:cubicBezTo>
                <a:cubicBezTo>
                  <a:pt x="1793810" y="1256606"/>
                  <a:pt x="1802670" y="1250872"/>
                  <a:pt x="1809279" y="1239403"/>
                </a:cubicBezTo>
                <a:lnTo>
                  <a:pt x="1811126" y="1236852"/>
                </a:lnTo>
                <a:lnTo>
                  <a:pt x="1819242" y="1239352"/>
                </a:lnTo>
                <a:cubicBezTo>
                  <a:pt x="1816868" y="1247994"/>
                  <a:pt x="1812533" y="1254644"/>
                  <a:pt x="1806235" y="1259298"/>
                </a:cubicBezTo>
                <a:cubicBezTo>
                  <a:pt x="1799938" y="1263953"/>
                  <a:pt x="1793211" y="1266280"/>
                  <a:pt x="1786055" y="1266280"/>
                </a:cubicBezTo>
                <a:cubicBezTo>
                  <a:pt x="1776256" y="1266280"/>
                  <a:pt x="1767530" y="1263038"/>
                  <a:pt x="1759878" y="1256553"/>
                </a:cubicBezTo>
                <a:lnTo>
                  <a:pt x="1759878" y="1251054"/>
                </a:lnTo>
                <a:lnTo>
                  <a:pt x="1746200" y="1243826"/>
                </a:lnTo>
                <a:cubicBezTo>
                  <a:pt x="1732872" y="1258895"/>
                  <a:pt x="1714882" y="1266429"/>
                  <a:pt x="1692231" y="1266429"/>
                </a:cubicBezTo>
                <a:cubicBezTo>
                  <a:pt x="1671272" y="1266429"/>
                  <a:pt x="1653061" y="1259094"/>
                  <a:pt x="1637597" y="1244424"/>
                </a:cubicBezTo>
                <a:lnTo>
                  <a:pt x="1640674" y="1239621"/>
                </a:lnTo>
                <a:lnTo>
                  <a:pt x="1644846" y="1242065"/>
                </a:lnTo>
                <a:lnTo>
                  <a:pt x="1635921" y="1235846"/>
                </a:lnTo>
                <a:cubicBezTo>
                  <a:pt x="1622120" y="1224090"/>
                  <a:pt x="1615219" y="1208940"/>
                  <a:pt x="1615219" y="1190397"/>
                </a:cubicBezTo>
                <a:cubicBezTo>
                  <a:pt x="1615219" y="1174630"/>
                  <a:pt x="1620177" y="1161641"/>
                  <a:pt x="1630091" y="1151430"/>
                </a:cubicBezTo>
                <a:cubicBezTo>
                  <a:pt x="1640006" y="1141219"/>
                  <a:pt x="1655298" y="1132867"/>
                  <a:pt x="1675967" y="1126373"/>
                </a:cubicBezTo>
                <a:lnTo>
                  <a:pt x="1677287" y="1126193"/>
                </a:lnTo>
                <a:cubicBezTo>
                  <a:pt x="1674703" y="1118309"/>
                  <a:pt x="1673411" y="1110026"/>
                  <a:pt x="1673411" y="1101346"/>
                </a:cubicBezTo>
                <a:cubicBezTo>
                  <a:pt x="1673411" y="1087570"/>
                  <a:pt x="1676929" y="1076417"/>
                  <a:pt x="1683965" y="1067888"/>
                </a:cubicBezTo>
                <a:close/>
                <a:moveTo>
                  <a:pt x="500408" y="1618705"/>
                </a:moveTo>
                <a:lnTo>
                  <a:pt x="661371" y="1618705"/>
                </a:lnTo>
                <a:lnTo>
                  <a:pt x="665154" y="1613141"/>
                </a:lnTo>
                <a:cubicBezTo>
                  <a:pt x="651442" y="1600955"/>
                  <a:pt x="641567" y="1585930"/>
                  <a:pt x="635530" y="1568064"/>
                </a:cubicBezTo>
                <a:lnTo>
                  <a:pt x="645537" y="1570531"/>
                </a:lnTo>
                <a:cubicBezTo>
                  <a:pt x="651071" y="1583415"/>
                  <a:pt x="660374" y="1596634"/>
                  <a:pt x="673444" y="1610192"/>
                </a:cubicBezTo>
                <a:lnTo>
                  <a:pt x="675779" y="1612036"/>
                </a:lnTo>
                <a:lnTo>
                  <a:pt x="666914" y="1628528"/>
                </a:lnTo>
                <a:lnTo>
                  <a:pt x="504003" y="1628528"/>
                </a:lnTo>
                <a:close/>
                <a:moveTo>
                  <a:pt x="912503" y="1426814"/>
                </a:moveTo>
                <a:cubicBezTo>
                  <a:pt x="925396" y="1422880"/>
                  <a:pt x="938614" y="1420912"/>
                  <a:pt x="952157" y="1420913"/>
                </a:cubicBezTo>
                <a:cubicBezTo>
                  <a:pt x="973399" y="1420913"/>
                  <a:pt x="991068" y="1425634"/>
                  <a:pt x="1005164" y="1435076"/>
                </a:cubicBezTo>
                <a:cubicBezTo>
                  <a:pt x="1019259" y="1444518"/>
                  <a:pt x="1026306" y="1456655"/>
                  <a:pt x="1026306" y="1471489"/>
                </a:cubicBezTo>
                <a:cubicBezTo>
                  <a:pt x="1026306" y="1483590"/>
                  <a:pt x="1021691" y="1494233"/>
                  <a:pt x="1012462" y="1503418"/>
                </a:cubicBezTo>
                <a:cubicBezTo>
                  <a:pt x="1003232" y="1512603"/>
                  <a:pt x="991505" y="1518943"/>
                  <a:pt x="977279" y="1522439"/>
                </a:cubicBezTo>
                <a:cubicBezTo>
                  <a:pt x="983789" y="1538715"/>
                  <a:pt x="992736" y="1555501"/>
                  <a:pt x="1004122" y="1572795"/>
                </a:cubicBezTo>
                <a:cubicBezTo>
                  <a:pt x="1015507" y="1590090"/>
                  <a:pt x="1027231" y="1604418"/>
                  <a:pt x="1039294" y="1615782"/>
                </a:cubicBezTo>
                <a:lnTo>
                  <a:pt x="1034957" y="1618233"/>
                </a:lnTo>
                <a:cubicBezTo>
                  <a:pt x="1020716" y="1623095"/>
                  <a:pt x="1006748" y="1629972"/>
                  <a:pt x="993055" y="1638865"/>
                </a:cubicBezTo>
                <a:lnTo>
                  <a:pt x="986939" y="1640785"/>
                </a:lnTo>
                <a:lnTo>
                  <a:pt x="985604" y="1634425"/>
                </a:lnTo>
                <a:cubicBezTo>
                  <a:pt x="980892" y="1605947"/>
                  <a:pt x="974808" y="1580809"/>
                  <a:pt x="967353" y="1559013"/>
                </a:cubicBezTo>
                <a:lnTo>
                  <a:pt x="959740" y="1539114"/>
                </a:lnTo>
                <a:lnTo>
                  <a:pt x="935710" y="1546356"/>
                </a:lnTo>
                <a:lnTo>
                  <a:pt x="936712" y="1546231"/>
                </a:lnTo>
                <a:lnTo>
                  <a:pt x="936712" y="1597116"/>
                </a:lnTo>
                <a:lnTo>
                  <a:pt x="962394" y="1628528"/>
                </a:lnTo>
                <a:lnTo>
                  <a:pt x="882190" y="1628528"/>
                </a:lnTo>
                <a:lnTo>
                  <a:pt x="878594" y="1618705"/>
                </a:lnTo>
                <a:lnTo>
                  <a:pt x="947974" y="1618705"/>
                </a:lnTo>
                <a:lnTo>
                  <a:pt x="933305" y="1605971"/>
                </a:lnTo>
                <a:lnTo>
                  <a:pt x="941528" y="1616622"/>
                </a:lnTo>
                <a:lnTo>
                  <a:pt x="871006" y="1616622"/>
                </a:lnTo>
                <a:lnTo>
                  <a:pt x="889980" y="1594946"/>
                </a:lnTo>
                <a:lnTo>
                  <a:pt x="889980" y="1551017"/>
                </a:lnTo>
                <a:lnTo>
                  <a:pt x="877127" y="1554574"/>
                </a:lnTo>
                <a:lnTo>
                  <a:pt x="873695" y="1555044"/>
                </a:lnTo>
                <a:lnTo>
                  <a:pt x="871007" y="1547533"/>
                </a:lnTo>
                <a:cubicBezTo>
                  <a:pt x="876701" y="1545059"/>
                  <a:pt x="880810" y="1543517"/>
                  <a:pt x="883334" y="1542907"/>
                </a:cubicBezTo>
                <a:lnTo>
                  <a:pt x="889980" y="1541274"/>
                </a:lnTo>
                <a:lnTo>
                  <a:pt x="889980" y="1538992"/>
                </a:lnTo>
                <a:cubicBezTo>
                  <a:pt x="886600" y="1538992"/>
                  <a:pt x="880771" y="1540214"/>
                  <a:pt x="872493" y="1542659"/>
                </a:cubicBezTo>
                <a:lnTo>
                  <a:pt x="866921" y="1543370"/>
                </a:lnTo>
                <a:cubicBezTo>
                  <a:pt x="867141" y="1539566"/>
                  <a:pt x="868178" y="1535036"/>
                  <a:pt x="870032" y="1529780"/>
                </a:cubicBezTo>
                <a:cubicBezTo>
                  <a:pt x="870226" y="1529395"/>
                  <a:pt x="870882" y="1527303"/>
                  <a:pt x="872000" y="1523506"/>
                </a:cubicBezTo>
                <a:cubicBezTo>
                  <a:pt x="872111" y="1523167"/>
                  <a:pt x="872504" y="1522016"/>
                  <a:pt x="873179" y="1520053"/>
                </a:cubicBezTo>
                <a:cubicBezTo>
                  <a:pt x="878611" y="1520337"/>
                  <a:pt x="882722" y="1520479"/>
                  <a:pt x="885513" y="1520479"/>
                </a:cubicBezTo>
                <a:cubicBezTo>
                  <a:pt x="888105" y="1520479"/>
                  <a:pt x="889544" y="1520461"/>
                  <a:pt x="889831" y="1520425"/>
                </a:cubicBezTo>
                <a:lnTo>
                  <a:pt x="889831" y="1452938"/>
                </a:lnTo>
                <a:cubicBezTo>
                  <a:pt x="886442" y="1450875"/>
                  <a:pt x="882449" y="1448949"/>
                  <a:pt x="877853" y="1447160"/>
                </a:cubicBezTo>
                <a:lnTo>
                  <a:pt x="874802" y="1444518"/>
                </a:lnTo>
                <a:cubicBezTo>
                  <a:pt x="887044" y="1436650"/>
                  <a:pt x="899611" y="1430748"/>
                  <a:pt x="912503" y="1426814"/>
                </a:cubicBezTo>
                <a:close/>
                <a:moveTo>
                  <a:pt x="858796" y="1429694"/>
                </a:moveTo>
                <a:lnTo>
                  <a:pt x="865005" y="1435372"/>
                </a:lnTo>
                <a:cubicBezTo>
                  <a:pt x="858022" y="1445089"/>
                  <a:pt x="850809" y="1459951"/>
                  <a:pt x="843364" y="1479958"/>
                </a:cubicBezTo>
                <a:lnTo>
                  <a:pt x="841434" y="1482676"/>
                </a:lnTo>
                <a:lnTo>
                  <a:pt x="833951" y="1477897"/>
                </a:lnTo>
                <a:lnTo>
                  <a:pt x="834765" y="1473970"/>
                </a:lnTo>
                <a:cubicBezTo>
                  <a:pt x="841919" y="1453940"/>
                  <a:pt x="848974" y="1439838"/>
                  <a:pt x="855929" y="1431663"/>
                </a:cubicBezTo>
                <a:close/>
                <a:moveTo>
                  <a:pt x="2088879" y="856815"/>
                </a:moveTo>
                <a:lnTo>
                  <a:pt x="2098564" y="859617"/>
                </a:lnTo>
                <a:cubicBezTo>
                  <a:pt x="2100581" y="866849"/>
                  <a:pt x="2101589" y="872937"/>
                  <a:pt x="2101590" y="877881"/>
                </a:cubicBezTo>
                <a:cubicBezTo>
                  <a:pt x="2101590" y="906741"/>
                  <a:pt x="2083913" y="927671"/>
                  <a:pt x="2048560" y="940670"/>
                </a:cubicBezTo>
                <a:lnTo>
                  <a:pt x="2045249" y="931905"/>
                </a:lnTo>
                <a:lnTo>
                  <a:pt x="2049913" y="929864"/>
                </a:lnTo>
                <a:cubicBezTo>
                  <a:pt x="2065592" y="923662"/>
                  <a:pt x="2076430" y="916053"/>
                  <a:pt x="2082428" y="907035"/>
                </a:cubicBezTo>
                <a:cubicBezTo>
                  <a:pt x="2088554" y="897778"/>
                  <a:pt x="2091618" y="888400"/>
                  <a:pt x="2091618" y="878902"/>
                </a:cubicBezTo>
                <a:cubicBezTo>
                  <a:pt x="2091618" y="874276"/>
                  <a:pt x="2090705" y="866913"/>
                  <a:pt x="2088879" y="856815"/>
                </a:cubicBezTo>
                <a:close/>
                <a:moveTo>
                  <a:pt x="1425657" y="1163830"/>
                </a:moveTo>
                <a:lnTo>
                  <a:pt x="1434051" y="1168100"/>
                </a:lnTo>
                <a:lnTo>
                  <a:pt x="1457543" y="1173935"/>
                </a:lnTo>
                <a:cubicBezTo>
                  <a:pt x="1473767" y="1177990"/>
                  <a:pt x="1484755" y="1181574"/>
                  <a:pt x="1490507" y="1184686"/>
                </a:cubicBezTo>
                <a:lnTo>
                  <a:pt x="1496457" y="1189888"/>
                </a:lnTo>
                <a:lnTo>
                  <a:pt x="1492617" y="1183916"/>
                </a:lnTo>
                <a:cubicBezTo>
                  <a:pt x="1481986" y="1178349"/>
                  <a:pt x="1464993" y="1173277"/>
                  <a:pt x="1441639" y="1168700"/>
                </a:cubicBezTo>
                <a:close/>
                <a:moveTo>
                  <a:pt x="2052502" y="868484"/>
                </a:moveTo>
                <a:cubicBezTo>
                  <a:pt x="2062585" y="864778"/>
                  <a:pt x="2072716" y="860062"/>
                  <a:pt x="2082895" y="854336"/>
                </a:cubicBezTo>
                <a:cubicBezTo>
                  <a:pt x="2086924" y="862845"/>
                  <a:pt x="2088939" y="870499"/>
                  <a:pt x="2088939" y="877297"/>
                </a:cubicBezTo>
                <a:cubicBezTo>
                  <a:pt x="2088939" y="902928"/>
                  <a:pt x="2073053" y="920696"/>
                  <a:pt x="2041279" y="930601"/>
                </a:cubicBezTo>
                <a:lnTo>
                  <a:pt x="2038538" y="925006"/>
                </a:lnTo>
                <a:lnTo>
                  <a:pt x="2041188" y="921887"/>
                </a:lnTo>
                <a:cubicBezTo>
                  <a:pt x="2050400" y="914279"/>
                  <a:pt x="2055006" y="905055"/>
                  <a:pt x="2055006" y="894217"/>
                </a:cubicBezTo>
                <a:cubicBezTo>
                  <a:pt x="2055006" y="886638"/>
                  <a:pt x="2052435" y="878925"/>
                  <a:pt x="2047293" y="871079"/>
                </a:cubicBezTo>
                <a:cubicBezTo>
                  <a:pt x="2049752" y="869778"/>
                  <a:pt x="2051488" y="868913"/>
                  <a:pt x="2052502" y="868484"/>
                </a:cubicBezTo>
                <a:close/>
                <a:moveTo>
                  <a:pt x="780517" y="1442493"/>
                </a:moveTo>
                <a:lnTo>
                  <a:pt x="781633" y="1442493"/>
                </a:lnTo>
                <a:lnTo>
                  <a:pt x="781633" y="1596502"/>
                </a:lnTo>
                <a:lnTo>
                  <a:pt x="782824" y="1597893"/>
                </a:lnTo>
                <a:lnTo>
                  <a:pt x="782824" y="1444425"/>
                </a:lnTo>
                <a:lnTo>
                  <a:pt x="795602" y="1444130"/>
                </a:lnTo>
                <a:lnTo>
                  <a:pt x="812767" y="1446434"/>
                </a:lnTo>
                <a:lnTo>
                  <a:pt x="806347" y="1443342"/>
                </a:lnTo>
                <a:cubicBezTo>
                  <a:pt x="802688" y="1442379"/>
                  <a:pt x="798369" y="1441897"/>
                  <a:pt x="793390" y="1441897"/>
                </a:cubicBezTo>
                <a:cubicBezTo>
                  <a:pt x="789177" y="1441897"/>
                  <a:pt x="784885" y="1442096"/>
                  <a:pt x="780517" y="1442493"/>
                </a:cubicBezTo>
                <a:close/>
                <a:moveTo>
                  <a:pt x="1526490" y="1067281"/>
                </a:moveTo>
                <a:lnTo>
                  <a:pt x="1534503" y="1070957"/>
                </a:lnTo>
                <a:lnTo>
                  <a:pt x="1533189" y="1071371"/>
                </a:lnTo>
                <a:cubicBezTo>
                  <a:pt x="1528962" y="1081011"/>
                  <a:pt x="1525556" y="1088276"/>
                  <a:pt x="1522974" y="1093168"/>
                </a:cubicBezTo>
                <a:cubicBezTo>
                  <a:pt x="1515935" y="1108683"/>
                  <a:pt x="1511895" y="1117427"/>
                  <a:pt x="1510851" y="1119398"/>
                </a:cubicBezTo>
                <a:lnTo>
                  <a:pt x="1508716" y="1121619"/>
                </a:lnTo>
                <a:lnTo>
                  <a:pt x="1501112" y="1118794"/>
                </a:lnTo>
                <a:lnTo>
                  <a:pt x="1501928" y="1114701"/>
                </a:lnTo>
                <a:cubicBezTo>
                  <a:pt x="1504761" y="1108243"/>
                  <a:pt x="1508878" y="1099800"/>
                  <a:pt x="1514279" y="1089372"/>
                </a:cubicBezTo>
                <a:lnTo>
                  <a:pt x="1524308" y="1069869"/>
                </a:lnTo>
                <a:close/>
                <a:moveTo>
                  <a:pt x="546633" y="1521818"/>
                </a:moveTo>
                <a:lnTo>
                  <a:pt x="546633" y="1597721"/>
                </a:lnTo>
                <a:lnTo>
                  <a:pt x="549908" y="1597721"/>
                </a:lnTo>
                <a:lnTo>
                  <a:pt x="549908" y="1522711"/>
                </a:lnTo>
                <a:lnTo>
                  <a:pt x="582728" y="1522711"/>
                </a:lnTo>
                <a:lnTo>
                  <a:pt x="581868" y="1521818"/>
                </a:lnTo>
                <a:close/>
                <a:moveTo>
                  <a:pt x="605569" y="1480360"/>
                </a:moveTo>
                <a:lnTo>
                  <a:pt x="615392" y="1483451"/>
                </a:lnTo>
                <a:lnTo>
                  <a:pt x="615392" y="1552684"/>
                </a:lnTo>
                <a:lnTo>
                  <a:pt x="605569" y="1549700"/>
                </a:lnTo>
                <a:close/>
                <a:moveTo>
                  <a:pt x="1862483" y="894805"/>
                </a:moveTo>
                <a:lnTo>
                  <a:pt x="2023445" y="894805"/>
                </a:lnTo>
                <a:lnTo>
                  <a:pt x="2027229" y="889240"/>
                </a:lnTo>
                <a:cubicBezTo>
                  <a:pt x="2013517" y="877055"/>
                  <a:pt x="2003642" y="862030"/>
                  <a:pt x="1997605" y="844164"/>
                </a:cubicBezTo>
                <a:lnTo>
                  <a:pt x="2007611" y="846631"/>
                </a:lnTo>
                <a:cubicBezTo>
                  <a:pt x="2013146" y="859514"/>
                  <a:pt x="2022449" y="872734"/>
                  <a:pt x="2035519" y="886292"/>
                </a:cubicBezTo>
                <a:lnTo>
                  <a:pt x="2037854" y="888136"/>
                </a:lnTo>
                <a:lnTo>
                  <a:pt x="2028989" y="904628"/>
                </a:lnTo>
                <a:lnTo>
                  <a:pt x="1866078" y="904628"/>
                </a:lnTo>
                <a:close/>
                <a:moveTo>
                  <a:pt x="1428310" y="1083518"/>
                </a:moveTo>
                <a:cubicBezTo>
                  <a:pt x="1422047" y="1088776"/>
                  <a:pt x="1418915" y="1095324"/>
                  <a:pt x="1418915" y="1103162"/>
                </a:cubicBezTo>
                <a:lnTo>
                  <a:pt x="1426687" y="1120057"/>
                </a:lnTo>
                <a:lnTo>
                  <a:pt x="1421594" y="1106025"/>
                </a:lnTo>
                <a:cubicBezTo>
                  <a:pt x="1421594" y="1097517"/>
                  <a:pt x="1424622" y="1090613"/>
                  <a:pt x="1430677" y="1085313"/>
                </a:cubicBezTo>
                <a:cubicBezTo>
                  <a:pt x="1436732" y="1080014"/>
                  <a:pt x="1444521" y="1077364"/>
                  <a:pt x="1454043" y="1077364"/>
                </a:cubicBezTo>
                <a:cubicBezTo>
                  <a:pt x="1458484" y="1077364"/>
                  <a:pt x="1462669" y="1077847"/>
                  <a:pt x="1466599" y="1078815"/>
                </a:cubicBezTo>
                <a:lnTo>
                  <a:pt x="1469336" y="1079896"/>
                </a:lnTo>
                <a:lnTo>
                  <a:pt x="1466973" y="1078410"/>
                </a:lnTo>
                <a:cubicBezTo>
                  <a:pt x="1462280" y="1076557"/>
                  <a:pt x="1457311" y="1075632"/>
                  <a:pt x="1452066" y="1075631"/>
                </a:cubicBezTo>
                <a:cubicBezTo>
                  <a:pt x="1442492" y="1075632"/>
                  <a:pt x="1434573" y="1078260"/>
                  <a:pt x="1428310" y="1083518"/>
                </a:cubicBezTo>
                <a:close/>
                <a:moveTo>
                  <a:pt x="1033808" y="1256755"/>
                </a:moveTo>
                <a:lnTo>
                  <a:pt x="1194770" y="1256755"/>
                </a:lnTo>
                <a:lnTo>
                  <a:pt x="1198554" y="1251191"/>
                </a:lnTo>
                <a:cubicBezTo>
                  <a:pt x="1184842" y="1239005"/>
                  <a:pt x="1174967" y="1223980"/>
                  <a:pt x="1168930" y="1206114"/>
                </a:cubicBezTo>
                <a:lnTo>
                  <a:pt x="1178937" y="1208581"/>
                </a:lnTo>
                <a:cubicBezTo>
                  <a:pt x="1184471" y="1221465"/>
                  <a:pt x="1193773" y="1234684"/>
                  <a:pt x="1206844" y="1248242"/>
                </a:cubicBezTo>
                <a:lnTo>
                  <a:pt x="1209179" y="1250086"/>
                </a:lnTo>
                <a:lnTo>
                  <a:pt x="1200314" y="1266578"/>
                </a:lnTo>
                <a:lnTo>
                  <a:pt x="1037403" y="1266578"/>
                </a:lnTo>
                <a:close/>
                <a:moveTo>
                  <a:pt x="673986" y="1423443"/>
                </a:moveTo>
                <a:lnTo>
                  <a:pt x="855761" y="1423443"/>
                </a:lnTo>
                <a:cubicBezTo>
                  <a:pt x="854640" y="1427994"/>
                  <a:pt x="853987" y="1430465"/>
                  <a:pt x="853803" y="1430854"/>
                </a:cubicBezTo>
                <a:lnTo>
                  <a:pt x="844087" y="1447553"/>
                </a:lnTo>
                <a:cubicBezTo>
                  <a:pt x="840554" y="1454312"/>
                  <a:pt x="837372" y="1462218"/>
                  <a:pt x="834541" y="1471270"/>
                </a:cubicBezTo>
                <a:lnTo>
                  <a:pt x="832644" y="1474321"/>
                </a:lnTo>
                <a:lnTo>
                  <a:pt x="827049" y="1472116"/>
                </a:lnTo>
                <a:lnTo>
                  <a:pt x="826484" y="1469659"/>
                </a:lnTo>
                <a:lnTo>
                  <a:pt x="823152" y="1460307"/>
                </a:lnTo>
                <a:lnTo>
                  <a:pt x="810978" y="1455804"/>
                </a:lnTo>
                <a:cubicBezTo>
                  <a:pt x="806080" y="1454569"/>
                  <a:pt x="801287" y="1453952"/>
                  <a:pt x="796599" y="1453952"/>
                </a:cubicBezTo>
                <a:cubicBezTo>
                  <a:pt x="794655" y="1453952"/>
                  <a:pt x="793362" y="1454000"/>
                  <a:pt x="792721" y="1454094"/>
                </a:cubicBezTo>
                <a:lnTo>
                  <a:pt x="793302" y="1597197"/>
                </a:lnTo>
                <a:lnTo>
                  <a:pt x="816505" y="1628528"/>
                </a:lnTo>
                <a:lnTo>
                  <a:pt x="737424" y="1628528"/>
                </a:lnTo>
                <a:lnTo>
                  <a:pt x="732480" y="1618705"/>
                </a:lnTo>
                <a:lnTo>
                  <a:pt x="802378" y="1618705"/>
                </a:lnTo>
                <a:lnTo>
                  <a:pt x="793905" y="1610841"/>
                </a:lnTo>
                <a:lnTo>
                  <a:pt x="798853" y="1616622"/>
                </a:lnTo>
                <a:lnTo>
                  <a:pt x="726081" y="1616622"/>
                </a:lnTo>
                <a:lnTo>
                  <a:pt x="746510" y="1595151"/>
                </a:lnTo>
                <a:lnTo>
                  <a:pt x="746509" y="1454299"/>
                </a:lnTo>
                <a:lnTo>
                  <a:pt x="739126" y="1454250"/>
                </a:lnTo>
                <a:cubicBezTo>
                  <a:pt x="729938" y="1454250"/>
                  <a:pt x="723518" y="1455946"/>
                  <a:pt x="719868" y="1459337"/>
                </a:cubicBezTo>
                <a:cubicBezTo>
                  <a:pt x="716218" y="1462728"/>
                  <a:pt x="713961" y="1469913"/>
                  <a:pt x="713098" y="1480890"/>
                </a:cubicBezTo>
                <a:lnTo>
                  <a:pt x="703463" y="1480890"/>
                </a:lnTo>
                <a:cubicBezTo>
                  <a:pt x="704604" y="1466603"/>
                  <a:pt x="707870" y="1456954"/>
                  <a:pt x="713260" y="1451943"/>
                </a:cubicBezTo>
                <a:cubicBezTo>
                  <a:pt x="718651" y="1446933"/>
                  <a:pt x="726333" y="1444428"/>
                  <a:pt x="736305" y="1444427"/>
                </a:cubicBezTo>
                <a:lnTo>
                  <a:pt x="747905" y="1444593"/>
                </a:lnTo>
                <a:lnTo>
                  <a:pt x="746510" y="1444569"/>
                </a:lnTo>
                <a:lnTo>
                  <a:pt x="746510" y="1443062"/>
                </a:lnTo>
                <a:cubicBezTo>
                  <a:pt x="743283" y="1442683"/>
                  <a:pt x="739557" y="1442493"/>
                  <a:pt x="735331" y="1442493"/>
                </a:cubicBezTo>
                <a:cubicBezTo>
                  <a:pt x="723645" y="1442493"/>
                  <a:pt x="715317" y="1444783"/>
                  <a:pt x="710347" y="1449362"/>
                </a:cubicBezTo>
                <a:cubicBezTo>
                  <a:pt x="705376" y="1453942"/>
                  <a:pt x="702575" y="1462845"/>
                  <a:pt x="701942" y="1476072"/>
                </a:cubicBezTo>
                <a:lnTo>
                  <a:pt x="695010" y="1476072"/>
                </a:lnTo>
                <a:cubicBezTo>
                  <a:pt x="690431" y="1461273"/>
                  <a:pt x="683805" y="1445637"/>
                  <a:pt x="675133" y="1429163"/>
                </a:cubicBezTo>
                <a:close/>
                <a:moveTo>
                  <a:pt x="653401" y="1430586"/>
                </a:moveTo>
                <a:lnTo>
                  <a:pt x="658268" y="1436777"/>
                </a:lnTo>
                <a:lnTo>
                  <a:pt x="656876" y="1439402"/>
                </a:lnTo>
                <a:cubicBezTo>
                  <a:pt x="645050" y="1455296"/>
                  <a:pt x="636560" y="1469175"/>
                  <a:pt x="631405" y="1481039"/>
                </a:cubicBezTo>
                <a:lnTo>
                  <a:pt x="624880" y="1475498"/>
                </a:lnTo>
                <a:cubicBezTo>
                  <a:pt x="631667" y="1459046"/>
                  <a:pt x="641174" y="1444076"/>
                  <a:pt x="653401" y="1430586"/>
                </a:cubicBezTo>
                <a:close/>
                <a:moveTo>
                  <a:pt x="399556" y="1540558"/>
                </a:moveTo>
                <a:lnTo>
                  <a:pt x="402289" y="1545368"/>
                </a:lnTo>
                <a:lnTo>
                  <a:pt x="401953" y="1543434"/>
                </a:lnTo>
                <a:close/>
                <a:moveTo>
                  <a:pt x="1424444" y="1062014"/>
                </a:moveTo>
                <a:cubicBezTo>
                  <a:pt x="1431967" y="1059484"/>
                  <a:pt x="1440335" y="1058219"/>
                  <a:pt x="1449548" y="1058219"/>
                </a:cubicBezTo>
                <a:cubicBezTo>
                  <a:pt x="1461101" y="1058219"/>
                  <a:pt x="1474634" y="1060315"/>
                  <a:pt x="1490148" y="1064509"/>
                </a:cubicBezTo>
                <a:cubicBezTo>
                  <a:pt x="1496905" y="1066368"/>
                  <a:pt x="1501896" y="1067297"/>
                  <a:pt x="1505119" y="1067297"/>
                </a:cubicBezTo>
                <a:cubicBezTo>
                  <a:pt x="1509339" y="1067297"/>
                  <a:pt x="1514483" y="1065655"/>
                  <a:pt x="1520553" y="1062369"/>
                </a:cubicBezTo>
                <a:lnTo>
                  <a:pt x="1525455" y="1064927"/>
                </a:lnTo>
                <a:cubicBezTo>
                  <a:pt x="1520158" y="1073462"/>
                  <a:pt x="1516039" y="1081334"/>
                  <a:pt x="1513100" y="1088544"/>
                </a:cubicBezTo>
                <a:cubicBezTo>
                  <a:pt x="1507130" y="1103226"/>
                  <a:pt x="1503111" y="1112323"/>
                  <a:pt x="1501045" y="1115836"/>
                </a:cubicBezTo>
                <a:lnTo>
                  <a:pt x="1496640" y="1118087"/>
                </a:lnTo>
                <a:cubicBezTo>
                  <a:pt x="1495045" y="1115695"/>
                  <a:pt x="1494104" y="1113922"/>
                  <a:pt x="1493817" y="1112769"/>
                </a:cubicBezTo>
                <a:lnTo>
                  <a:pt x="1490491" y="1103050"/>
                </a:lnTo>
                <a:lnTo>
                  <a:pt x="1488218" y="1104183"/>
                </a:lnTo>
                <a:cubicBezTo>
                  <a:pt x="1477000" y="1092788"/>
                  <a:pt x="1465692" y="1087091"/>
                  <a:pt x="1454296" y="1087091"/>
                </a:cubicBezTo>
                <a:cubicBezTo>
                  <a:pt x="1447734" y="1087091"/>
                  <a:pt x="1442330" y="1088959"/>
                  <a:pt x="1438083" y="1092695"/>
                </a:cubicBezTo>
                <a:cubicBezTo>
                  <a:pt x="1433837" y="1096432"/>
                  <a:pt x="1431714" y="1101166"/>
                  <a:pt x="1431714" y="1106899"/>
                </a:cubicBezTo>
                <a:cubicBezTo>
                  <a:pt x="1431714" y="1113179"/>
                  <a:pt x="1436230" y="1119798"/>
                  <a:pt x="1445262" y="1126754"/>
                </a:cubicBezTo>
                <a:lnTo>
                  <a:pt x="1447678" y="1128921"/>
                </a:lnTo>
                <a:lnTo>
                  <a:pt x="1446765" y="1130674"/>
                </a:lnTo>
                <a:lnTo>
                  <a:pt x="1453406" y="1133702"/>
                </a:lnTo>
                <a:lnTo>
                  <a:pt x="1478044" y="1139688"/>
                </a:lnTo>
                <a:cubicBezTo>
                  <a:pt x="1496385" y="1144113"/>
                  <a:pt x="1510140" y="1151201"/>
                  <a:pt x="1519310" y="1160950"/>
                </a:cubicBezTo>
                <a:lnTo>
                  <a:pt x="1519353" y="1161018"/>
                </a:lnTo>
                <a:lnTo>
                  <a:pt x="1519353" y="1156194"/>
                </a:lnTo>
                <a:cubicBezTo>
                  <a:pt x="1536631" y="1167291"/>
                  <a:pt x="1545270" y="1182002"/>
                  <a:pt x="1545270" y="1200326"/>
                </a:cubicBezTo>
                <a:cubicBezTo>
                  <a:pt x="1545270" y="1219756"/>
                  <a:pt x="1537755" y="1236201"/>
                  <a:pt x="1522726" y="1249662"/>
                </a:cubicBezTo>
                <a:cubicBezTo>
                  <a:pt x="1507697" y="1263122"/>
                  <a:pt x="1489465" y="1269852"/>
                  <a:pt x="1468031" y="1269852"/>
                </a:cubicBezTo>
                <a:cubicBezTo>
                  <a:pt x="1457152" y="1269852"/>
                  <a:pt x="1447421" y="1268760"/>
                  <a:pt x="1438837" y="1266576"/>
                </a:cubicBezTo>
                <a:lnTo>
                  <a:pt x="1415494" y="1260848"/>
                </a:lnTo>
                <a:cubicBezTo>
                  <a:pt x="1410169" y="1259509"/>
                  <a:pt x="1404581" y="1258839"/>
                  <a:pt x="1398730" y="1258839"/>
                </a:cubicBezTo>
                <a:cubicBezTo>
                  <a:pt x="1393678" y="1258839"/>
                  <a:pt x="1388045" y="1259960"/>
                  <a:pt x="1381833" y="1262201"/>
                </a:cubicBezTo>
                <a:lnTo>
                  <a:pt x="1378685" y="1253500"/>
                </a:lnTo>
                <a:cubicBezTo>
                  <a:pt x="1385300" y="1250213"/>
                  <a:pt x="1391449" y="1248570"/>
                  <a:pt x="1397133" y="1248570"/>
                </a:cubicBezTo>
                <a:cubicBezTo>
                  <a:pt x="1403163" y="1248570"/>
                  <a:pt x="1410667" y="1249625"/>
                  <a:pt x="1419645" y="1251737"/>
                </a:cubicBezTo>
                <a:lnTo>
                  <a:pt x="1440314" y="1256741"/>
                </a:lnTo>
                <a:cubicBezTo>
                  <a:pt x="1448994" y="1258834"/>
                  <a:pt x="1458196" y="1259881"/>
                  <a:pt x="1467921" y="1259881"/>
                </a:cubicBezTo>
                <a:cubicBezTo>
                  <a:pt x="1486598" y="1259881"/>
                  <a:pt x="1502471" y="1253946"/>
                  <a:pt x="1515543" y="1242077"/>
                </a:cubicBezTo>
                <a:lnTo>
                  <a:pt x="1519714" y="1232951"/>
                </a:lnTo>
                <a:lnTo>
                  <a:pt x="1528322" y="1221368"/>
                </a:lnTo>
                <a:lnTo>
                  <a:pt x="1531008" y="1208243"/>
                </a:lnTo>
                <a:lnTo>
                  <a:pt x="1535150" y="1199182"/>
                </a:lnTo>
                <a:cubicBezTo>
                  <a:pt x="1535150" y="1192136"/>
                  <a:pt x="1533833" y="1185452"/>
                  <a:pt x="1531201" y="1179129"/>
                </a:cubicBezTo>
                <a:lnTo>
                  <a:pt x="1521602" y="1164641"/>
                </a:lnTo>
                <a:lnTo>
                  <a:pt x="1529627" y="1177571"/>
                </a:lnTo>
                <a:cubicBezTo>
                  <a:pt x="1531920" y="1183776"/>
                  <a:pt x="1533066" y="1190648"/>
                  <a:pt x="1533066" y="1198184"/>
                </a:cubicBezTo>
                <a:lnTo>
                  <a:pt x="1531008" y="1208243"/>
                </a:lnTo>
                <a:lnTo>
                  <a:pt x="1519714" y="1232951"/>
                </a:lnTo>
                <a:lnTo>
                  <a:pt x="1514092" y="1240517"/>
                </a:lnTo>
                <a:cubicBezTo>
                  <a:pt x="1501442" y="1251938"/>
                  <a:pt x="1485855" y="1257648"/>
                  <a:pt x="1467331" y="1257648"/>
                </a:cubicBezTo>
                <a:cubicBezTo>
                  <a:pt x="1455869" y="1257648"/>
                  <a:pt x="1443216" y="1255939"/>
                  <a:pt x="1429370" y="1252521"/>
                </a:cubicBezTo>
                <a:lnTo>
                  <a:pt x="1410980" y="1247986"/>
                </a:lnTo>
                <a:cubicBezTo>
                  <a:pt x="1405114" y="1246589"/>
                  <a:pt x="1400109" y="1245891"/>
                  <a:pt x="1395965" y="1245891"/>
                </a:cubicBezTo>
                <a:cubicBezTo>
                  <a:pt x="1390604" y="1245891"/>
                  <a:pt x="1384111" y="1247779"/>
                  <a:pt x="1376485" y="1251556"/>
                </a:cubicBezTo>
                <a:lnTo>
                  <a:pt x="1373432" y="1246423"/>
                </a:lnTo>
                <a:cubicBezTo>
                  <a:pt x="1385639" y="1227479"/>
                  <a:pt x="1394410" y="1209216"/>
                  <a:pt x="1399747" y="1191636"/>
                </a:cubicBezTo>
                <a:lnTo>
                  <a:pt x="1407246" y="1193059"/>
                </a:lnTo>
                <a:lnTo>
                  <a:pt x="1424285" y="1227526"/>
                </a:lnTo>
                <a:lnTo>
                  <a:pt x="1424290" y="1227536"/>
                </a:lnTo>
                <a:lnTo>
                  <a:pt x="1424290" y="1227537"/>
                </a:lnTo>
                <a:lnTo>
                  <a:pt x="1424829" y="1228625"/>
                </a:lnTo>
                <a:lnTo>
                  <a:pt x="1427315" y="1229953"/>
                </a:lnTo>
                <a:lnTo>
                  <a:pt x="1424290" y="1227537"/>
                </a:lnTo>
                <a:lnTo>
                  <a:pt x="1424285" y="1227526"/>
                </a:lnTo>
                <a:lnTo>
                  <a:pt x="1411518" y="1199566"/>
                </a:lnTo>
                <a:lnTo>
                  <a:pt x="1420868" y="1198199"/>
                </a:lnTo>
                <a:cubicBezTo>
                  <a:pt x="1424660" y="1216323"/>
                  <a:pt x="1434522" y="1229094"/>
                  <a:pt x="1450453" y="1236512"/>
                </a:cubicBezTo>
                <a:lnTo>
                  <a:pt x="1450453" y="1238795"/>
                </a:lnTo>
                <a:lnTo>
                  <a:pt x="1462931" y="1240533"/>
                </a:lnTo>
                <a:cubicBezTo>
                  <a:pt x="1475277" y="1240533"/>
                  <a:pt x="1484968" y="1237773"/>
                  <a:pt x="1492003" y="1232255"/>
                </a:cubicBezTo>
                <a:cubicBezTo>
                  <a:pt x="1499039" y="1226735"/>
                  <a:pt x="1502556" y="1219354"/>
                  <a:pt x="1502556" y="1210109"/>
                </a:cubicBezTo>
                <a:lnTo>
                  <a:pt x="1501237" y="1202357"/>
                </a:lnTo>
                <a:lnTo>
                  <a:pt x="1498333" y="1203714"/>
                </a:lnTo>
                <a:cubicBezTo>
                  <a:pt x="1493176" y="1198333"/>
                  <a:pt x="1488177" y="1194537"/>
                  <a:pt x="1483339" y="1192325"/>
                </a:cubicBezTo>
                <a:cubicBezTo>
                  <a:pt x="1478500" y="1190114"/>
                  <a:pt x="1468939" y="1187332"/>
                  <a:pt x="1454655" y="1183978"/>
                </a:cubicBezTo>
                <a:cubicBezTo>
                  <a:pt x="1433415" y="1179064"/>
                  <a:pt x="1418934" y="1174703"/>
                  <a:pt x="1411210" y="1170894"/>
                </a:cubicBezTo>
                <a:cubicBezTo>
                  <a:pt x="1403485" y="1167086"/>
                  <a:pt x="1398821" y="1160436"/>
                  <a:pt x="1397216" y="1150943"/>
                </a:cubicBezTo>
                <a:lnTo>
                  <a:pt x="1406771" y="1154330"/>
                </a:lnTo>
                <a:lnTo>
                  <a:pt x="1400059" y="1149833"/>
                </a:lnTo>
                <a:cubicBezTo>
                  <a:pt x="1391297" y="1140966"/>
                  <a:pt x="1386917" y="1128679"/>
                  <a:pt x="1386917" y="1112973"/>
                </a:cubicBezTo>
                <a:cubicBezTo>
                  <a:pt x="1386917" y="1096714"/>
                  <a:pt x="1392749" y="1083523"/>
                  <a:pt x="1404412" y="1073401"/>
                </a:cubicBezTo>
                <a:cubicBezTo>
                  <a:pt x="1410244" y="1068340"/>
                  <a:pt x="1416921" y="1064545"/>
                  <a:pt x="1424444" y="1062014"/>
                </a:cubicBezTo>
                <a:close/>
                <a:moveTo>
                  <a:pt x="1382670" y="1067744"/>
                </a:moveTo>
                <a:lnTo>
                  <a:pt x="1388879" y="1073422"/>
                </a:lnTo>
                <a:cubicBezTo>
                  <a:pt x="1381897" y="1083139"/>
                  <a:pt x="1374683" y="1098001"/>
                  <a:pt x="1367239" y="1118008"/>
                </a:cubicBezTo>
                <a:lnTo>
                  <a:pt x="1365309" y="1120726"/>
                </a:lnTo>
                <a:lnTo>
                  <a:pt x="1357826" y="1115948"/>
                </a:lnTo>
                <a:lnTo>
                  <a:pt x="1358639" y="1112020"/>
                </a:lnTo>
                <a:cubicBezTo>
                  <a:pt x="1365794" y="1091990"/>
                  <a:pt x="1372849" y="1077888"/>
                  <a:pt x="1379803" y="1069713"/>
                </a:cubicBezTo>
                <a:close/>
                <a:moveTo>
                  <a:pt x="344227" y="1537015"/>
                </a:moveTo>
                <a:lnTo>
                  <a:pt x="344227" y="1599358"/>
                </a:lnTo>
                <a:lnTo>
                  <a:pt x="346980" y="1599358"/>
                </a:lnTo>
                <a:lnTo>
                  <a:pt x="366635" y="1598679"/>
                </a:lnTo>
                <a:cubicBezTo>
                  <a:pt x="392277" y="1596857"/>
                  <a:pt x="405098" y="1584484"/>
                  <a:pt x="405098" y="1561560"/>
                </a:cubicBezTo>
                <a:lnTo>
                  <a:pt x="403898" y="1554644"/>
                </a:lnTo>
                <a:lnTo>
                  <a:pt x="401100" y="1554644"/>
                </a:lnTo>
                <a:cubicBezTo>
                  <a:pt x="396119" y="1547573"/>
                  <a:pt x="390240" y="1542815"/>
                  <a:pt x="383463" y="1540369"/>
                </a:cubicBezTo>
                <a:cubicBezTo>
                  <a:pt x="376686" y="1537924"/>
                  <a:pt x="366587" y="1536701"/>
                  <a:pt x="353166" y="1536701"/>
                </a:cubicBezTo>
                <a:close/>
                <a:moveTo>
                  <a:pt x="546633" y="1441888"/>
                </a:moveTo>
                <a:lnTo>
                  <a:pt x="546633" y="1503215"/>
                </a:lnTo>
                <a:lnTo>
                  <a:pt x="549908" y="1503215"/>
                </a:lnTo>
                <a:lnTo>
                  <a:pt x="549908" y="1444121"/>
                </a:lnTo>
                <a:cubicBezTo>
                  <a:pt x="559429" y="1443234"/>
                  <a:pt x="567468" y="1442790"/>
                  <a:pt x="574022" y="1442790"/>
                </a:cubicBezTo>
                <a:lnTo>
                  <a:pt x="583996" y="1443428"/>
                </a:lnTo>
                <a:lnTo>
                  <a:pt x="595586" y="1445160"/>
                </a:lnTo>
                <a:lnTo>
                  <a:pt x="602161" y="1446933"/>
                </a:lnTo>
                <a:lnTo>
                  <a:pt x="601153" y="1445991"/>
                </a:lnTo>
                <a:lnTo>
                  <a:pt x="595586" y="1445160"/>
                </a:lnTo>
                <a:lnTo>
                  <a:pt x="590771" y="1443861"/>
                </a:lnTo>
                <a:lnTo>
                  <a:pt x="583996" y="1443428"/>
                </a:lnTo>
                <a:lnTo>
                  <a:pt x="569767" y="1441302"/>
                </a:lnTo>
                <a:cubicBezTo>
                  <a:pt x="562570" y="1441302"/>
                  <a:pt x="554859" y="1441497"/>
                  <a:pt x="546633" y="1441888"/>
                </a:cubicBezTo>
                <a:close/>
                <a:moveTo>
                  <a:pt x="1304392" y="1080543"/>
                </a:moveTo>
                <a:lnTo>
                  <a:pt x="1305508" y="1080543"/>
                </a:lnTo>
                <a:lnTo>
                  <a:pt x="1305508" y="1234552"/>
                </a:lnTo>
                <a:lnTo>
                  <a:pt x="1306698" y="1235943"/>
                </a:lnTo>
                <a:lnTo>
                  <a:pt x="1306698" y="1082475"/>
                </a:lnTo>
                <a:lnTo>
                  <a:pt x="1319477" y="1082180"/>
                </a:lnTo>
                <a:lnTo>
                  <a:pt x="1336642" y="1084484"/>
                </a:lnTo>
                <a:lnTo>
                  <a:pt x="1330222" y="1081392"/>
                </a:lnTo>
                <a:cubicBezTo>
                  <a:pt x="1326563" y="1080429"/>
                  <a:pt x="1322244" y="1079947"/>
                  <a:pt x="1317265" y="1079948"/>
                </a:cubicBezTo>
                <a:cubicBezTo>
                  <a:pt x="1313052" y="1079947"/>
                  <a:pt x="1308760" y="1080146"/>
                  <a:pt x="1304392" y="1080543"/>
                </a:cubicBezTo>
                <a:close/>
                <a:moveTo>
                  <a:pt x="1908708" y="797918"/>
                </a:moveTo>
                <a:lnTo>
                  <a:pt x="1908708" y="873820"/>
                </a:lnTo>
                <a:lnTo>
                  <a:pt x="1911982" y="873820"/>
                </a:lnTo>
                <a:lnTo>
                  <a:pt x="1911982" y="798811"/>
                </a:lnTo>
                <a:lnTo>
                  <a:pt x="1944803" y="798811"/>
                </a:lnTo>
                <a:lnTo>
                  <a:pt x="1943943" y="797918"/>
                </a:lnTo>
                <a:close/>
                <a:moveTo>
                  <a:pt x="332916" y="1524669"/>
                </a:moveTo>
                <a:lnTo>
                  <a:pt x="332916" y="1599357"/>
                </a:lnTo>
                <a:lnTo>
                  <a:pt x="334256" y="1599358"/>
                </a:lnTo>
                <a:lnTo>
                  <a:pt x="334256" y="1527920"/>
                </a:lnTo>
                <a:cubicBezTo>
                  <a:pt x="343385" y="1527226"/>
                  <a:pt x="349334" y="1526878"/>
                  <a:pt x="352101" y="1526878"/>
                </a:cubicBezTo>
                <a:cubicBezTo>
                  <a:pt x="368644" y="1526878"/>
                  <a:pt x="380816" y="1528508"/>
                  <a:pt x="388615" y="1531767"/>
                </a:cubicBezTo>
                <a:lnTo>
                  <a:pt x="398735" y="1539572"/>
                </a:lnTo>
                <a:lnTo>
                  <a:pt x="392521" y="1532115"/>
                </a:lnTo>
                <a:cubicBezTo>
                  <a:pt x="384136" y="1526838"/>
                  <a:pt x="367851" y="1524199"/>
                  <a:pt x="343667" y="1524199"/>
                </a:cubicBezTo>
                <a:cubicBezTo>
                  <a:pt x="341361" y="1524199"/>
                  <a:pt x="337778" y="1524356"/>
                  <a:pt x="332916" y="1524669"/>
                </a:cubicBezTo>
                <a:close/>
                <a:moveTo>
                  <a:pt x="1967644" y="756460"/>
                </a:moveTo>
                <a:lnTo>
                  <a:pt x="1977467" y="759551"/>
                </a:lnTo>
                <a:lnTo>
                  <a:pt x="1977467" y="828784"/>
                </a:lnTo>
                <a:lnTo>
                  <a:pt x="1967644" y="825800"/>
                </a:lnTo>
                <a:close/>
                <a:moveTo>
                  <a:pt x="433850" y="1463500"/>
                </a:moveTo>
                <a:lnTo>
                  <a:pt x="436352" y="1473828"/>
                </a:lnTo>
                <a:cubicBezTo>
                  <a:pt x="436352" y="1481830"/>
                  <a:pt x="434735" y="1488805"/>
                  <a:pt x="431502" y="1494751"/>
                </a:cubicBezTo>
                <a:lnTo>
                  <a:pt x="419175" y="1507253"/>
                </a:lnTo>
                <a:lnTo>
                  <a:pt x="412616" y="1511349"/>
                </a:lnTo>
                <a:lnTo>
                  <a:pt x="405839" y="1514228"/>
                </a:lnTo>
                <a:lnTo>
                  <a:pt x="407298" y="1514670"/>
                </a:lnTo>
                <a:lnTo>
                  <a:pt x="412616" y="1511349"/>
                </a:lnTo>
                <a:lnTo>
                  <a:pt x="416953" y="1509506"/>
                </a:lnTo>
                <a:lnTo>
                  <a:pt x="419175" y="1507253"/>
                </a:lnTo>
                <a:lnTo>
                  <a:pt x="430267" y="1500326"/>
                </a:lnTo>
                <a:cubicBezTo>
                  <a:pt x="436010" y="1493072"/>
                  <a:pt x="438882" y="1484298"/>
                  <a:pt x="438882" y="1474002"/>
                </a:cubicBezTo>
                <a:close/>
                <a:moveTo>
                  <a:pt x="1080033" y="1159868"/>
                </a:moveTo>
                <a:lnTo>
                  <a:pt x="1080033" y="1235771"/>
                </a:lnTo>
                <a:lnTo>
                  <a:pt x="1083307" y="1235771"/>
                </a:lnTo>
                <a:lnTo>
                  <a:pt x="1083307" y="1160761"/>
                </a:lnTo>
                <a:lnTo>
                  <a:pt x="1116128" y="1160761"/>
                </a:lnTo>
                <a:lnTo>
                  <a:pt x="1115268" y="1159868"/>
                </a:lnTo>
                <a:close/>
                <a:moveTo>
                  <a:pt x="853019" y="1256755"/>
                </a:moveTo>
                <a:lnTo>
                  <a:pt x="1008449" y="1256755"/>
                </a:lnTo>
                <a:lnTo>
                  <a:pt x="1011635" y="1250991"/>
                </a:lnTo>
                <a:cubicBezTo>
                  <a:pt x="1001172" y="1238585"/>
                  <a:pt x="992624" y="1224039"/>
                  <a:pt x="985990" y="1207354"/>
                </a:cubicBezTo>
                <a:lnTo>
                  <a:pt x="985369" y="1202028"/>
                </a:lnTo>
                <a:lnTo>
                  <a:pt x="995434" y="1204514"/>
                </a:lnTo>
                <a:lnTo>
                  <a:pt x="996997" y="1208309"/>
                </a:lnTo>
                <a:cubicBezTo>
                  <a:pt x="1003351" y="1222350"/>
                  <a:pt x="1011189" y="1235710"/>
                  <a:pt x="1020509" y="1248388"/>
                </a:cubicBezTo>
                <a:lnTo>
                  <a:pt x="1021676" y="1250244"/>
                </a:lnTo>
                <a:lnTo>
                  <a:pt x="1013951" y="1266578"/>
                </a:lnTo>
                <a:lnTo>
                  <a:pt x="858335" y="1266578"/>
                </a:lnTo>
                <a:close/>
                <a:moveTo>
                  <a:pt x="489479" y="1423443"/>
                </a:moveTo>
                <a:lnTo>
                  <a:pt x="651236" y="1423443"/>
                </a:lnTo>
                <a:lnTo>
                  <a:pt x="648462" y="1430740"/>
                </a:lnTo>
                <a:cubicBezTo>
                  <a:pt x="638622" y="1442793"/>
                  <a:pt x="629944" y="1457224"/>
                  <a:pt x="622429" y="1474030"/>
                </a:cubicBezTo>
                <a:cubicBezTo>
                  <a:pt x="619434" y="1470628"/>
                  <a:pt x="617693" y="1468398"/>
                  <a:pt x="617206" y="1467342"/>
                </a:cubicBezTo>
                <a:lnTo>
                  <a:pt x="616902" y="1466813"/>
                </a:lnTo>
                <a:lnTo>
                  <a:pt x="611355" y="1464626"/>
                </a:lnTo>
                <a:cubicBezTo>
                  <a:pt x="604239" y="1458957"/>
                  <a:pt x="599090" y="1455587"/>
                  <a:pt x="595908" y="1454516"/>
                </a:cubicBezTo>
                <a:cubicBezTo>
                  <a:pt x="592726" y="1453446"/>
                  <a:pt x="586177" y="1452911"/>
                  <a:pt x="576262" y="1452911"/>
                </a:cubicBezTo>
                <a:cubicBezTo>
                  <a:pt x="573253" y="1452911"/>
                  <a:pt x="567768" y="1453126"/>
                  <a:pt x="559809" y="1453557"/>
                </a:cubicBezTo>
                <a:lnTo>
                  <a:pt x="559730" y="1453562"/>
                </a:lnTo>
                <a:lnTo>
                  <a:pt x="559730" y="1503215"/>
                </a:lnTo>
                <a:lnTo>
                  <a:pt x="581873" y="1503215"/>
                </a:lnTo>
                <a:lnTo>
                  <a:pt x="605272" y="1477428"/>
                </a:lnTo>
                <a:lnTo>
                  <a:pt x="605272" y="1546117"/>
                </a:lnTo>
                <a:lnTo>
                  <a:pt x="590527" y="1530808"/>
                </a:lnTo>
                <a:lnTo>
                  <a:pt x="591449" y="1532385"/>
                </a:lnTo>
                <a:lnTo>
                  <a:pt x="559730" y="1532385"/>
                </a:lnTo>
                <a:lnTo>
                  <a:pt x="559730" y="1597721"/>
                </a:lnTo>
                <a:cubicBezTo>
                  <a:pt x="577171" y="1597721"/>
                  <a:pt x="589799" y="1596399"/>
                  <a:pt x="597614" y="1593756"/>
                </a:cubicBezTo>
                <a:cubicBezTo>
                  <a:pt x="605429" y="1591112"/>
                  <a:pt x="612383" y="1585471"/>
                  <a:pt x="618476" y="1576831"/>
                </a:cubicBezTo>
                <a:lnTo>
                  <a:pt x="623612" y="1565041"/>
                </a:lnTo>
                <a:cubicBezTo>
                  <a:pt x="623770" y="1564725"/>
                  <a:pt x="625635" y="1563152"/>
                  <a:pt x="629205" y="1560323"/>
                </a:cubicBezTo>
                <a:cubicBezTo>
                  <a:pt x="632867" y="1572317"/>
                  <a:pt x="636502" y="1581416"/>
                  <a:pt x="640111" y="1587617"/>
                </a:cubicBezTo>
                <a:cubicBezTo>
                  <a:pt x="643720" y="1593819"/>
                  <a:pt x="650056" y="1602793"/>
                  <a:pt x="659117" y="1614538"/>
                </a:cubicBezTo>
                <a:lnTo>
                  <a:pt x="489479" y="1614538"/>
                </a:lnTo>
                <a:lnTo>
                  <a:pt x="511659" y="1593128"/>
                </a:lnTo>
                <a:lnTo>
                  <a:pt x="511659" y="1532385"/>
                </a:lnTo>
                <a:cubicBezTo>
                  <a:pt x="506189" y="1533300"/>
                  <a:pt x="499491" y="1535832"/>
                  <a:pt x="491562" y="1539982"/>
                </a:cubicBezTo>
                <a:lnTo>
                  <a:pt x="487437" y="1533199"/>
                </a:lnTo>
                <a:cubicBezTo>
                  <a:pt x="494561" y="1527559"/>
                  <a:pt x="502635" y="1524185"/>
                  <a:pt x="511659" y="1523078"/>
                </a:cubicBezTo>
                <a:lnTo>
                  <a:pt x="511659" y="1521507"/>
                </a:lnTo>
                <a:cubicBezTo>
                  <a:pt x="511746" y="1521516"/>
                  <a:pt x="511570" y="1521520"/>
                  <a:pt x="511133" y="1521520"/>
                </a:cubicBezTo>
                <a:cubicBezTo>
                  <a:pt x="502019" y="1521520"/>
                  <a:pt x="491980" y="1525142"/>
                  <a:pt x="481016" y="1532385"/>
                </a:cubicBezTo>
                <a:cubicBezTo>
                  <a:pt x="485974" y="1512938"/>
                  <a:pt x="496188" y="1503215"/>
                  <a:pt x="511659" y="1503215"/>
                </a:cubicBezTo>
                <a:lnTo>
                  <a:pt x="511659" y="1445369"/>
                </a:lnTo>
                <a:close/>
                <a:moveTo>
                  <a:pt x="1138969" y="1118410"/>
                </a:moveTo>
                <a:lnTo>
                  <a:pt x="1148792" y="1121501"/>
                </a:lnTo>
                <a:lnTo>
                  <a:pt x="1148792" y="1190734"/>
                </a:lnTo>
                <a:lnTo>
                  <a:pt x="1138969" y="1187750"/>
                </a:lnTo>
                <a:close/>
                <a:moveTo>
                  <a:pt x="2015476" y="706687"/>
                </a:moveTo>
                <a:lnTo>
                  <a:pt x="2020343" y="712877"/>
                </a:lnTo>
                <a:lnTo>
                  <a:pt x="2018950" y="715502"/>
                </a:lnTo>
                <a:cubicBezTo>
                  <a:pt x="2007125" y="731396"/>
                  <a:pt x="1998634" y="745275"/>
                  <a:pt x="1993480" y="757139"/>
                </a:cubicBezTo>
                <a:lnTo>
                  <a:pt x="1986955" y="751598"/>
                </a:lnTo>
                <a:cubicBezTo>
                  <a:pt x="1993742" y="735146"/>
                  <a:pt x="2003249" y="720176"/>
                  <a:pt x="2015476" y="706687"/>
                </a:cubicBezTo>
                <a:close/>
                <a:moveTo>
                  <a:pt x="1186801" y="1068636"/>
                </a:moveTo>
                <a:lnTo>
                  <a:pt x="1191668" y="1074827"/>
                </a:lnTo>
                <a:lnTo>
                  <a:pt x="1190275" y="1077452"/>
                </a:lnTo>
                <a:cubicBezTo>
                  <a:pt x="1178450" y="1093346"/>
                  <a:pt x="1169960" y="1107225"/>
                  <a:pt x="1164805" y="1119089"/>
                </a:cubicBezTo>
                <a:lnTo>
                  <a:pt x="1158279" y="1113548"/>
                </a:lnTo>
                <a:cubicBezTo>
                  <a:pt x="1165067" y="1097096"/>
                  <a:pt x="1174574" y="1082126"/>
                  <a:pt x="1186801" y="1068636"/>
                </a:cubicBezTo>
                <a:close/>
                <a:moveTo>
                  <a:pt x="1197861" y="1061493"/>
                </a:moveTo>
                <a:lnTo>
                  <a:pt x="1379636" y="1061493"/>
                </a:lnTo>
                <a:cubicBezTo>
                  <a:pt x="1378515" y="1066044"/>
                  <a:pt x="1377862" y="1068515"/>
                  <a:pt x="1377678" y="1068904"/>
                </a:cubicBezTo>
                <a:lnTo>
                  <a:pt x="1367962" y="1085603"/>
                </a:lnTo>
                <a:cubicBezTo>
                  <a:pt x="1364429" y="1092362"/>
                  <a:pt x="1361247" y="1100268"/>
                  <a:pt x="1358416" y="1109320"/>
                </a:cubicBezTo>
                <a:lnTo>
                  <a:pt x="1356519" y="1112371"/>
                </a:lnTo>
                <a:lnTo>
                  <a:pt x="1350924" y="1110167"/>
                </a:lnTo>
                <a:lnTo>
                  <a:pt x="1350358" y="1107709"/>
                </a:lnTo>
                <a:lnTo>
                  <a:pt x="1347027" y="1098356"/>
                </a:lnTo>
                <a:lnTo>
                  <a:pt x="1334853" y="1093853"/>
                </a:lnTo>
                <a:cubicBezTo>
                  <a:pt x="1329955" y="1092620"/>
                  <a:pt x="1325162" y="1092003"/>
                  <a:pt x="1320474" y="1092003"/>
                </a:cubicBezTo>
                <a:cubicBezTo>
                  <a:pt x="1318530" y="1092003"/>
                  <a:pt x="1317237" y="1092050"/>
                  <a:pt x="1316596" y="1092144"/>
                </a:cubicBezTo>
                <a:lnTo>
                  <a:pt x="1317177" y="1235247"/>
                </a:lnTo>
                <a:lnTo>
                  <a:pt x="1340380" y="1266578"/>
                </a:lnTo>
                <a:lnTo>
                  <a:pt x="1261299" y="1266578"/>
                </a:lnTo>
                <a:lnTo>
                  <a:pt x="1256355" y="1256755"/>
                </a:lnTo>
                <a:lnTo>
                  <a:pt x="1326253" y="1256755"/>
                </a:lnTo>
                <a:lnTo>
                  <a:pt x="1317780" y="1248891"/>
                </a:lnTo>
                <a:lnTo>
                  <a:pt x="1322728" y="1254672"/>
                </a:lnTo>
                <a:lnTo>
                  <a:pt x="1249955" y="1254672"/>
                </a:lnTo>
                <a:lnTo>
                  <a:pt x="1270384" y="1233201"/>
                </a:lnTo>
                <a:lnTo>
                  <a:pt x="1270385" y="1092349"/>
                </a:lnTo>
                <a:lnTo>
                  <a:pt x="1263001" y="1092300"/>
                </a:lnTo>
                <a:cubicBezTo>
                  <a:pt x="1253812" y="1092300"/>
                  <a:pt x="1247393" y="1093996"/>
                  <a:pt x="1243743" y="1097387"/>
                </a:cubicBezTo>
                <a:cubicBezTo>
                  <a:pt x="1240093" y="1100778"/>
                  <a:pt x="1237836" y="1107963"/>
                  <a:pt x="1236972" y="1118940"/>
                </a:cubicBezTo>
                <a:lnTo>
                  <a:pt x="1227338" y="1118940"/>
                </a:lnTo>
                <a:cubicBezTo>
                  <a:pt x="1228479" y="1104653"/>
                  <a:pt x="1231745" y="1095004"/>
                  <a:pt x="1237135" y="1089993"/>
                </a:cubicBezTo>
                <a:cubicBezTo>
                  <a:pt x="1242526" y="1084983"/>
                  <a:pt x="1250207" y="1082477"/>
                  <a:pt x="1260180" y="1082478"/>
                </a:cubicBezTo>
                <a:lnTo>
                  <a:pt x="1271780" y="1082643"/>
                </a:lnTo>
                <a:lnTo>
                  <a:pt x="1270385" y="1082619"/>
                </a:lnTo>
                <a:lnTo>
                  <a:pt x="1270384" y="1081112"/>
                </a:lnTo>
                <a:cubicBezTo>
                  <a:pt x="1267158" y="1080733"/>
                  <a:pt x="1263432" y="1080543"/>
                  <a:pt x="1259206" y="1080543"/>
                </a:cubicBezTo>
                <a:cubicBezTo>
                  <a:pt x="1247520" y="1080543"/>
                  <a:pt x="1239192" y="1082832"/>
                  <a:pt x="1234221" y="1087412"/>
                </a:cubicBezTo>
                <a:cubicBezTo>
                  <a:pt x="1229251" y="1091992"/>
                  <a:pt x="1226450" y="1100895"/>
                  <a:pt x="1225817" y="1114122"/>
                </a:cubicBezTo>
                <a:lnTo>
                  <a:pt x="1218885" y="1114122"/>
                </a:lnTo>
                <a:cubicBezTo>
                  <a:pt x="1214306" y="1099323"/>
                  <a:pt x="1207680" y="1083687"/>
                  <a:pt x="1199007" y="1067213"/>
                </a:cubicBezTo>
                <a:close/>
                <a:moveTo>
                  <a:pt x="344227" y="1455369"/>
                </a:moveTo>
                <a:lnTo>
                  <a:pt x="344227" y="1506933"/>
                </a:lnTo>
                <a:lnTo>
                  <a:pt x="347234" y="1506935"/>
                </a:lnTo>
                <a:cubicBezTo>
                  <a:pt x="365255" y="1506935"/>
                  <a:pt x="378461" y="1504081"/>
                  <a:pt x="386854" y="1498372"/>
                </a:cubicBezTo>
                <a:cubicBezTo>
                  <a:pt x="395246" y="1492663"/>
                  <a:pt x="399442" y="1483934"/>
                  <a:pt x="399442" y="1472186"/>
                </a:cubicBezTo>
                <a:lnTo>
                  <a:pt x="398819" y="1468859"/>
                </a:lnTo>
                <a:lnTo>
                  <a:pt x="390622" y="1466161"/>
                </a:lnTo>
                <a:cubicBezTo>
                  <a:pt x="383657" y="1455740"/>
                  <a:pt x="373959" y="1450529"/>
                  <a:pt x="361531" y="1450530"/>
                </a:cubicBezTo>
                <a:cubicBezTo>
                  <a:pt x="354626" y="1450530"/>
                  <a:pt x="348858" y="1452142"/>
                  <a:pt x="344227" y="1455369"/>
                </a:cubicBezTo>
                <a:close/>
                <a:moveTo>
                  <a:pt x="1908708" y="717988"/>
                </a:moveTo>
                <a:lnTo>
                  <a:pt x="1908708" y="779315"/>
                </a:lnTo>
                <a:lnTo>
                  <a:pt x="1911982" y="779315"/>
                </a:lnTo>
                <a:lnTo>
                  <a:pt x="1911982" y="720221"/>
                </a:lnTo>
                <a:cubicBezTo>
                  <a:pt x="1921504" y="719334"/>
                  <a:pt x="1929543" y="718890"/>
                  <a:pt x="1936097" y="718890"/>
                </a:cubicBezTo>
                <a:lnTo>
                  <a:pt x="1946073" y="719528"/>
                </a:lnTo>
                <a:lnTo>
                  <a:pt x="1957660" y="721259"/>
                </a:lnTo>
                <a:lnTo>
                  <a:pt x="1964236" y="723033"/>
                </a:lnTo>
                <a:lnTo>
                  <a:pt x="1963228" y="722091"/>
                </a:lnTo>
                <a:lnTo>
                  <a:pt x="1957660" y="721259"/>
                </a:lnTo>
                <a:lnTo>
                  <a:pt x="1952846" y="719961"/>
                </a:lnTo>
                <a:lnTo>
                  <a:pt x="1946073" y="719528"/>
                </a:lnTo>
                <a:lnTo>
                  <a:pt x="1931842" y="717402"/>
                </a:lnTo>
                <a:cubicBezTo>
                  <a:pt x="1924645" y="717402"/>
                  <a:pt x="1916934" y="717598"/>
                  <a:pt x="1908708" y="717988"/>
                </a:cubicBezTo>
                <a:close/>
                <a:moveTo>
                  <a:pt x="332916" y="1445716"/>
                </a:moveTo>
                <a:lnTo>
                  <a:pt x="332916" y="1506874"/>
                </a:lnTo>
                <a:lnTo>
                  <a:pt x="334830" y="1506979"/>
                </a:lnTo>
                <a:cubicBezTo>
                  <a:pt x="335126" y="1506961"/>
                  <a:pt x="334935" y="1506944"/>
                  <a:pt x="334256" y="1506928"/>
                </a:cubicBezTo>
                <a:lnTo>
                  <a:pt x="334256" y="1448302"/>
                </a:lnTo>
                <a:cubicBezTo>
                  <a:pt x="344162" y="1443734"/>
                  <a:pt x="353316" y="1441451"/>
                  <a:pt x="361719" y="1441451"/>
                </a:cubicBezTo>
                <a:cubicBezTo>
                  <a:pt x="371429" y="1441451"/>
                  <a:pt x="379200" y="1443268"/>
                  <a:pt x="385034" y="1446902"/>
                </a:cubicBezTo>
                <a:cubicBezTo>
                  <a:pt x="387951" y="1448719"/>
                  <a:pt x="390654" y="1451488"/>
                  <a:pt x="393143" y="1455211"/>
                </a:cubicBezTo>
                <a:lnTo>
                  <a:pt x="398215" y="1465630"/>
                </a:lnTo>
                <a:lnTo>
                  <a:pt x="396830" y="1458236"/>
                </a:lnTo>
                <a:cubicBezTo>
                  <a:pt x="395088" y="1454079"/>
                  <a:pt x="392475" y="1450415"/>
                  <a:pt x="388992" y="1447244"/>
                </a:cubicBezTo>
                <a:cubicBezTo>
                  <a:pt x="382025" y="1440901"/>
                  <a:pt x="372813" y="1437730"/>
                  <a:pt x="361356" y="1437730"/>
                </a:cubicBezTo>
                <a:cubicBezTo>
                  <a:pt x="351157" y="1437730"/>
                  <a:pt x="341677" y="1440392"/>
                  <a:pt x="332916" y="1445716"/>
                </a:cubicBezTo>
                <a:close/>
                <a:moveTo>
                  <a:pt x="1080033" y="1079938"/>
                </a:moveTo>
                <a:lnTo>
                  <a:pt x="1080033" y="1141265"/>
                </a:lnTo>
                <a:lnTo>
                  <a:pt x="1083307" y="1141265"/>
                </a:lnTo>
                <a:lnTo>
                  <a:pt x="1083307" y="1082171"/>
                </a:lnTo>
                <a:cubicBezTo>
                  <a:pt x="1092829" y="1081284"/>
                  <a:pt x="1100868" y="1080840"/>
                  <a:pt x="1107422" y="1080840"/>
                </a:cubicBezTo>
                <a:lnTo>
                  <a:pt x="1117396" y="1081478"/>
                </a:lnTo>
                <a:lnTo>
                  <a:pt x="1128985" y="1083209"/>
                </a:lnTo>
                <a:lnTo>
                  <a:pt x="1135561" y="1084983"/>
                </a:lnTo>
                <a:lnTo>
                  <a:pt x="1134553" y="1084041"/>
                </a:lnTo>
                <a:lnTo>
                  <a:pt x="1128985" y="1083209"/>
                </a:lnTo>
                <a:lnTo>
                  <a:pt x="1124171" y="1081911"/>
                </a:lnTo>
                <a:lnTo>
                  <a:pt x="1117396" y="1081478"/>
                </a:lnTo>
                <a:lnTo>
                  <a:pt x="1103167" y="1079352"/>
                </a:lnTo>
                <a:cubicBezTo>
                  <a:pt x="1095970" y="1079352"/>
                  <a:pt x="1088259" y="1079547"/>
                  <a:pt x="1080033" y="1079938"/>
                </a:cubicBezTo>
                <a:close/>
                <a:moveTo>
                  <a:pt x="319810" y="1426880"/>
                </a:moveTo>
                <a:cubicBezTo>
                  <a:pt x="333302" y="1422505"/>
                  <a:pt x="347402" y="1420317"/>
                  <a:pt x="362110" y="1420317"/>
                </a:cubicBezTo>
                <a:cubicBezTo>
                  <a:pt x="383721" y="1420317"/>
                  <a:pt x="401497" y="1425264"/>
                  <a:pt x="415439" y="1435158"/>
                </a:cubicBezTo>
                <a:lnTo>
                  <a:pt x="425547" y="1446171"/>
                </a:lnTo>
                <a:lnTo>
                  <a:pt x="421885" y="1438528"/>
                </a:lnTo>
                <a:lnTo>
                  <a:pt x="421885" y="1433368"/>
                </a:lnTo>
                <a:lnTo>
                  <a:pt x="428224" y="1435219"/>
                </a:lnTo>
                <a:cubicBezTo>
                  <a:pt x="441878" y="1445750"/>
                  <a:pt x="448704" y="1459164"/>
                  <a:pt x="448704" y="1475463"/>
                </a:cubicBezTo>
                <a:cubicBezTo>
                  <a:pt x="448705" y="1498015"/>
                  <a:pt x="437713" y="1512894"/>
                  <a:pt x="415730" y="1520100"/>
                </a:cubicBezTo>
                <a:cubicBezTo>
                  <a:pt x="420163" y="1521436"/>
                  <a:pt x="424191" y="1523509"/>
                  <a:pt x="427812" y="1526319"/>
                </a:cubicBezTo>
                <a:lnTo>
                  <a:pt x="434903" y="1534144"/>
                </a:lnTo>
                <a:lnTo>
                  <a:pt x="434445" y="1532962"/>
                </a:lnTo>
                <a:lnTo>
                  <a:pt x="439217" y="1529102"/>
                </a:lnTo>
                <a:cubicBezTo>
                  <a:pt x="451694" y="1538234"/>
                  <a:pt x="457932" y="1551475"/>
                  <a:pt x="457932" y="1568825"/>
                </a:cubicBezTo>
                <a:cubicBezTo>
                  <a:pt x="457932" y="1586172"/>
                  <a:pt x="451800" y="1600560"/>
                  <a:pt x="439535" y="1611989"/>
                </a:cubicBezTo>
                <a:cubicBezTo>
                  <a:pt x="427682" y="1623015"/>
                  <a:pt x="410391" y="1628528"/>
                  <a:pt x="387662" y="1628528"/>
                </a:cubicBezTo>
                <a:lnTo>
                  <a:pt x="286789" y="1628528"/>
                </a:lnTo>
                <a:lnTo>
                  <a:pt x="282977" y="1618705"/>
                </a:lnTo>
                <a:lnTo>
                  <a:pt x="378032" y="1618705"/>
                </a:lnTo>
                <a:cubicBezTo>
                  <a:pt x="397662" y="1618705"/>
                  <a:pt x="411708" y="1616755"/>
                  <a:pt x="420169" y="1612855"/>
                </a:cubicBezTo>
                <a:cubicBezTo>
                  <a:pt x="438697" y="1604243"/>
                  <a:pt x="447960" y="1589235"/>
                  <a:pt x="447960" y="1567832"/>
                </a:cubicBezTo>
                <a:lnTo>
                  <a:pt x="441920" y="1552248"/>
                </a:lnTo>
                <a:lnTo>
                  <a:pt x="445877" y="1565792"/>
                </a:lnTo>
                <a:cubicBezTo>
                  <a:pt x="445877" y="1581186"/>
                  <a:pt x="440303" y="1593507"/>
                  <a:pt x="429156" y="1602753"/>
                </a:cubicBezTo>
                <a:cubicBezTo>
                  <a:pt x="418008" y="1611999"/>
                  <a:pt x="403298" y="1616622"/>
                  <a:pt x="385025" y="1616622"/>
                </a:cubicBezTo>
                <a:lnTo>
                  <a:pt x="277508" y="1616622"/>
                </a:lnTo>
                <a:lnTo>
                  <a:pt x="297644" y="1595132"/>
                </a:lnTo>
                <a:lnTo>
                  <a:pt x="297644" y="1536245"/>
                </a:lnTo>
                <a:cubicBezTo>
                  <a:pt x="294182" y="1536245"/>
                  <a:pt x="287734" y="1536829"/>
                  <a:pt x="278301" y="1537996"/>
                </a:cubicBezTo>
                <a:lnTo>
                  <a:pt x="276340" y="1528208"/>
                </a:lnTo>
                <a:cubicBezTo>
                  <a:pt x="287073" y="1527067"/>
                  <a:pt x="294174" y="1526497"/>
                  <a:pt x="297644" y="1526497"/>
                </a:cubicBezTo>
                <a:lnTo>
                  <a:pt x="297644" y="1524711"/>
                </a:lnTo>
                <a:lnTo>
                  <a:pt x="296972" y="1524711"/>
                </a:lnTo>
                <a:cubicBezTo>
                  <a:pt x="291687" y="1524711"/>
                  <a:pt x="283837" y="1525100"/>
                  <a:pt x="273422" y="1525878"/>
                </a:cubicBezTo>
                <a:lnTo>
                  <a:pt x="280924" y="1505908"/>
                </a:lnTo>
                <a:lnTo>
                  <a:pt x="285349" y="1506100"/>
                </a:lnTo>
                <a:cubicBezTo>
                  <a:pt x="288729" y="1506361"/>
                  <a:pt x="291533" y="1506491"/>
                  <a:pt x="293763" y="1506491"/>
                </a:cubicBezTo>
                <a:cubicBezTo>
                  <a:pt x="296862" y="1506491"/>
                  <a:pt x="298155" y="1506637"/>
                  <a:pt x="297644" y="1506928"/>
                </a:cubicBezTo>
                <a:lnTo>
                  <a:pt x="297644" y="1456859"/>
                </a:lnTo>
                <a:lnTo>
                  <a:pt x="281154" y="1446569"/>
                </a:lnTo>
                <a:cubicBezTo>
                  <a:pt x="293432" y="1437819"/>
                  <a:pt x="306317" y="1431256"/>
                  <a:pt x="319810" y="1426880"/>
                </a:cubicBezTo>
                <a:close/>
                <a:moveTo>
                  <a:pt x="681569" y="1256755"/>
                </a:moveTo>
                <a:lnTo>
                  <a:pt x="836999" y="1256755"/>
                </a:lnTo>
                <a:lnTo>
                  <a:pt x="840185" y="1250990"/>
                </a:lnTo>
                <a:cubicBezTo>
                  <a:pt x="829722" y="1238585"/>
                  <a:pt x="821174" y="1224039"/>
                  <a:pt x="814540" y="1207353"/>
                </a:cubicBezTo>
                <a:lnTo>
                  <a:pt x="813919" y="1202028"/>
                </a:lnTo>
                <a:lnTo>
                  <a:pt x="823984" y="1204514"/>
                </a:lnTo>
                <a:lnTo>
                  <a:pt x="825547" y="1208309"/>
                </a:lnTo>
                <a:cubicBezTo>
                  <a:pt x="831901" y="1222350"/>
                  <a:pt x="839739" y="1235710"/>
                  <a:pt x="849059" y="1248388"/>
                </a:cubicBezTo>
                <a:lnTo>
                  <a:pt x="850227" y="1250244"/>
                </a:lnTo>
                <a:lnTo>
                  <a:pt x="842501" y="1266578"/>
                </a:lnTo>
                <a:lnTo>
                  <a:pt x="686885" y="1266578"/>
                </a:lnTo>
                <a:close/>
                <a:moveTo>
                  <a:pt x="1851554" y="699543"/>
                </a:moveTo>
                <a:lnTo>
                  <a:pt x="2013311" y="699543"/>
                </a:lnTo>
                <a:lnTo>
                  <a:pt x="2010537" y="706840"/>
                </a:lnTo>
                <a:cubicBezTo>
                  <a:pt x="2000697" y="718893"/>
                  <a:pt x="1992019" y="733324"/>
                  <a:pt x="1984504" y="750130"/>
                </a:cubicBezTo>
                <a:cubicBezTo>
                  <a:pt x="1981508" y="746727"/>
                  <a:pt x="1979767" y="744498"/>
                  <a:pt x="1979281" y="743443"/>
                </a:cubicBezTo>
                <a:lnTo>
                  <a:pt x="1978977" y="742913"/>
                </a:lnTo>
                <a:lnTo>
                  <a:pt x="1973430" y="740726"/>
                </a:lnTo>
                <a:cubicBezTo>
                  <a:pt x="1966314" y="735057"/>
                  <a:pt x="1961165" y="731687"/>
                  <a:pt x="1957983" y="730616"/>
                </a:cubicBezTo>
                <a:cubicBezTo>
                  <a:pt x="1954801" y="729546"/>
                  <a:pt x="1948252" y="729011"/>
                  <a:pt x="1938337" y="729011"/>
                </a:cubicBezTo>
                <a:cubicBezTo>
                  <a:pt x="1935328" y="729011"/>
                  <a:pt x="1929844" y="729226"/>
                  <a:pt x="1921884" y="729657"/>
                </a:cubicBezTo>
                <a:lnTo>
                  <a:pt x="1921805" y="729662"/>
                </a:lnTo>
                <a:lnTo>
                  <a:pt x="1921805" y="779315"/>
                </a:lnTo>
                <a:lnTo>
                  <a:pt x="1943948" y="779314"/>
                </a:lnTo>
                <a:lnTo>
                  <a:pt x="1967347" y="753528"/>
                </a:lnTo>
                <a:lnTo>
                  <a:pt x="1967346" y="822217"/>
                </a:lnTo>
                <a:lnTo>
                  <a:pt x="1952602" y="806908"/>
                </a:lnTo>
                <a:lnTo>
                  <a:pt x="1953524" y="808485"/>
                </a:lnTo>
                <a:lnTo>
                  <a:pt x="1921805" y="808485"/>
                </a:lnTo>
                <a:lnTo>
                  <a:pt x="1921805" y="873820"/>
                </a:lnTo>
                <a:cubicBezTo>
                  <a:pt x="1939246" y="873821"/>
                  <a:pt x="1951874" y="872499"/>
                  <a:pt x="1959689" y="869855"/>
                </a:cubicBezTo>
                <a:cubicBezTo>
                  <a:pt x="1967504" y="867212"/>
                  <a:pt x="1974458" y="861571"/>
                  <a:pt x="1980550" y="852931"/>
                </a:cubicBezTo>
                <a:lnTo>
                  <a:pt x="1985687" y="841141"/>
                </a:lnTo>
                <a:cubicBezTo>
                  <a:pt x="1985845" y="840825"/>
                  <a:pt x="1987710" y="839252"/>
                  <a:pt x="1991280" y="836423"/>
                </a:cubicBezTo>
                <a:cubicBezTo>
                  <a:pt x="1994942" y="848417"/>
                  <a:pt x="1998577" y="857516"/>
                  <a:pt x="2002186" y="863718"/>
                </a:cubicBezTo>
                <a:cubicBezTo>
                  <a:pt x="2005795" y="869920"/>
                  <a:pt x="2012130" y="878893"/>
                  <a:pt x="2021192" y="890638"/>
                </a:cubicBezTo>
                <a:lnTo>
                  <a:pt x="1851554" y="890638"/>
                </a:lnTo>
                <a:lnTo>
                  <a:pt x="1873734" y="869228"/>
                </a:lnTo>
                <a:lnTo>
                  <a:pt x="1873734" y="808485"/>
                </a:lnTo>
                <a:cubicBezTo>
                  <a:pt x="1868264" y="809400"/>
                  <a:pt x="1861565" y="811932"/>
                  <a:pt x="1853637" y="816082"/>
                </a:cubicBezTo>
                <a:lnTo>
                  <a:pt x="1849512" y="809299"/>
                </a:lnTo>
                <a:cubicBezTo>
                  <a:pt x="1856635" y="803659"/>
                  <a:pt x="1864709" y="800285"/>
                  <a:pt x="1873734" y="799179"/>
                </a:cubicBezTo>
                <a:lnTo>
                  <a:pt x="1873734" y="797607"/>
                </a:lnTo>
                <a:cubicBezTo>
                  <a:pt x="1873820" y="797616"/>
                  <a:pt x="1873645" y="797620"/>
                  <a:pt x="1873208" y="797621"/>
                </a:cubicBezTo>
                <a:cubicBezTo>
                  <a:pt x="1864094" y="797620"/>
                  <a:pt x="1854055" y="801242"/>
                  <a:pt x="1843091" y="808485"/>
                </a:cubicBezTo>
                <a:cubicBezTo>
                  <a:pt x="1848049" y="789038"/>
                  <a:pt x="1858263" y="779315"/>
                  <a:pt x="1873734" y="779315"/>
                </a:cubicBezTo>
                <a:lnTo>
                  <a:pt x="1873734" y="721469"/>
                </a:lnTo>
                <a:close/>
                <a:moveTo>
                  <a:pt x="1811633" y="712193"/>
                </a:moveTo>
                <a:lnTo>
                  <a:pt x="1819402" y="715721"/>
                </a:lnTo>
                <a:lnTo>
                  <a:pt x="1792787" y="768897"/>
                </a:lnTo>
                <a:lnTo>
                  <a:pt x="1784846" y="765764"/>
                </a:lnTo>
                <a:close/>
                <a:moveTo>
                  <a:pt x="1022879" y="1061493"/>
                </a:moveTo>
                <a:lnTo>
                  <a:pt x="1184636" y="1061493"/>
                </a:lnTo>
                <a:lnTo>
                  <a:pt x="1181862" y="1068790"/>
                </a:lnTo>
                <a:cubicBezTo>
                  <a:pt x="1172022" y="1080843"/>
                  <a:pt x="1163344" y="1095274"/>
                  <a:pt x="1155829" y="1112080"/>
                </a:cubicBezTo>
                <a:cubicBezTo>
                  <a:pt x="1152833" y="1108678"/>
                  <a:pt x="1151093" y="1106448"/>
                  <a:pt x="1150606" y="1105392"/>
                </a:cubicBezTo>
                <a:lnTo>
                  <a:pt x="1150302" y="1104863"/>
                </a:lnTo>
                <a:lnTo>
                  <a:pt x="1144755" y="1102676"/>
                </a:lnTo>
                <a:cubicBezTo>
                  <a:pt x="1137639" y="1097007"/>
                  <a:pt x="1132490" y="1093637"/>
                  <a:pt x="1129308" y="1092566"/>
                </a:cubicBezTo>
                <a:cubicBezTo>
                  <a:pt x="1126126" y="1091496"/>
                  <a:pt x="1119577" y="1090961"/>
                  <a:pt x="1109662" y="1090961"/>
                </a:cubicBezTo>
                <a:cubicBezTo>
                  <a:pt x="1106653" y="1090961"/>
                  <a:pt x="1101168" y="1091176"/>
                  <a:pt x="1093209" y="1091607"/>
                </a:cubicBezTo>
                <a:lnTo>
                  <a:pt x="1093130" y="1091612"/>
                </a:lnTo>
                <a:lnTo>
                  <a:pt x="1093130" y="1141265"/>
                </a:lnTo>
                <a:lnTo>
                  <a:pt x="1115273" y="1141265"/>
                </a:lnTo>
                <a:lnTo>
                  <a:pt x="1138671" y="1115478"/>
                </a:lnTo>
                <a:lnTo>
                  <a:pt x="1138671" y="1184167"/>
                </a:lnTo>
                <a:lnTo>
                  <a:pt x="1123927" y="1168858"/>
                </a:lnTo>
                <a:lnTo>
                  <a:pt x="1124849" y="1170435"/>
                </a:lnTo>
                <a:lnTo>
                  <a:pt x="1093130" y="1170435"/>
                </a:lnTo>
                <a:lnTo>
                  <a:pt x="1093130" y="1235771"/>
                </a:lnTo>
                <a:cubicBezTo>
                  <a:pt x="1110571" y="1235771"/>
                  <a:pt x="1123199" y="1234449"/>
                  <a:pt x="1131014" y="1231806"/>
                </a:cubicBezTo>
                <a:cubicBezTo>
                  <a:pt x="1138829" y="1229162"/>
                  <a:pt x="1145783" y="1223521"/>
                  <a:pt x="1151875" y="1214881"/>
                </a:cubicBezTo>
                <a:lnTo>
                  <a:pt x="1157012" y="1203091"/>
                </a:lnTo>
                <a:cubicBezTo>
                  <a:pt x="1157170" y="1202775"/>
                  <a:pt x="1159035" y="1201202"/>
                  <a:pt x="1162605" y="1198373"/>
                </a:cubicBezTo>
                <a:cubicBezTo>
                  <a:pt x="1166267" y="1210367"/>
                  <a:pt x="1169902" y="1219466"/>
                  <a:pt x="1173511" y="1225668"/>
                </a:cubicBezTo>
                <a:cubicBezTo>
                  <a:pt x="1177120" y="1231870"/>
                  <a:pt x="1183456" y="1240843"/>
                  <a:pt x="1192517" y="1252588"/>
                </a:cubicBezTo>
                <a:lnTo>
                  <a:pt x="1022879" y="1252588"/>
                </a:lnTo>
                <a:lnTo>
                  <a:pt x="1045059" y="1231178"/>
                </a:lnTo>
                <a:lnTo>
                  <a:pt x="1045059" y="1170435"/>
                </a:lnTo>
                <a:cubicBezTo>
                  <a:pt x="1039589" y="1171350"/>
                  <a:pt x="1032890" y="1173882"/>
                  <a:pt x="1024962" y="1178032"/>
                </a:cubicBezTo>
                <a:lnTo>
                  <a:pt x="1020837" y="1171249"/>
                </a:lnTo>
                <a:cubicBezTo>
                  <a:pt x="1027960" y="1165609"/>
                  <a:pt x="1036034" y="1162235"/>
                  <a:pt x="1045059" y="1161128"/>
                </a:cubicBezTo>
                <a:lnTo>
                  <a:pt x="1045059" y="1159557"/>
                </a:lnTo>
                <a:cubicBezTo>
                  <a:pt x="1045145" y="1159566"/>
                  <a:pt x="1044970" y="1159570"/>
                  <a:pt x="1044533" y="1159570"/>
                </a:cubicBezTo>
                <a:cubicBezTo>
                  <a:pt x="1035419" y="1159570"/>
                  <a:pt x="1025380" y="1163192"/>
                  <a:pt x="1014416" y="1170435"/>
                </a:cubicBezTo>
                <a:cubicBezTo>
                  <a:pt x="1019374" y="1150988"/>
                  <a:pt x="1029588" y="1141265"/>
                  <a:pt x="1045059" y="1141265"/>
                </a:cubicBezTo>
                <a:lnTo>
                  <a:pt x="1045059" y="1083419"/>
                </a:lnTo>
                <a:close/>
                <a:moveTo>
                  <a:pt x="1711933" y="722177"/>
                </a:moveTo>
                <a:cubicBezTo>
                  <a:pt x="1705226" y="725559"/>
                  <a:pt x="1699454" y="730632"/>
                  <a:pt x="1694618" y="737396"/>
                </a:cubicBezTo>
                <a:cubicBezTo>
                  <a:pt x="1684945" y="750924"/>
                  <a:pt x="1680108" y="770167"/>
                  <a:pt x="1680108" y="795125"/>
                </a:cubicBezTo>
                <a:cubicBezTo>
                  <a:pt x="1680108" y="812109"/>
                  <a:pt x="1682256" y="826439"/>
                  <a:pt x="1686551" y="838116"/>
                </a:cubicBezTo>
                <a:lnTo>
                  <a:pt x="1691542" y="845105"/>
                </a:lnTo>
                <a:lnTo>
                  <a:pt x="1691560" y="845221"/>
                </a:lnTo>
                <a:cubicBezTo>
                  <a:pt x="1694137" y="851549"/>
                  <a:pt x="1697944" y="857208"/>
                  <a:pt x="1702980" y="862199"/>
                </a:cubicBezTo>
                <a:lnTo>
                  <a:pt x="1704495" y="863243"/>
                </a:lnTo>
                <a:lnTo>
                  <a:pt x="1705881" y="865184"/>
                </a:lnTo>
                <a:lnTo>
                  <a:pt x="1713574" y="869505"/>
                </a:lnTo>
                <a:lnTo>
                  <a:pt x="1704495" y="863243"/>
                </a:lnTo>
                <a:lnTo>
                  <a:pt x="1691542" y="845105"/>
                </a:lnTo>
                <a:lnTo>
                  <a:pt x="1683829" y="794179"/>
                </a:lnTo>
                <a:cubicBezTo>
                  <a:pt x="1683829" y="770559"/>
                  <a:pt x="1688398" y="752006"/>
                  <a:pt x="1697535" y="738522"/>
                </a:cubicBezTo>
                <a:cubicBezTo>
                  <a:pt x="1706673" y="725037"/>
                  <a:pt x="1719593" y="718295"/>
                  <a:pt x="1736296" y="718295"/>
                </a:cubicBezTo>
                <a:cubicBezTo>
                  <a:pt x="1739955" y="718295"/>
                  <a:pt x="1743459" y="718690"/>
                  <a:pt x="1746806" y="719480"/>
                </a:cubicBezTo>
                <a:lnTo>
                  <a:pt x="1754877" y="722478"/>
                </a:lnTo>
                <a:lnTo>
                  <a:pt x="1751067" y="719933"/>
                </a:lnTo>
                <a:cubicBezTo>
                  <a:pt x="1746249" y="718047"/>
                  <a:pt x="1740847" y="717104"/>
                  <a:pt x="1734861" y="717105"/>
                </a:cubicBezTo>
                <a:cubicBezTo>
                  <a:pt x="1726283" y="717105"/>
                  <a:pt x="1718641" y="718796"/>
                  <a:pt x="1711933" y="722177"/>
                </a:cubicBezTo>
                <a:close/>
                <a:moveTo>
                  <a:pt x="1478460" y="813196"/>
                </a:moveTo>
                <a:cubicBezTo>
                  <a:pt x="1478356" y="815151"/>
                  <a:pt x="1477369" y="819041"/>
                  <a:pt x="1475500" y="824865"/>
                </a:cubicBezTo>
                <a:lnTo>
                  <a:pt x="1470709" y="839750"/>
                </a:lnTo>
                <a:cubicBezTo>
                  <a:pt x="1468227" y="847328"/>
                  <a:pt x="1466986" y="853633"/>
                  <a:pt x="1466986" y="858665"/>
                </a:cubicBezTo>
                <a:cubicBezTo>
                  <a:pt x="1466986" y="863722"/>
                  <a:pt x="1467809" y="867858"/>
                  <a:pt x="1469452" y="871071"/>
                </a:cubicBezTo>
                <a:lnTo>
                  <a:pt x="1470956" y="873281"/>
                </a:lnTo>
                <a:lnTo>
                  <a:pt x="1468624" y="861296"/>
                </a:lnTo>
                <a:cubicBezTo>
                  <a:pt x="1468624" y="850929"/>
                  <a:pt x="1472684" y="836368"/>
                  <a:pt x="1480804" y="817615"/>
                </a:cubicBezTo>
                <a:close/>
                <a:moveTo>
                  <a:pt x="1696602" y="704587"/>
                </a:moveTo>
                <a:cubicBezTo>
                  <a:pt x="1706523" y="700629"/>
                  <a:pt x="1717221" y="698650"/>
                  <a:pt x="1728696" y="698650"/>
                </a:cubicBezTo>
                <a:cubicBezTo>
                  <a:pt x="1738798" y="698650"/>
                  <a:pt x="1750446" y="700457"/>
                  <a:pt x="1763640" y="704073"/>
                </a:cubicBezTo>
                <a:cubicBezTo>
                  <a:pt x="1776447" y="707601"/>
                  <a:pt x="1784835" y="709365"/>
                  <a:pt x="1788804" y="709365"/>
                </a:cubicBezTo>
                <a:cubicBezTo>
                  <a:pt x="1794469" y="709365"/>
                  <a:pt x="1801735" y="707793"/>
                  <a:pt x="1810603" y="704650"/>
                </a:cubicBezTo>
                <a:lnTo>
                  <a:pt x="1778372" y="764308"/>
                </a:lnTo>
                <a:cubicBezTo>
                  <a:pt x="1777152" y="756116"/>
                  <a:pt x="1775325" y="749029"/>
                  <a:pt x="1772890" y="743047"/>
                </a:cubicBezTo>
                <a:lnTo>
                  <a:pt x="1771991" y="741605"/>
                </a:lnTo>
                <a:lnTo>
                  <a:pt x="1769103" y="740084"/>
                </a:lnTo>
                <a:cubicBezTo>
                  <a:pt x="1755868" y="732206"/>
                  <a:pt x="1745021" y="728267"/>
                  <a:pt x="1736563" y="728267"/>
                </a:cubicBezTo>
                <a:cubicBezTo>
                  <a:pt x="1726319" y="728267"/>
                  <a:pt x="1717766" y="731278"/>
                  <a:pt x="1710906" y="737301"/>
                </a:cubicBezTo>
                <a:cubicBezTo>
                  <a:pt x="1704822" y="744056"/>
                  <a:pt x="1700549" y="751930"/>
                  <a:pt x="1698088" y="760924"/>
                </a:cubicBezTo>
                <a:cubicBezTo>
                  <a:pt x="1695626" y="769918"/>
                  <a:pt x="1694396" y="782061"/>
                  <a:pt x="1694396" y="797353"/>
                </a:cubicBezTo>
                <a:cubicBezTo>
                  <a:pt x="1694396" y="816750"/>
                  <a:pt x="1696262" y="831421"/>
                  <a:pt x="1699993" y="841364"/>
                </a:cubicBezTo>
                <a:cubicBezTo>
                  <a:pt x="1703725" y="851308"/>
                  <a:pt x="1710987" y="860601"/>
                  <a:pt x="1721780" y="869244"/>
                </a:cubicBezTo>
                <a:lnTo>
                  <a:pt x="1721780" y="872853"/>
                </a:lnTo>
                <a:lnTo>
                  <a:pt x="1730622" y="875374"/>
                </a:lnTo>
                <a:cubicBezTo>
                  <a:pt x="1735433" y="876224"/>
                  <a:pt x="1740588" y="876648"/>
                  <a:pt x="1746086" y="876648"/>
                </a:cubicBezTo>
                <a:lnTo>
                  <a:pt x="1766577" y="876648"/>
                </a:lnTo>
                <a:lnTo>
                  <a:pt x="1766577" y="806848"/>
                </a:lnTo>
                <a:lnTo>
                  <a:pt x="1732819" y="806848"/>
                </a:lnTo>
                <a:cubicBezTo>
                  <a:pt x="1724478" y="806848"/>
                  <a:pt x="1718441" y="806378"/>
                  <a:pt x="1714706" y="805439"/>
                </a:cubicBezTo>
                <a:cubicBezTo>
                  <a:pt x="1710972" y="804499"/>
                  <a:pt x="1706980" y="802113"/>
                  <a:pt x="1702730" y="798281"/>
                </a:cubicBezTo>
                <a:lnTo>
                  <a:pt x="1702730" y="790300"/>
                </a:lnTo>
                <a:cubicBezTo>
                  <a:pt x="1709148" y="793105"/>
                  <a:pt x="1713922" y="794877"/>
                  <a:pt x="1717051" y="795617"/>
                </a:cubicBezTo>
                <a:cubicBezTo>
                  <a:pt x="1720181" y="796357"/>
                  <a:pt x="1725582" y="796728"/>
                  <a:pt x="1733256" y="796728"/>
                </a:cubicBezTo>
                <a:lnTo>
                  <a:pt x="1766577" y="796728"/>
                </a:lnTo>
                <a:lnTo>
                  <a:pt x="1766577" y="794793"/>
                </a:lnTo>
                <a:lnTo>
                  <a:pt x="1729031" y="794793"/>
                </a:lnTo>
                <a:lnTo>
                  <a:pt x="1722471" y="794793"/>
                </a:lnTo>
                <a:cubicBezTo>
                  <a:pt x="1706036" y="794793"/>
                  <a:pt x="1697819" y="788545"/>
                  <a:pt x="1697819" y="776050"/>
                </a:cubicBezTo>
                <a:cubicBezTo>
                  <a:pt x="1697819" y="771242"/>
                  <a:pt x="1699298" y="767062"/>
                  <a:pt x="1702256" y="763510"/>
                </a:cubicBezTo>
                <a:cubicBezTo>
                  <a:pt x="1705214" y="759957"/>
                  <a:pt x="1708859" y="758181"/>
                  <a:pt x="1713192" y="758181"/>
                </a:cubicBezTo>
                <a:cubicBezTo>
                  <a:pt x="1716549" y="758181"/>
                  <a:pt x="1719489" y="759410"/>
                  <a:pt x="1722013" y="761867"/>
                </a:cubicBezTo>
                <a:cubicBezTo>
                  <a:pt x="1724536" y="764324"/>
                  <a:pt x="1725799" y="767196"/>
                  <a:pt x="1725799" y="770483"/>
                </a:cubicBezTo>
                <a:cubicBezTo>
                  <a:pt x="1725798" y="773416"/>
                  <a:pt x="1725198" y="775746"/>
                  <a:pt x="1723996" y="777473"/>
                </a:cubicBezTo>
                <a:lnTo>
                  <a:pt x="1721520" y="779017"/>
                </a:lnTo>
                <a:lnTo>
                  <a:pt x="1722471" y="779017"/>
                </a:lnTo>
                <a:lnTo>
                  <a:pt x="1821839" y="779017"/>
                </a:lnTo>
                <a:lnTo>
                  <a:pt x="1801701" y="802899"/>
                </a:lnTo>
                <a:lnTo>
                  <a:pt x="1801701" y="872376"/>
                </a:lnTo>
                <a:lnTo>
                  <a:pt x="1803040" y="873835"/>
                </a:lnTo>
                <a:lnTo>
                  <a:pt x="1803040" y="802722"/>
                </a:lnTo>
                <a:lnTo>
                  <a:pt x="1823183" y="784031"/>
                </a:lnTo>
                <a:lnTo>
                  <a:pt x="1828190" y="790737"/>
                </a:lnTo>
                <a:lnTo>
                  <a:pt x="1813161" y="806594"/>
                </a:lnTo>
                <a:lnTo>
                  <a:pt x="1813161" y="872772"/>
                </a:lnTo>
                <a:lnTo>
                  <a:pt x="1837385" y="904628"/>
                </a:lnTo>
                <a:lnTo>
                  <a:pt x="1776358" y="904181"/>
                </a:lnTo>
                <a:lnTo>
                  <a:pt x="1723852" y="904777"/>
                </a:lnTo>
                <a:cubicBezTo>
                  <a:pt x="1720297" y="904777"/>
                  <a:pt x="1717645" y="904679"/>
                  <a:pt x="1715894" y="904484"/>
                </a:cubicBezTo>
                <a:cubicBezTo>
                  <a:pt x="1709222" y="903741"/>
                  <a:pt x="1702180" y="899076"/>
                  <a:pt x="1694768" y="890489"/>
                </a:cubicBezTo>
                <a:lnTo>
                  <a:pt x="1701456" y="890489"/>
                </a:lnTo>
                <a:cubicBezTo>
                  <a:pt x="1708072" y="893466"/>
                  <a:pt x="1717237" y="894954"/>
                  <a:pt x="1728949" y="894954"/>
                </a:cubicBezTo>
                <a:lnTo>
                  <a:pt x="1736270" y="894656"/>
                </a:lnTo>
                <a:lnTo>
                  <a:pt x="1823111" y="894656"/>
                </a:lnTo>
                <a:lnTo>
                  <a:pt x="1817557" y="889648"/>
                </a:lnTo>
                <a:lnTo>
                  <a:pt x="1820379" y="892722"/>
                </a:lnTo>
                <a:lnTo>
                  <a:pt x="1742732" y="892722"/>
                </a:lnTo>
                <a:lnTo>
                  <a:pt x="1727994" y="892722"/>
                </a:lnTo>
                <a:cubicBezTo>
                  <a:pt x="1715257" y="892722"/>
                  <a:pt x="1704676" y="891148"/>
                  <a:pt x="1696253" y="888002"/>
                </a:cubicBezTo>
                <a:cubicBezTo>
                  <a:pt x="1687829" y="884856"/>
                  <a:pt x="1680444" y="879570"/>
                  <a:pt x="1674097" y="872144"/>
                </a:cubicBezTo>
                <a:cubicBezTo>
                  <a:pt x="1651712" y="853177"/>
                  <a:pt x="1640520" y="828202"/>
                  <a:pt x="1640520" y="797218"/>
                </a:cubicBezTo>
                <a:cubicBezTo>
                  <a:pt x="1640520" y="765340"/>
                  <a:pt x="1650070" y="740400"/>
                  <a:pt x="1669169" y="722400"/>
                </a:cubicBezTo>
                <a:cubicBezTo>
                  <a:pt x="1677536" y="714483"/>
                  <a:pt x="1686681" y="708546"/>
                  <a:pt x="1696602" y="704587"/>
                </a:cubicBezTo>
                <a:close/>
                <a:moveTo>
                  <a:pt x="849008" y="1061493"/>
                </a:moveTo>
                <a:lnTo>
                  <a:pt x="924919" y="1061493"/>
                </a:lnTo>
                <a:lnTo>
                  <a:pt x="904267" y="1085656"/>
                </a:lnTo>
                <a:lnTo>
                  <a:pt x="904267" y="1237428"/>
                </a:lnTo>
                <a:lnTo>
                  <a:pt x="901979" y="1237429"/>
                </a:lnTo>
                <a:lnTo>
                  <a:pt x="905904" y="1237747"/>
                </a:lnTo>
                <a:lnTo>
                  <a:pt x="905904" y="1084670"/>
                </a:lnTo>
                <a:lnTo>
                  <a:pt x="925259" y="1067039"/>
                </a:lnTo>
                <a:lnTo>
                  <a:pt x="929882" y="1073631"/>
                </a:lnTo>
                <a:lnTo>
                  <a:pt x="915727" y="1088819"/>
                </a:lnTo>
                <a:lnTo>
                  <a:pt x="915727" y="1238168"/>
                </a:lnTo>
                <a:cubicBezTo>
                  <a:pt x="917829" y="1238356"/>
                  <a:pt x="920971" y="1238449"/>
                  <a:pt x="925152" y="1238449"/>
                </a:cubicBezTo>
                <a:cubicBezTo>
                  <a:pt x="939891" y="1238449"/>
                  <a:pt x="950940" y="1235267"/>
                  <a:pt x="958300" y="1228903"/>
                </a:cubicBezTo>
                <a:cubicBezTo>
                  <a:pt x="965660" y="1222539"/>
                  <a:pt x="971319" y="1210991"/>
                  <a:pt x="975277" y="1194259"/>
                </a:cubicBezTo>
                <a:cubicBezTo>
                  <a:pt x="986858" y="1221764"/>
                  <a:pt x="997602" y="1241902"/>
                  <a:pt x="1007512" y="1254672"/>
                </a:cubicBezTo>
                <a:lnTo>
                  <a:pt x="849008" y="1254672"/>
                </a:lnTo>
                <a:lnTo>
                  <a:pt x="869144" y="1233754"/>
                </a:lnTo>
                <a:lnTo>
                  <a:pt x="869144" y="1084380"/>
                </a:lnTo>
                <a:close/>
                <a:moveTo>
                  <a:pt x="1512984" y="752344"/>
                </a:moveTo>
                <a:lnTo>
                  <a:pt x="1500040" y="791088"/>
                </a:lnTo>
                <a:cubicBezTo>
                  <a:pt x="1500608" y="791429"/>
                  <a:pt x="1500941" y="791701"/>
                  <a:pt x="1501040" y="791902"/>
                </a:cubicBezTo>
                <a:lnTo>
                  <a:pt x="1505156" y="797174"/>
                </a:lnTo>
                <a:cubicBezTo>
                  <a:pt x="1507313" y="799309"/>
                  <a:pt x="1509562" y="801850"/>
                  <a:pt x="1511903" y="804799"/>
                </a:cubicBezTo>
                <a:lnTo>
                  <a:pt x="1519137" y="814777"/>
                </a:lnTo>
                <a:lnTo>
                  <a:pt x="1529980" y="802230"/>
                </a:lnTo>
                <a:close/>
                <a:moveTo>
                  <a:pt x="1506370" y="735415"/>
                </a:moveTo>
                <a:lnTo>
                  <a:pt x="1486322" y="793060"/>
                </a:lnTo>
                <a:cubicBezTo>
                  <a:pt x="1493248" y="799885"/>
                  <a:pt x="1499408" y="807025"/>
                  <a:pt x="1504803" y="814480"/>
                </a:cubicBezTo>
                <a:lnTo>
                  <a:pt x="1510689" y="822672"/>
                </a:lnTo>
                <a:lnTo>
                  <a:pt x="1511409" y="821798"/>
                </a:lnTo>
                <a:cubicBezTo>
                  <a:pt x="1511735" y="821364"/>
                  <a:pt x="1512137" y="821163"/>
                  <a:pt x="1512616" y="821194"/>
                </a:cubicBezTo>
                <a:cubicBezTo>
                  <a:pt x="1506252" y="812155"/>
                  <a:pt x="1498323" y="803035"/>
                  <a:pt x="1488829" y="793832"/>
                </a:cubicBezTo>
                <a:lnTo>
                  <a:pt x="1507507" y="743717"/>
                </a:lnTo>
                <a:close/>
                <a:moveTo>
                  <a:pt x="1478762" y="699543"/>
                </a:moveTo>
                <a:lnTo>
                  <a:pt x="1552132" y="699543"/>
                </a:lnTo>
                <a:lnTo>
                  <a:pt x="1536957" y="720411"/>
                </a:lnTo>
                <a:lnTo>
                  <a:pt x="1559409" y="780394"/>
                </a:lnTo>
                <a:lnTo>
                  <a:pt x="1560623" y="778798"/>
                </a:lnTo>
                <a:lnTo>
                  <a:pt x="1539026" y="722062"/>
                </a:lnTo>
                <a:lnTo>
                  <a:pt x="1556621" y="701878"/>
                </a:lnTo>
                <a:lnTo>
                  <a:pt x="1564390" y="705368"/>
                </a:lnTo>
                <a:lnTo>
                  <a:pt x="1549654" y="724153"/>
                </a:lnTo>
                <a:lnTo>
                  <a:pt x="1567843" y="773457"/>
                </a:lnTo>
                <a:lnTo>
                  <a:pt x="1571280" y="770541"/>
                </a:lnTo>
                <a:cubicBezTo>
                  <a:pt x="1574475" y="767984"/>
                  <a:pt x="1577712" y="765918"/>
                  <a:pt x="1580991" y="764341"/>
                </a:cubicBezTo>
                <a:cubicBezTo>
                  <a:pt x="1584406" y="776781"/>
                  <a:pt x="1588795" y="788688"/>
                  <a:pt x="1594158" y="800062"/>
                </a:cubicBezTo>
                <a:cubicBezTo>
                  <a:pt x="1589070" y="799823"/>
                  <a:pt x="1585985" y="799704"/>
                  <a:pt x="1584905" y="799704"/>
                </a:cubicBezTo>
                <a:cubicBezTo>
                  <a:pt x="1576343" y="799704"/>
                  <a:pt x="1570624" y="800563"/>
                  <a:pt x="1567748" y="802281"/>
                </a:cubicBezTo>
                <a:lnTo>
                  <a:pt x="1593702" y="871084"/>
                </a:lnTo>
                <a:lnTo>
                  <a:pt x="1595112" y="872449"/>
                </a:lnTo>
                <a:lnTo>
                  <a:pt x="1570108" y="803867"/>
                </a:lnTo>
                <a:cubicBezTo>
                  <a:pt x="1575177" y="802282"/>
                  <a:pt x="1579964" y="801490"/>
                  <a:pt x="1584468" y="801490"/>
                </a:cubicBezTo>
                <a:lnTo>
                  <a:pt x="1597072" y="802684"/>
                </a:lnTo>
                <a:lnTo>
                  <a:pt x="1584700" y="768574"/>
                </a:lnTo>
                <a:lnTo>
                  <a:pt x="1594955" y="772510"/>
                </a:lnTo>
                <a:cubicBezTo>
                  <a:pt x="1597239" y="781851"/>
                  <a:pt x="1602713" y="795462"/>
                  <a:pt x="1611378" y="813343"/>
                </a:cubicBezTo>
                <a:cubicBezTo>
                  <a:pt x="1606874" y="813053"/>
                  <a:pt x="1604523" y="812908"/>
                  <a:pt x="1604325" y="812908"/>
                </a:cubicBezTo>
                <a:lnTo>
                  <a:pt x="1592504" y="811889"/>
                </a:lnTo>
                <a:lnTo>
                  <a:pt x="1581365" y="811180"/>
                </a:lnTo>
                <a:lnTo>
                  <a:pt x="1605173" y="871235"/>
                </a:lnTo>
                <a:lnTo>
                  <a:pt x="1638227" y="904628"/>
                </a:lnTo>
                <a:lnTo>
                  <a:pt x="1549016" y="904628"/>
                </a:lnTo>
                <a:lnTo>
                  <a:pt x="1544863" y="894805"/>
                </a:lnTo>
                <a:lnTo>
                  <a:pt x="1622349" y="894805"/>
                </a:lnTo>
                <a:lnTo>
                  <a:pt x="1606480" y="883458"/>
                </a:lnTo>
                <a:lnTo>
                  <a:pt x="1616047" y="892722"/>
                </a:lnTo>
                <a:lnTo>
                  <a:pt x="1536254" y="892722"/>
                </a:lnTo>
                <a:lnTo>
                  <a:pt x="1556392" y="871918"/>
                </a:lnTo>
                <a:lnTo>
                  <a:pt x="1542056" y="833186"/>
                </a:lnTo>
                <a:cubicBezTo>
                  <a:pt x="1533779" y="843210"/>
                  <a:pt x="1526442" y="853474"/>
                  <a:pt x="1520044" y="863977"/>
                </a:cubicBezTo>
                <a:lnTo>
                  <a:pt x="1512177" y="862010"/>
                </a:lnTo>
                <a:lnTo>
                  <a:pt x="1538896" y="825875"/>
                </a:lnTo>
                <a:lnTo>
                  <a:pt x="1538082" y="823263"/>
                </a:lnTo>
                <a:cubicBezTo>
                  <a:pt x="1528856" y="832224"/>
                  <a:pt x="1519683" y="843412"/>
                  <a:pt x="1510563" y="856826"/>
                </a:cubicBezTo>
                <a:lnTo>
                  <a:pt x="1505300" y="851198"/>
                </a:lnTo>
                <a:lnTo>
                  <a:pt x="1487134" y="825312"/>
                </a:lnTo>
                <a:lnTo>
                  <a:pt x="1481010" y="843938"/>
                </a:lnTo>
                <a:cubicBezTo>
                  <a:pt x="1479499" y="850197"/>
                  <a:pt x="1478744" y="855826"/>
                  <a:pt x="1478744" y="860823"/>
                </a:cubicBezTo>
                <a:cubicBezTo>
                  <a:pt x="1478744" y="866536"/>
                  <a:pt x="1479723" y="871361"/>
                  <a:pt x="1481682" y="875296"/>
                </a:cubicBezTo>
                <a:cubicBezTo>
                  <a:pt x="1483641" y="879231"/>
                  <a:pt x="1488544" y="886043"/>
                  <a:pt x="1496392" y="895731"/>
                </a:cubicBezTo>
                <a:cubicBezTo>
                  <a:pt x="1497094" y="896622"/>
                  <a:pt x="1498407" y="899588"/>
                  <a:pt x="1500331" y="904628"/>
                </a:cubicBezTo>
                <a:lnTo>
                  <a:pt x="1416866" y="904628"/>
                </a:lnTo>
                <a:lnTo>
                  <a:pt x="1412513" y="894805"/>
                </a:lnTo>
                <a:lnTo>
                  <a:pt x="1483550" y="894805"/>
                </a:lnTo>
                <a:lnTo>
                  <a:pt x="1481947" y="892722"/>
                </a:lnTo>
                <a:lnTo>
                  <a:pt x="1404925" y="892722"/>
                </a:lnTo>
                <a:cubicBezTo>
                  <a:pt x="1419419" y="882046"/>
                  <a:pt x="1430616" y="870795"/>
                  <a:pt x="1438516" y="858968"/>
                </a:cubicBezTo>
                <a:cubicBezTo>
                  <a:pt x="1444441" y="850098"/>
                  <a:pt x="1450424" y="837297"/>
                  <a:pt x="1456464" y="820567"/>
                </a:cubicBezTo>
                <a:lnTo>
                  <a:pt x="1462279" y="803256"/>
                </a:lnTo>
                <a:lnTo>
                  <a:pt x="1440383" y="796795"/>
                </a:lnTo>
                <a:cubicBezTo>
                  <a:pt x="1445922" y="786261"/>
                  <a:pt x="1450599" y="776124"/>
                  <a:pt x="1454413" y="766385"/>
                </a:cubicBezTo>
                <a:cubicBezTo>
                  <a:pt x="1458109" y="768224"/>
                  <a:pt x="1460341" y="769519"/>
                  <a:pt x="1461110" y="770271"/>
                </a:cubicBezTo>
                <a:lnTo>
                  <a:pt x="1467938" y="777519"/>
                </a:lnTo>
                <a:cubicBezTo>
                  <a:pt x="1469562" y="778474"/>
                  <a:pt x="1470746" y="779773"/>
                  <a:pt x="1471488" y="781415"/>
                </a:cubicBezTo>
                <a:lnTo>
                  <a:pt x="1472486" y="778873"/>
                </a:lnTo>
                <a:lnTo>
                  <a:pt x="1471058" y="778212"/>
                </a:lnTo>
                <a:cubicBezTo>
                  <a:pt x="1466488" y="774192"/>
                  <a:pt x="1462667" y="770962"/>
                  <a:pt x="1459596" y="768522"/>
                </a:cubicBezTo>
                <a:lnTo>
                  <a:pt x="1457166" y="765748"/>
                </a:lnTo>
                <a:lnTo>
                  <a:pt x="1461764" y="758941"/>
                </a:lnTo>
                <a:cubicBezTo>
                  <a:pt x="1468633" y="762752"/>
                  <a:pt x="1473410" y="766692"/>
                  <a:pt x="1476095" y="770762"/>
                </a:cubicBezTo>
                <a:lnTo>
                  <a:pt x="1494229" y="719851"/>
                </a:lnTo>
                <a:close/>
                <a:moveTo>
                  <a:pt x="677558" y="1061493"/>
                </a:moveTo>
                <a:lnTo>
                  <a:pt x="753470" y="1061493"/>
                </a:lnTo>
                <a:lnTo>
                  <a:pt x="732817" y="1085656"/>
                </a:lnTo>
                <a:lnTo>
                  <a:pt x="732817" y="1237429"/>
                </a:lnTo>
                <a:lnTo>
                  <a:pt x="730529" y="1237428"/>
                </a:lnTo>
                <a:lnTo>
                  <a:pt x="734454" y="1237747"/>
                </a:lnTo>
                <a:lnTo>
                  <a:pt x="734455" y="1084670"/>
                </a:lnTo>
                <a:lnTo>
                  <a:pt x="753809" y="1067039"/>
                </a:lnTo>
                <a:lnTo>
                  <a:pt x="758432" y="1073631"/>
                </a:lnTo>
                <a:lnTo>
                  <a:pt x="744277" y="1088819"/>
                </a:lnTo>
                <a:lnTo>
                  <a:pt x="744277" y="1238168"/>
                </a:lnTo>
                <a:cubicBezTo>
                  <a:pt x="746379" y="1238356"/>
                  <a:pt x="749521" y="1238449"/>
                  <a:pt x="753702" y="1238449"/>
                </a:cubicBezTo>
                <a:cubicBezTo>
                  <a:pt x="768441" y="1238449"/>
                  <a:pt x="779490" y="1235267"/>
                  <a:pt x="786850" y="1228903"/>
                </a:cubicBezTo>
                <a:cubicBezTo>
                  <a:pt x="794210" y="1222539"/>
                  <a:pt x="799869" y="1210991"/>
                  <a:pt x="803827" y="1194259"/>
                </a:cubicBezTo>
                <a:cubicBezTo>
                  <a:pt x="815408" y="1221764"/>
                  <a:pt x="826153" y="1241902"/>
                  <a:pt x="836062" y="1254672"/>
                </a:cubicBezTo>
                <a:lnTo>
                  <a:pt x="677558" y="1254672"/>
                </a:lnTo>
                <a:lnTo>
                  <a:pt x="697694" y="1233754"/>
                </a:lnTo>
                <a:lnTo>
                  <a:pt x="697694" y="1084380"/>
                </a:lnTo>
                <a:close/>
                <a:moveTo>
                  <a:pt x="660929" y="1068350"/>
                </a:moveTo>
                <a:lnTo>
                  <a:pt x="665598" y="1074908"/>
                </a:lnTo>
                <a:lnTo>
                  <a:pt x="645753" y="1092237"/>
                </a:lnTo>
                <a:lnTo>
                  <a:pt x="645753" y="1181485"/>
                </a:lnTo>
                <a:cubicBezTo>
                  <a:pt x="645753" y="1211591"/>
                  <a:pt x="643290" y="1231421"/>
                  <a:pt x="638363" y="1240977"/>
                </a:cubicBezTo>
                <a:cubicBezTo>
                  <a:pt x="628286" y="1260326"/>
                  <a:pt x="608755" y="1270001"/>
                  <a:pt x="579771" y="1270001"/>
                </a:cubicBezTo>
                <a:cubicBezTo>
                  <a:pt x="554989" y="1270001"/>
                  <a:pt x="536011" y="1262014"/>
                  <a:pt x="522835" y="1246040"/>
                </a:cubicBezTo>
                <a:lnTo>
                  <a:pt x="528237" y="1246900"/>
                </a:lnTo>
                <a:lnTo>
                  <a:pt x="535211" y="1251193"/>
                </a:lnTo>
                <a:cubicBezTo>
                  <a:pt x="545663" y="1257183"/>
                  <a:pt x="559991" y="1260178"/>
                  <a:pt x="578197" y="1260178"/>
                </a:cubicBezTo>
                <a:cubicBezTo>
                  <a:pt x="603840" y="1260178"/>
                  <a:pt x="620651" y="1253689"/>
                  <a:pt x="628628" y="1240710"/>
                </a:cubicBezTo>
                <a:cubicBezTo>
                  <a:pt x="633298" y="1229034"/>
                  <a:pt x="635633" y="1209633"/>
                  <a:pt x="635633" y="1182506"/>
                </a:cubicBezTo>
                <a:lnTo>
                  <a:pt x="635633" y="1087733"/>
                </a:lnTo>
                <a:close/>
                <a:moveTo>
                  <a:pt x="1381652" y="722236"/>
                </a:moveTo>
                <a:cubicBezTo>
                  <a:pt x="1385584" y="716241"/>
                  <a:pt x="1394238" y="712278"/>
                  <a:pt x="1407615" y="710344"/>
                </a:cubicBezTo>
                <a:lnTo>
                  <a:pt x="1403844" y="720323"/>
                </a:lnTo>
                <a:cubicBezTo>
                  <a:pt x="1396398" y="722065"/>
                  <a:pt x="1391516" y="724980"/>
                  <a:pt x="1389200" y="729065"/>
                </a:cubicBezTo>
                <a:cubicBezTo>
                  <a:pt x="1386884" y="733151"/>
                  <a:pt x="1385726" y="740551"/>
                  <a:pt x="1385726" y="751265"/>
                </a:cubicBezTo>
                <a:lnTo>
                  <a:pt x="1385726" y="904628"/>
                </a:lnTo>
                <a:lnTo>
                  <a:pt x="1349398" y="904628"/>
                </a:lnTo>
                <a:lnTo>
                  <a:pt x="1346424" y="894805"/>
                </a:lnTo>
                <a:lnTo>
                  <a:pt x="1375755" y="894805"/>
                </a:lnTo>
                <a:lnTo>
                  <a:pt x="1375755" y="752723"/>
                </a:lnTo>
                <a:cubicBezTo>
                  <a:pt x="1375755" y="738392"/>
                  <a:pt x="1377721" y="728230"/>
                  <a:pt x="1381652" y="722236"/>
                </a:cubicBezTo>
                <a:close/>
                <a:moveTo>
                  <a:pt x="399556" y="1178608"/>
                </a:moveTo>
                <a:lnTo>
                  <a:pt x="402289" y="1183418"/>
                </a:lnTo>
                <a:lnTo>
                  <a:pt x="401954" y="1181484"/>
                </a:lnTo>
                <a:close/>
                <a:moveTo>
                  <a:pt x="2710879" y="95631"/>
                </a:moveTo>
                <a:cubicBezTo>
                  <a:pt x="2715821" y="88156"/>
                  <a:pt x="2726657" y="83241"/>
                  <a:pt x="2743388" y="80886"/>
                </a:cubicBezTo>
                <a:lnTo>
                  <a:pt x="2738627" y="93341"/>
                </a:lnTo>
                <a:cubicBezTo>
                  <a:pt x="2729312" y="95485"/>
                  <a:pt x="2723197" y="99106"/>
                  <a:pt x="2720283" y="104202"/>
                </a:cubicBezTo>
                <a:cubicBezTo>
                  <a:pt x="2717369" y="109299"/>
                  <a:pt x="2715888" y="118544"/>
                  <a:pt x="2715839" y="131936"/>
                </a:cubicBezTo>
                <a:lnTo>
                  <a:pt x="2715136" y="323638"/>
                </a:lnTo>
                <a:lnTo>
                  <a:pt x="2669726" y="323471"/>
                </a:lnTo>
                <a:lnTo>
                  <a:pt x="2666054" y="311180"/>
                </a:lnTo>
                <a:lnTo>
                  <a:pt x="2702717" y="311314"/>
                </a:lnTo>
                <a:lnTo>
                  <a:pt x="2703368" y="133713"/>
                </a:lnTo>
                <a:cubicBezTo>
                  <a:pt x="2703434" y="115799"/>
                  <a:pt x="2705937" y="103105"/>
                  <a:pt x="2710879" y="95631"/>
                </a:cubicBezTo>
                <a:close/>
                <a:moveTo>
                  <a:pt x="344227" y="1175065"/>
                </a:moveTo>
                <a:lnTo>
                  <a:pt x="344227" y="1237408"/>
                </a:lnTo>
                <a:lnTo>
                  <a:pt x="346981" y="1237408"/>
                </a:lnTo>
                <a:lnTo>
                  <a:pt x="366635" y="1236728"/>
                </a:lnTo>
                <a:cubicBezTo>
                  <a:pt x="392277" y="1234907"/>
                  <a:pt x="405098" y="1222534"/>
                  <a:pt x="405098" y="1199610"/>
                </a:cubicBezTo>
                <a:lnTo>
                  <a:pt x="403898" y="1192694"/>
                </a:lnTo>
                <a:lnTo>
                  <a:pt x="401100" y="1192694"/>
                </a:lnTo>
                <a:cubicBezTo>
                  <a:pt x="396119" y="1185623"/>
                  <a:pt x="390240" y="1180865"/>
                  <a:pt x="383463" y="1178419"/>
                </a:cubicBezTo>
                <a:cubicBezTo>
                  <a:pt x="376686" y="1175974"/>
                  <a:pt x="366587" y="1174751"/>
                  <a:pt x="353166" y="1174751"/>
                </a:cubicBezTo>
                <a:close/>
                <a:moveTo>
                  <a:pt x="1268301" y="736582"/>
                </a:moveTo>
                <a:lnTo>
                  <a:pt x="1268301" y="817661"/>
                </a:lnTo>
                <a:cubicBezTo>
                  <a:pt x="1268301" y="843999"/>
                  <a:pt x="1269922" y="860981"/>
                  <a:pt x="1273163" y="868606"/>
                </a:cubicBezTo>
                <a:lnTo>
                  <a:pt x="1276321" y="872364"/>
                </a:lnTo>
                <a:lnTo>
                  <a:pt x="1271724" y="859784"/>
                </a:lnTo>
                <a:cubicBezTo>
                  <a:pt x="1270632" y="854658"/>
                  <a:pt x="1270087" y="848886"/>
                  <a:pt x="1270087" y="842469"/>
                </a:cubicBezTo>
                <a:lnTo>
                  <a:pt x="1270236" y="828751"/>
                </a:lnTo>
                <a:lnTo>
                  <a:pt x="1270236" y="749705"/>
                </a:lnTo>
                <a:close/>
                <a:moveTo>
                  <a:pt x="332916" y="1162719"/>
                </a:moveTo>
                <a:lnTo>
                  <a:pt x="332916" y="1237408"/>
                </a:lnTo>
                <a:lnTo>
                  <a:pt x="334256" y="1237408"/>
                </a:lnTo>
                <a:lnTo>
                  <a:pt x="334256" y="1165970"/>
                </a:lnTo>
                <a:cubicBezTo>
                  <a:pt x="343385" y="1165275"/>
                  <a:pt x="349334" y="1164928"/>
                  <a:pt x="352101" y="1164928"/>
                </a:cubicBezTo>
                <a:cubicBezTo>
                  <a:pt x="368644" y="1164928"/>
                  <a:pt x="380816" y="1166558"/>
                  <a:pt x="388615" y="1169818"/>
                </a:cubicBezTo>
                <a:lnTo>
                  <a:pt x="398735" y="1177622"/>
                </a:lnTo>
                <a:lnTo>
                  <a:pt x="392521" y="1170165"/>
                </a:lnTo>
                <a:cubicBezTo>
                  <a:pt x="384136" y="1164888"/>
                  <a:pt x="367851" y="1162249"/>
                  <a:pt x="343667" y="1162249"/>
                </a:cubicBezTo>
                <a:cubicBezTo>
                  <a:pt x="341361" y="1162249"/>
                  <a:pt x="337778" y="1162406"/>
                  <a:pt x="332916" y="1162719"/>
                </a:cubicBezTo>
                <a:close/>
                <a:moveTo>
                  <a:pt x="2569125" y="113044"/>
                </a:moveTo>
                <a:lnTo>
                  <a:pt x="2568754" y="214392"/>
                </a:lnTo>
                <a:cubicBezTo>
                  <a:pt x="2568633" y="247314"/>
                  <a:pt x="2570581" y="268548"/>
                  <a:pt x="2574599" y="278095"/>
                </a:cubicBezTo>
                <a:lnTo>
                  <a:pt x="2578528" y="282807"/>
                </a:lnTo>
                <a:lnTo>
                  <a:pt x="2572840" y="267061"/>
                </a:lnTo>
                <a:cubicBezTo>
                  <a:pt x="2571499" y="260648"/>
                  <a:pt x="2570843" y="253431"/>
                  <a:pt x="2570872" y="245410"/>
                </a:cubicBezTo>
                <a:lnTo>
                  <a:pt x="2571122" y="228264"/>
                </a:lnTo>
                <a:lnTo>
                  <a:pt x="2571484" y="129456"/>
                </a:lnTo>
                <a:close/>
                <a:moveTo>
                  <a:pt x="433850" y="1101550"/>
                </a:moveTo>
                <a:lnTo>
                  <a:pt x="436352" y="1111878"/>
                </a:lnTo>
                <a:cubicBezTo>
                  <a:pt x="436352" y="1119881"/>
                  <a:pt x="434735" y="1126855"/>
                  <a:pt x="431502" y="1132801"/>
                </a:cubicBezTo>
                <a:lnTo>
                  <a:pt x="419175" y="1145303"/>
                </a:lnTo>
                <a:lnTo>
                  <a:pt x="412615" y="1149399"/>
                </a:lnTo>
                <a:lnTo>
                  <a:pt x="405839" y="1152278"/>
                </a:lnTo>
                <a:lnTo>
                  <a:pt x="407298" y="1152720"/>
                </a:lnTo>
                <a:lnTo>
                  <a:pt x="412615" y="1149399"/>
                </a:lnTo>
                <a:lnTo>
                  <a:pt x="416953" y="1147556"/>
                </a:lnTo>
                <a:lnTo>
                  <a:pt x="419175" y="1145303"/>
                </a:lnTo>
                <a:lnTo>
                  <a:pt x="430267" y="1138376"/>
                </a:lnTo>
                <a:cubicBezTo>
                  <a:pt x="436010" y="1131123"/>
                  <a:pt x="438882" y="1122348"/>
                  <a:pt x="438882" y="1112052"/>
                </a:cubicBezTo>
                <a:close/>
                <a:moveTo>
                  <a:pt x="486009" y="1061493"/>
                </a:moveTo>
                <a:lnTo>
                  <a:pt x="560956" y="1061493"/>
                </a:lnTo>
                <a:lnTo>
                  <a:pt x="541127" y="1085063"/>
                </a:lnTo>
                <a:lnTo>
                  <a:pt x="541127" y="1182274"/>
                </a:lnTo>
                <a:lnTo>
                  <a:pt x="541417" y="1204735"/>
                </a:lnTo>
                <a:lnTo>
                  <a:pt x="546974" y="1222354"/>
                </a:lnTo>
                <a:lnTo>
                  <a:pt x="547512" y="1225652"/>
                </a:lnTo>
                <a:lnTo>
                  <a:pt x="548285" y="1226513"/>
                </a:lnTo>
                <a:lnTo>
                  <a:pt x="549555" y="1230540"/>
                </a:lnTo>
                <a:lnTo>
                  <a:pt x="554216" y="1233118"/>
                </a:lnTo>
                <a:lnTo>
                  <a:pt x="548285" y="1226513"/>
                </a:lnTo>
                <a:lnTo>
                  <a:pt x="546974" y="1222354"/>
                </a:lnTo>
                <a:lnTo>
                  <a:pt x="542466" y="1194759"/>
                </a:lnTo>
                <a:lnTo>
                  <a:pt x="542466" y="1084108"/>
                </a:lnTo>
                <a:lnTo>
                  <a:pt x="562421" y="1066309"/>
                </a:lnTo>
                <a:lnTo>
                  <a:pt x="567037" y="1072739"/>
                </a:lnTo>
                <a:lnTo>
                  <a:pt x="552735" y="1088000"/>
                </a:lnTo>
                <a:lnTo>
                  <a:pt x="552735" y="1192220"/>
                </a:lnTo>
                <a:lnTo>
                  <a:pt x="552547" y="1204796"/>
                </a:lnTo>
                <a:lnTo>
                  <a:pt x="556937" y="1222764"/>
                </a:lnTo>
                <a:cubicBezTo>
                  <a:pt x="558832" y="1225893"/>
                  <a:pt x="563021" y="1230191"/>
                  <a:pt x="569504" y="1235659"/>
                </a:cubicBezTo>
                <a:lnTo>
                  <a:pt x="569720" y="1237778"/>
                </a:lnTo>
                <a:lnTo>
                  <a:pt x="577806" y="1238747"/>
                </a:lnTo>
                <a:cubicBezTo>
                  <a:pt x="592476" y="1238747"/>
                  <a:pt x="602323" y="1236113"/>
                  <a:pt x="607346" y="1230845"/>
                </a:cubicBezTo>
                <a:cubicBezTo>
                  <a:pt x="612108" y="1220759"/>
                  <a:pt x="614490" y="1203723"/>
                  <a:pt x="614490" y="1179737"/>
                </a:cubicBezTo>
                <a:lnTo>
                  <a:pt x="615071" y="1086710"/>
                </a:lnTo>
                <a:lnTo>
                  <a:pt x="592326" y="1061493"/>
                </a:lnTo>
                <a:lnTo>
                  <a:pt x="660561" y="1061493"/>
                </a:lnTo>
                <a:lnTo>
                  <a:pt x="634442" y="1086689"/>
                </a:lnTo>
                <a:lnTo>
                  <a:pt x="634442" y="1179590"/>
                </a:lnTo>
                <a:cubicBezTo>
                  <a:pt x="634442" y="1196978"/>
                  <a:pt x="633862" y="1209607"/>
                  <a:pt x="632701" y="1217476"/>
                </a:cubicBezTo>
                <a:cubicBezTo>
                  <a:pt x="631541" y="1225346"/>
                  <a:pt x="629351" y="1230383"/>
                  <a:pt x="626131" y="1232589"/>
                </a:cubicBezTo>
                <a:cubicBezTo>
                  <a:pt x="616829" y="1248998"/>
                  <a:pt x="599553" y="1257202"/>
                  <a:pt x="574301" y="1257202"/>
                </a:cubicBezTo>
                <a:cubicBezTo>
                  <a:pt x="547863" y="1257202"/>
                  <a:pt x="529298" y="1250625"/>
                  <a:pt x="518607" y="1237473"/>
                </a:cubicBezTo>
                <a:cubicBezTo>
                  <a:pt x="510105" y="1227129"/>
                  <a:pt x="505854" y="1207689"/>
                  <a:pt x="505855" y="1179153"/>
                </a:cubicBezTo>
                <a:lnTo>
                  <a:pt x="505854" y="1083631"/>
                </a:lnTo>
                <a:close/>
                <a:moveTo>
                  <a:pt x="2309981" y="207862"/>
                </a:moveTo>
                <a:cubicBezTo>
                  <a:pt x="2309843" y="210306"/>
                  <a:pt x="2308591" y="215163"/>
                  <a:pt x="2306228" y="222435"/>
                </a:cubicBezTo>
                <a:lnTo>
                  <a:pt x="2300172" y="241020"/>
                </a:lnTo>
                <a:cubicBezTo>
                  <a:pt x="2297034" y="250480"/>
                  <a:pt x="2295454" y="258356"/>
                  <a:pt x="2295431" y="264646"/>
                </a:cubicBezTo>
                <a:cubicBezTo>
                  <a:pt x="2295408" y="270967"/>
                  <a:pt x="2296417" y="276140"/>
                  <a:pt x="2298457" y="280164"/>
                </a:cubicBezTo>
                <a:lnTo>
                  <a:pt x="2300326" y="282933"/>
                </a:lnTo>
                <a:lnTo>
                  <a:pt x="2297465" y="267941"/>
                </a:lnTo>
                <a:cubicBezTo>
                  <a:pt x="2297513" y="254983"/>
                  <a:pt x="2302655" y="236801"/>
                  <a:pt x="2312891" y="213396"/>
                </a:cubicBezTo>
                <a:close/>
                <a:moveTo>
                  <a:pt x="1231033" y="699543"/>
                </a:moveTo>
                <a:lnTo>
                  <a:pt x="1311042" y="699543"/>
                </a:lnTo>
                <a:lnTo>
                  <a:pt x="1290290" y="717397"/>
                </a:lnTo>
                <a:lnTo>
                  <a:pt x="1354919" y="851164"/>
                </a:lnTo>
                <a:lnTo>
                  <a:pt x="1354919" y="837393"/>
                </a:lnTo>
                <a:lnTo>
                  <a:pt x="1294271" y="717777"/>
                </a:lnTo>
                <a:lnTo>
                  <a:pt x="1318144" y="701877"/>
                </a:lnTo>
                <a:lnTo>
                  <a:pt x="1323609" y="708079"/>
                </a:lnTo>
                <a:lnTo>
                  <a:pt x="1305489" y="720865"/>
                </a:lnTo>
                <a:lnTo>
                  <a:pt x="1354919" y="825775"/>
                </a:lnTo>
                <a:lnTo>
                  <a:pt x="1354919" y="760604"/>
                </a:lnTo>
                <a:lnTo>
                  <a:pt x="1354919" y="752870"/>
                </a:lnTo>
                <a:cubicBezTo>
                  <a:pt x="1354919" y="736458"/>
                  <a:pt x="1353649" y="725649"/>
                  <a:pt x="1351110" y="720443"/>
                </a:cubicBezTo>
                <a:cubicBezTo>
                  <a:pt x="1348570" y="715236"/>
                  <a:pt x="1341608" y="708269"/>
                  <a:pt x="1330223" y="699543"/>
                </a:cubicBezTo>
                <a:lnTo>
                  <a:pt x="1402567" y="699543"/>
                </a:lnTo>
                <a:cubicBezTo>
                  <a:pt x="1390864" y="708762"/>
                  <a:pt x="1383535" y="715566"/>
                  <a:pt x="1380580" y="719955"/>
                </a:cubicBezTo>
                <a:cubicBezTo>
                  <a:pt x="1376073" y="726806"/>
                  <a:pt x="1373820" y="737389"/>
                  <a:pt x="1373820" y="751702"/>
                </a:cubicBezTo>
                <a:lnTo>
                  <a:pt x="1373820" y="761188"/>
                </a:lnTo>
                <a:lnTo>
                  <a:pt x="1373820" y="892722"/>
                </a:lnTo>
                <a:lnTo>
                  <a:pt x="1344224" y="892722"/>
                </a:lnTo>
                <a:lnTo>
                  <a:pt x="1280207" y="759055"/>
                </a:lnTo>
                <a:lnTo>
                  <a:pt x="1280207" y="833255"/>
                </a:lnTo>
                <a:lnTo>
                  <a:pt x="1280014" y="841718"/>
                </a:lnTo>
                <a:lnTo>
                  <a:pt x="1281751" y="862517"/>
                </a:lnTo>
                <a:cubicBezTo>
                  <a:pt x="1283520" y="871342"/>
                  <a:pt x="1287612" y="877920"/>
                  <a:pt x="1294027" y="882250"/>
                </a:cubicBezTo>
                <a:lnTo>
                  <a:pt x="1294892" y="884644"/>
                </a:lnTo>
                <a:lnTo>
                  <a:pt x="1296899" y="885557"/>
                </a:lnTo>
                <a:lnTo>
                  <a:pt x="1311042" y="904628"/>
                </a:lnTo>
                <a:lnTo>
                  <a:pt x="1227040" y="904628"/>
                </a:lnTo>
                <a:lnTo>
                  <a:pt x="1223445" y="894805"/>
                </a:lnTo>
                <a:lnTo>
                  <a:pt x="1296611" y="894805"/>
                </a:lnTo>
                <a:lnTo>
                  <a:pt x="1290681" y="892722"/>
                </a:lnTo>
                <a:lnTo>
                  <a:pt x="1220967" y="892722"/>
                </a:lnTo>
                <a:cubicBezTo>
                  <a:pt x="1233414" y="884857"/>
                  <a:pt x="1241438" y="877593"/>
                  <a:pt x="1245040" y="870931"/>
                </a:cubicBezTo>
                <a:cubicBezTo>
                  <a:pt x="1248641" y="864269"/>
                  <a:pt x="1250441" y="852446"/>
                  <a:pt x="1250441" y="835462"/>
                </a:cubicBezTo>
                <a:lnTo>
                  <a:pt x="1250441" y="720190"/>
                </a:lnTo>
                <a:close/>
                <a:moveTo>
                  <a:pt x="344227" y="1093419"/>
                </a:moveTo>
                <a:lnTo>
                  <a:pt x="344227" y="1144983"/>
                </a:lnTo>
                <a:lnTo>
                  <a:pt x="347234" y="1144985"/>
                </a:lnTo>
                <a:cubicBezTo>
                  <a:pt x="365255" y="1144985"/>
                  <a:pt x="378461" y="1142131"/>
                  <a:pt x="386854" y="1136422"/>
                </a:cubicBezTo>
                <a:cubicBezTo>
                  <a:pt x="395246" y="1130713"/>
                  <a:pt x="399442" y="1121984"/>
                  <a:pt x="399442" y="1110236"/>
                </a:cubicBezTo>
                <a:lnTo>
                  <a:pt x="398819" y="1106909"/>
                </a:lnTo>
                <a:lnTo>
                  <a:pt x="390622" y="1104211"/>
                </a:lnTo>
                <a:cubicBezTo>
                  <a:pt x="383657" y="1093790"/>
                  <a:pt x="373959" y="1088580"/>
                  <a:pt x="361531" y="1088580"/>
                </a:cubicBezTo>
                <a:cubicBezTo>
                  <a:pt x="354626" y="1088579"/>
                  <a:pt x="348858" y="1090193"/>
                  <a:pt x="344227" y="1093419"/>
                </a:cubicBezTo>
                <a:close/>
                <a:moveTo>
                  <a:pt x="2522711" y="66575"/>
                </a:moveTo>
                <a:lnTo>
                  <a:pt x="2622722" y="66941"/>
                </a:lnTo>
                <a:lnTo>
                  <a:pt x="2596700" y="89164"/>
                </a:lnTo>
                <a:lnTo>
                  <a:pt x="2676872" y="256667"/>
                </a:lnTo>
                <a:lnTo>
                  <a:pt x="2676935" y="239453"/>
                </a:lnTo>
                <a:lnTo>
                  <a:pt x="2601674" y="89656"/>
                </a:lnTo>
                <a:lnTo>
                  <a:pt x="2631588" y="69892"/>
                </a:lnTo>
                <a:lnTo>
                  <a:pt x="2638391" y="77670"/>
                </a:lnTo>
                <a:lnTo>
                  <a:pt x="2615683" y="93568"/>
                </a:lnTo>
                <a:lnTo>
                  <a:pt x="2676988" y="224931"/>
                </a:lnTo>
                <a:lnTo>
                  <a:pt x="2677287" y="143468"/>
                </a:lnTo>
                <a:lnTo>
                  <a:pt x="2677322" y="133800"/>
                </a:lnTo>
                <a:cubicBezTo>
                  <a:pt x="2677398" y="113286"/>
                  <a:pt x="2675860" y="99769"/>
                  <a:pt x="2672710" y="93249"/>
                </a:cubicBezTo>
                <a:cubicBezTo>
                  <a:pt x="2669559" y="86729"/>
                  <a:pt x="2660888" y="77989"/>
                  <a:pt x="2646697" y="67029"/>
                </a:cubicBezTo>
                <a:lnTo>
                  <a:pt x="2737127" y="67361"/>
                </a:lnTo>
                <a:cubicBezTo>
                  <a:pt x="2722456" y="78831"/>
                  <a:pt x="2713263" y="87303"/>
                  <a:pt x="2709550" y="92775"/>
                </a:cubicBezTo>
                <a:cubicBezTo>
                  <a:pt x="2703885" y="101318"/>
                  <a:pt x="2701020" y="114536"/>
                  <a:pt x="2700954" y="132428"/>
                </a:cubicBezTo>
                <a:lnTo>
                  <a:pt x="2700910" y="144285"/>
                </a:lnTo>
                <a:lnTo>
                  <a:pt x="2700308" y="308701"/>
                </a:lnTo>
                <a:lnTo>
                  <a:pt x="2663313" y="308565"/>
                </a:lnTo>
                <a:lnTo>
                  <a:pt x="2583905" y="141190"/>
                </a:lnTo>
                <a:lnTo>
                  <a:pt x="2583565" y="233940"/>
                </a:lnTo>
                <a:lnTo>
                  <a:pt x="2583285" y="244516"/>
                </a:lnTo>
                <a:lnTo>
                  <a:pt x="2585361" y="270523"/>
                </a:lnTo>
                <a:cubicBezTo>
                  <a:pt x="2587532" y="281563"/>
                  <a:pt x="2592616" y="289804"/>
                  <a:pt x="2600616" y="295246"/>
                </a:cubicBezTo>
                <a:lnTo>
                  <a:pt x="2601686" y="298242"/>
                </a:lnTo>
                <a:lnTo>
                  <a:pt x="2604190" y="299393"/>
                </a:lnTo>
                <a:lnTo>
                  <a:pt x="2621782" y="323296"/>
                </a:lnTo>
                <a:lnTo>
                  <a:pt x="2516780" y="322911"/>
                </a:lnTo>
                <a:lnTo>
                  <a:pt x="2512332" y="310616"/>
                </a:lnTo>
                <a:lnTo>
                  <a:pt x="2603788" y="310951"/>
                </a:lnTo>
                <a:lnTo>
                  <a:pt x="2596385" y="308320"/>
                </a:lnTo>
                <a:lnTo>
                  <a:pt x="2509242" y="308000"/>
                </a:lnTo>
                <a:cubicBezTo>
                  <a:pt x="2524837" y="298227"/>
                  <a:pt x="2534901" y="289184"/>
                  <a:pt x="2539433" y="280873"/>
                </a:cubicBezTo>
                <a:cubicBezTo>
                  <a:pt x="2543965" y="272561"/>
                  <a:pt x="2546270" y="257791"/>
                  <a:pt x="2546348" y="236562"/>
                </a:cubicBezTo>
                <a:lnTo>
                  <a:pt x="2546876" y="92473"/>
                </a:lnTo>
                <a:close/>
                <a:moveTo>
                  <a:pt x="332916" y="1083766"/>
                </a:moveTo>
                <a:lnTo>
                  <a:pt x="332916" y="1144924"/>
                </a:lnTo>
                <a:lnTo>
                  <a:pt x="334830" y="1145029"/>
                </a:lnTo>
                <a:cubicBezTo>
                  <a:pt x="335126" y="1145011"/>
                  <a:pt x="334935" y="1144994"/>
                  <a:pt x="334256" y="1144978"/>
                </a:cubicBezTo>
                <a:lnTo>
                  <a:pt x="334256" y="1086352"/>
                </a:lnTo>
                <a:cubicBezTo>
                  <a:pt x="344162" y="1081784"/>
                  <a:pt x="353317" y="1079501"/>
                  <a:pt x="361719" y="1079501"/>
                </a:cubicBezTo>
                <a:cubicBezTo>
                  <a:pt x="371429" y="1079501"/>
                  <a:pt x="379200" y="1081318"/>
                  <a:pt x="385034" y="1084952"/>
                </a:cubicBezTo>
                <a:cubicBezTo>
                  <a:pt x="387951" y="1086769"/>
                  <a:pt x="390654" y="1089539"/>
                  <a:pt x="393143" y="1093261"/>
                </a:cubicBezTo>
                <a:lnTo>
                  <a:pt x="398215" y="1103680"/>
                </a:lnTo>
                <a:lnTo>
                  <a:pt x="396830" y="1096286"/>
                </a:lnTo>
                <a:cubicBezTo>
                  <a:pt x="395088" y="1092129"/>
                  <a:pt x="392475" y="1088465"/>
                  <a:pt x="388992" y="1085293"/>
                </a:cubicBezTo>
                <a:cubicBezTo>
                  <a:pt x="382025" y="1078951"/>
                  <a:pt x="372813" y="1075780"/>
                  <a:pt x="361356" y="1075780"/>
                </a:cubicBezTo>
                <a:cubicBezTo>
                  <a:pt x="351157" y="1075780"/>
                  <a:pt x="341677" y="1078442"/>
                  <a:pt x="332916" y="1083766"/>
                </a:cubicBezTo>
                <a:close/>
                <a:moveTo>
                  <a:pt x="1104070" y="721296"/>
                </a:moveTo>
                <a:cubicBezTo>
                  <a:pt x="1086756" y="731761"/>
                  <a:pt x="1078098" y="757925"/>
                  <a:pt x="1078098" y="799788"/>
                </a:cubicBezTo>
                <a:cubicBezTo>
                  <a:pt x="1078098" y="819077"/>
                  <a:pt x="1080229" y="834750"/>
                  <a:pt x="1084489" y="846806"/>
                </a:cubicBezTo>
                <a:lnTo>
                  <a:pt x="1091385" y="855913"/>
                </a:lnTo>
                <a:lnTo>
                  <a:pt x="1097131" y="865885"/>
                </a:lnTo>
                <a:lnTo>
                  <a:pt x="1102496" y="870586"/>
                </a:lnTo>
                <a:lnTo>
                  <a:pt x="1103661" y="872124"/>
                </a:lnTo>
                <a:lnTo>
                  <a:pt x="1104729" y="872542"/>
                </a:lnTo>
                <a:lnTo>
                  <a:pt x="1102496" y="870586"/>
                </a:lnTo>
                <a:lnTo>
                  <a:pt x="1091385" y="855913"/>
                </a:lnTo>
                <a:lnTo>
                  <a:pt x="1087936" y="849927"/>
                </a:lnTo>
                <a:cubicBezTo>
                  <a:pt x="1083660" y="838276"/>
                  <a:pt x="1081522" y="822638"/>
                  <a:pt x="1081521" y="803011"/>
                </a:cubicBezTo>
                <a:cubicBezTo>
                  <a:pt x="1081522" y="747030"/>
                  <a:pt x="1096704" y="719039"/>
                  <a:pt x="1127070" y="719039"/>
                </a:cubicBezTo>
                <a:lnTo>
                  <a:pt x="1131858" y="720275"/>
                </a:lnTo>
                <a:lnTo>
                  <a:pt x="1153123" y="732080"/>
                </a:lnTo>
                <a:lnTo>
                  <a:pt x="1158624" y="738040"/>
                </a:lnTo>
                <a:lnTo>
                  <a:pt x="1152033" y="736471"/>
                </a:lnTo>
                <a:cubicBezTo>
                  <a:pt x="1142801" y="731299"/>
                  <a:pt x="1134569" y="728713"/>
                  <a:pt x="1127337" y="728713"/>
                </a:cubicBezTo>
                <a:cubicBezTo>
                  <a:pt x="1103838" y="728713"/>
                  <a:pt x="1092088" y="752884"/>
                  <a:pt x="1092088" y="801225"/>
                </a:cubicBezTo>
                <a:cubicBezTo>
                  <a:pt x="1092088" y="837077"/>
                  <a:pt x="1100015" y="861326"/>
                  <a:pt x="1115868" y="873972"/>
                </a:cubicBezTo>
                <a:lnTo>
                  <a:pt x="1114283" y="875898"/>
                </a:lnTo>
                <a:lnTo>
                  <a:pt x="1123542" y="876946"/>
                </a:lnTo>
                <a:cubicBezTo>
                  <a:pt x="1137445" y="876946"/>
                  <a:pt x="1148131" y="870233"/>
                  <a:pt x="1155598" y="856809"/>
                </a:cubicBezTo>
                <a:cubicBezTo>
                  <a:pt x="1163066" y="843384"/>
                  <a:pt x="1166800" y="823306"/>
                  <a:pt x="1166800" y="796576"/>
                </a:cubicBezTo>
                <a:cubicBezTo>
                  <a:pt x="1166800" y="766336"/>
                  <a:pt x="1164017" y="745823"/>
                  <a:pt x="1158452" y="735038"/>
                </a:cubicBezTo>
                <a:lnTo>
                  <a:pt x="1153123" y="732080"/>
                </a:lnTo>
                <a:lnTo>
                  <a:pt x="1145472" y="723790"/>
                </a:lnTo>
                <a:lnTo>
                  <a:pt x="1131858" y="720275"/>
                </a:lnTo>
                <a:lnTo>
                  <a:pt x="1124270" y="716063"/>
                </a:lnTo>
                <a:cubicBezTo>
                  <a:pt x="1116575" y="716063"/>
                  <a:pt x="1109842" y="717807"/>
                  <a:pt x="1104070" y="721296"/>
                </a:cubicBezTo>
                <a:close/>
                <a:moveTo>
                  <a:pt x="2353414" y="131956"/>
                </a:moveTo>
                <a:lnTo>
                  <a:pt x="2337058" y="180327"/>
                </a:lnTo>
                <a:cubicBezTo>
                  <a:pt x="2337765" y="180756"/>
                  <a:pt x="2338181" y="181096"/>
                  <a:pt x="2338304" y="181349"/>
                </a:cubicBezTo>
                <a:lnTo>
                  <a:pt x="2343425" y="187957"/>
                </a:lnTo>
                <a:cubicBezTo>
                  <a:pt x="2346111" y="190635"/>
                  <a:pt x="2348911" y="193823"/>
                  <a:pt x="2351824" y="197519"/>
                </a:cubicBezTo>
                <a:lnTo>
                  <a:pt x="2360820" y="210024"/>
                </a:lnTo>
                <a:lnTo>
                  <a:pt x="2374431" y="194390"/>
                </a:lnTo>
                <a:close/>
                <a:moveTo>
                  <a:pt x="319809" y="1064930"/>
                </a:moveTo>
                <a:cubicBezTo>
                  <a:pt x="333302" y="1060555"/>
                  <a:pt x="347402" y="1058367"/>
                  <a:pt x="362110" y="1058367"/>
                </a:cubicBezTo>
                <a:cubicBezTo>
                  <a:pt x="383721" y="1058367"/>
                  <a:pt x="401497" y="1063314"/>
                  <a:pt x="415439" y="1073208"/>
                </a:cubicBezTo>
                <a:lnTo>
                  <a:pt x="425547" y="1084221"/>
                </a:lnTo>
                <a:lnTo>
                  <a:pt x="421885" y="1076578"/>
                </a:lnTo>
                <a:lnTo>
                  <a:pt x="421885" y="1071418"/>
                </a:lnTo>
                <a:lnTo>
                  <a:pt x="428224" y="1073269"/>
                </a:lnTo>
                <a:cubicBezTo>
                  <a:pt x="441878" y="1083800"/>
                  <a:pt x="448704" y="1097215"/>
                  <a:pt x="448704" y="1113513"/>
                </a:cubicBezTo>
                <a:cubicBezTo>
                  <a:pt x="448704" y="1136065"/>
                  <a:pt x="437713" y="1150944"/>
                  <a:pt x="415730" y="1158150"/>
                </a:cubicBezTo>
                <a:cubicBezTo>
                  <a:pt x="420164" y="1159486"/>
                  <a:pt x="424191" y="1161559"/>
                  <a:pt x="427811" y="1164369"/>
                </a:cubicBezTo>
                <a:lnTo>
                  <a:pt x="434903" y="1172195"/>
                </a:lnTo>
                <a:lnTo>
                  <a:pt x="434445" y="1171012"/>
                </a:lnTo>
                <a:lnTo>
                  <a:pt x="439217" y="1167151"/>
                </a:lnTo>
                <a:cubicBezTo>
                  <a:pt x="451694" y="1176284"/>
                  <a:pt x="457932" y="1189525"/>
                  <a:pt x="457932" y="1206874"/>
                </a:cubicBezTo>
                <a:cubicBezTo>
                  <a:pt x="457932" y="1224222"/>
                  <a:pt x="451799" y="1238611"/>
                  <a:pt x="439535" y="1250039"/>
                </a:cubicBezTo>
                <a:cubicBezTo>
                  <a:pt x="427682" y="1261065"/>
                  <a:pt x="410391" y="1266578"/>
                  <a:pt x="387662" y="1266578"/>
                </a:cubicBezTo>
                <a:lnTo>
                  <a:pt x="286789" y="1266578"/>
                </a:lnTo>
                <a:lnTo>
                  <a:pt x="282977" y="1256755"/>
                </a:lnTo>
                <a:lnTo>
                  <a:pt x="378032" y="1256755"/>
                </a:lnTo>
                <a:cubicBezTo>
                  <a:pt x="397662" y="1256755"/>
                  <a:pt x="411707" y="1254805"/>
                  <a:pt x="420169" y="1250904"/>
                </a:cubicBezTo>
                <a:cubicBezTo>
                  <a:pt x="438697" y="1242292"/>
                  <a:pt x="447960" y="1227285"/>
                  <a:pt x="447960" y="1205881"/>
                </a:cubicBezTo>
                <a:lnTo>
                  <a:pt x="441920" y="1190298"/>
                </a:lnTo>
                <a:lnTo>
                  <a:pt x="445877" y="1203842"/>
                </a:lnTo>
                <a:cubicBezTo>
                  <a:pt x="445877" y="1219237"/>
                  <a:pt x="440303" y="1231557"/>
                  <a:pt x="429156" y="1240803"/>
                </a:cubicBezTo>
                <a:cubicBezTo>
                  <a:pt x="418008" y="1250048"/>
                  <a:pt x="403298" y="1254671"/>
                  <a:pt x="385025" y="1254672"/>
                </a:cubicBezTo>
                <a:lnTo>
                  <a:pt x="277508" y="1254672"/>
                </a:lnTo>
                <a:lnTo>
                  <a:pt x="297644" y="1233182"/>
                </a:lnTo>
                <a:lnTo>
                  <a:pt x="297644" y="1174295"/>
                </a:lnTo>
                <a:cubicBezTo>
                  <a:pt x="294182" y="1174295"/>
                  <a:pt x="287734" y="1174879"/>
                  <a:pt x="278301" y="1176046"/>
                </a:cubicBezTo>
                <a:lnTo>
                  <a:pt x="276341" y="1166258"/>
                </a:lnTo>
                <a:cubicBezTo>
                  <a:pt x="287073" y="1165117"/>
                  <a:pt x="294174" y="1164547"/>
                  <a:pt x="297644" y="1164547"/>
                </a:cubicBezTo>
                <a:lnTo>
                  <a:pt x="297644" y="1162761"/>
                </a:lnTo>
                <a:lnTo>
                  <a:pt x="296972" y="1162761"/>
                </a:lnTo>
                <a:cubicBezTo>
                  <a:pt x="291687" y="1162761"/>
                  <a:pt x="283837" y="1163150"/>
                  <a:pt x="273422" y="1163928"/>
                </a:cubicBezTo>
                <a:lnTo>
                  <a:pt x="280924" y="1143957"/>
                </a:lnTo>
                <a:lnTo>
                  <a:pt x="285349" y="1144150"/>
                </a:lnTo>
                <a:cubicBezTo>
                  <a:pt x="288729" y="1144411"/>
                  <a:pt x="291533" y="1144541"/>
                  <a:pt x="293763" y="1144541"/>
                </a:cubicBezTo>
                <a:cubicBezTo>
                  <a:pt x="296862" y="1144541"/>
                  <a:pt x="298155" y="1144687"/>
                  <a:pt x="297644" y="1144978"/>
                </a:cubicBezTo>
                <a:lnTo>
                  <a:pt x="297644" y="1094909"/>
                </a:lnTo>
                <a:lnTo>
                  <a:pt x="281154" y="1084619"/>
                </a:lnTo>
                <a:cubicBezTo>
                  <a:pt x="293432" y="1075869"/>
                  <a:pt x="306317" y="1069306"/>
                  <a:pt x="319809" y="1064930"/>
                </a:cubicBezTo>
                <a:close/>
                <a:moveTo>
                  <a:pt x="1089770" y="704337"/>
                </a:moveTo>
                <a:cubicBezTo>
                  <a:pt x="1099961" y="699851"/>
                  <a:pt x="1111465" y="697608"/>
                  <a:pt x="1124282" y="697608"/>
                </a:cubicBezTo>
                <a:cubicBezTo>
                  <a:pt x="1136610" y="697608"/>
                  <a:pt x="1147694" y="699929"/>
                  <a:pt x="1157531" y="704572"/>
                </a:cubicBezTo>
                <a:lnTo>
                  <a:pt x="1167844" y="711067"/>
                </a:lnTo>
                <a:lnTo>
                  <a:pt x="1167844" y="705089"/>
                </a:lnTo>
                <a:cubicBezTo>
                  <a:pt x="1185317" y="712354"/>
                  <a:pt x="1198218" y="724364"/>
                  <a:pt x="1206547" y="741119"/>
                </a:cubicBezTo>
                <a:cubicBezTo>
                  <a:pt x="1214875" y="757875"/>
                  <a:pt x="1219039" y="777109"/>
                  <a:pt x="1219039" y="798823"/>
                </a:cubicBezTo>
                <a:cubicBezTo>
                  <a:pt x="1219039" y="830825"/>
                  <a:pt x="1210816" y="856783"/>
                  <a:pt x="1194372" y="876695"/>
                </a:cubicBezTo>
                <a:cubicBezTo>
                  <a:pt x="1177927" y="896607"/>
                  <a:pt x="1156263" y="906563"/>
                  <a:pt x="1129379" y="906563"/>
                </a:cubicBezTo>
                <a:cubicBezTo>
                  <a:pt x="1112118" y="906563"/>
                  <a:pt x="1095658" y="900467"/>
                  <a:pt x="1079998" y="888275"/>
                </a:cubicBezTo>
                <a:lnTo>
                  <a:pt x="1079998" y="883069"/>
                </a:lnTo>
                <a:cubicBezTo>
                  <a:pt x="1094745" y="891985"/>
                  <a:pt x="1110873" y="896442"/>
                  <a:pt x="1128384" y="896442"/>
                </a:cubicBezTo>
                <a:cubicBezTo>
                  <a:pt x="1151903" y="896442"/>
                  <a:pt x="1171230" y="887561"/>
                  <a:pt x="1186365" y="869800"/>
                </a:cubicBezTo>
                <a:cubicBezTo>
                  <a:pt x="1201500" y="852038"/>
                  <a:pt x="1209067" y="829216"/>
                  <a:pt x="1209067" y="801334"/>
                </a:cubicBezTo>
                <a:cubicBezTo>
                  <a:pt x="1209067" y="780515"/>
                  <a:pt x="1205583" y="762345"/>
                  <a:pt x="1198615" y="746822"/>
                </a:cubicBezTo>
                <a:cubicBezTo>
                  <a:pt x="1195132" y="739061"/>
                  <a:pt x="1190825" y="732226"/>
                  <a:pt x="1185697" y="726317"/>
                </a:cubicBezTo>
                <a:lnTo>
                  <a:pt x="1176994" y="719028"/>
                </a:lnTo>
                <a:lnTo>
                  <a:pt x="1183307" y="725465"/>
                </a:lnTo>
                <a:cubicBezTo>
                  <a:pt x="1198000" y="744035"/>
                  <a:pt x="1205346" y="768614"/>
                  <a:pt x="1205346" y="799199"/>
                </a:cubicBezTo>
                <a:cubicBezTo>
                  <a:pt x="1205346" y="828182"/>
                  <a:pt x="1198095" y="851412"/>
                  <a:pt x="1183592" y="868888"/>
                </a:cubicBezTo>
                <a:cubicBezTo>
                  <a:pt x="1169089" y="886365"/>
                  <a:pt x="1149561" y="895103"/>
                  <a:pt x="1125010" y="895103"/>
                </a:cubicBezTo>
                <a:cubicBezTo>
                  <a:pt x="1105684" y="895103"/>
                  <a:pt x="1088506" y="888954"/>
                  <a:pt x="1073478" y="876655"/>
                </a:cubicBezTo>
                <a:cubicBezTo>
                  <a:pt x="1051456" y="858563"/>
                  <a:pt x="1040445" y="831869"/>
                  <a:pt x="1040445" y="796574"/>
                </a:cubicBezTo>
                <a:cubicBezTo>
                  <a:pt x="1040445" y="766484"/>
                  <a:pt x="1048009" y="742468"/>
                  <a:pt x="1063138" y="724524"/>
                </a:cubicBezTo>
                <a:cubicBezTo>
                  <a:pt x="1070702" y="715552"/>
                  <a:pt x="1079579" y="708823"/>
                  <a:pt x="1089770" y="704337"/>
                </a:cubicBezTo>
                <a:close/>
                <a:moveTo>
                  <a:pt x="2345225" y="110764"/>
                </a:moveTo>
                <a:lnTo>
                  <a:pt x="2319902" y="182729"/>
                </a:lnTo>
                <a:cubicBezTo>
                  <a:pt x="2328527" y="191291"/>
                  <a:pt x="2336194" y="200244"/>
                  <a:pt x="2342904" y="209588"/>
                </a:cubicBezTo>
                <a:lnTo>
                  <a:pt x="2350224" y="219854"/>
                </a:lnTo>
                <a:lnTo>
                  <a:pt x="2351128" y="218766"/>
                </a:lnTo>
                <a:cubicBezTo>
                  <a:pt x="2351537" y="218224"/>
                  <a:pt x="2352041" y="217974"/>
                  <a:pt x="2352640" y="218016"/>
                </a:cubicBezTo>
                <a:cubicBezTo>
                  <a:pt x="2344726" y="206689"/>
                  <a:pt x="2334857" y="195252"/>
                  <a:pt x="2323031" y="183705"/>
                </a:cubicBezTo>
                <a:lnTo>
                  <a:pt x="2346608" y="121147"/>
                </a:lnTo>
                <a:close/>
                <a:moveTo>
                  <a:pt x="2310880" y="65798"/>
                </a:moveTo>
                <a:lnTo>
                  <a:pt x="2402592" y="66134"/>
                </a:lnTo>
                <a:lnTo>
                  <a:pt x="2383527" y="92150"/>
                </a:lnTo>
                <a:lnTo>
                  <a:pt x="2411317" y="167230"/>
                </a:lnTo>
                <a:lnTo>
                  <a:pt x="2412841" y="165242"/>
                </a:lnTo>
                <a:lnTo>
                  <a:pt x="2386106" y="94223"/>
                </a:lnTo>
                <a:lnTo>
                  <a:pt x="2408191" y="69073"/>
                </a:lnTo>
                <a:lnTo>
                  <a:pt x="2417887" y="73472"/>
                </a:lnTo>
                <a:lnTo>
                  <a:pt x="2399380" y="96885"/>
                </a:lnTo>
                <a:lnTo>
                  <a:pt x="2421892" y="158598"/>
                </a:lnTo>
                <a:lnTo>
                  <a:pt x="2426201" y="154969"/>
                </a:lnTo>
                <a:cubicBezTo>
                  <a:pt x="2430207" y="151788"/>
                  <a:pt x="2434263" y="149220"/>
                  <a:pt x="2438368" y="147264"/>
                </a:cubicBezTo>
                <a:cubicBezTo>
                  <a:pt x="2442580" y="162829"/>
                  <a:pt x="2448012" y="177733"/>
                  <a:pt x="2454663" y="191975"/>
                </a:cubicBezTo>
                <a:cubicBezTo>
                  <a:pt x="2448303" y="191653"/>
                  <a:pt x="2444449" y="191490"/>
                  <a:pt x="2443098" y="191485"/>
                </a:cubicBezTo>
                <a:cubicBezTo>
                  <a:pt x="2432395" y="191446"/>
                  <a:pt x="2425242" y="192493"/>
                  <a:pt x="2421640" y="194627"/>
                </a:cubicBezTo>
                <a:lnTo>
                  <a:pt x="2453767" y="280749"/>
                </a:lnTo>
                <a:lnTo>
                  <a:pt x="2455524" y="282462"/>
                </a:lnTo>
                <a:lnTo>
                  <a:pt x="2424583" y="196620"/>
                </a:lnTo>
                <a:cubicBezTo>
                  <a:pt x="2430927" y="194663"/>
                  <a:pt x="2436914" y="193695"/>
                  <a:pt x="2442543" y="193715"/>
                </a:cubicBezTo>
                <a:lnTo>
                  <a:pt x="2458293" y="195266"/>
                </a:lnTo>
                <a:lnTo>
                  <a:pt x="2442985" y="152571"/>
                </a:lnTo>
                <a:lnTo>
                  <a:pt x="2455786" y="157539"/>
                </a:lnTo>
                <a:cubicBezTo>
                  <a:pt x="2458597" y="169225"/>
                  <a:pt x="2465378" y="186264"/>
                  <a:pt x="2476126" y="208655"/>
                </a:cubicBezTo>
                <a:cubicBezTo>
                  <a:pt x="2470498" y="208272"/>
                  <a:pt x="2467560" y="208080"/>
                  <a:pt x="2467312" y="208079"/>
                </a:cubicBezTo>
                <a:lnTo>
                  <a:pt x="2452542" y="206751"/>
                </a:lnTo>
                <a:lnTo>
                  <a:pt x="2438621" y="205814"/>
                </a:lnTo>
                <a:lnTo>
                  <a:pt x="2468106" y="280991"/>
                </a:lnTo>
                <a:lnTo>
                  <a:pt x="2509270" y="322883"/>
                </a:lnTo>
                <a:lnTo>
                  <a:pt x="2397757" y="322475"/>
                </a:lnTo>
                <a:lnTo>
                  <a:pt x="2392611" y="310177"/>
                </a:lnTo>
                <a:lnTo>
                  <a:pt x="2489467" y="310532"/>
                </a:lnTo>
                <a:lnTo>
                  <a:pt x="2469684" y="296275"/>
                </a:lnTo>
                <a:lnTo>
                  <a:pt x="2481599" y="307899"/>
                </a:lnTo>
                <a:lnTo>
                  <a:pt x="2381859" y="307533"/>
                </a:lnTo>
                <a:lnTo>
                  <a:pt x="2407127" y="281622"/>
                </a:lnTo>
                <a:lnTo>
                  <a:pt x="2389384" y="233140"/>
                </a:lnTo>
                <a:cubicBezTo>
                  <a:pt x="2378992" y="245633"/>
                  <a:pt x="2369773" y="258429"/>
                  <a:pt x="2361728" y="271528"/>
                </a:cubicBezTo>
                <a:lnTo>
                  <a:pt x="2351903" y="269033"/>
                </a:lnTo>
                <a:lnTo>
                  <a:pt x="2385467" y="223987"/>
                </a:lnTo>
                <a:lnTo>
                  <a:pt x="2384462" y="220719"/>
                </a:lnTo>
                <a:cubicBezTo>
                  <a:pt x="2372889" y="231878"/>
                  <a:pt x="2361371" y="245820"/>
                  <a:pt x="2349910" y="262546"/>
                </a:cubicBezTo>
                <a:lnTo>
                  <a:pt x="2343357" y="255488"/>
                </a:lnTo>
                <a:lnTo>
                  <a:pt x="2320769" y="223047"/>
                </a:lnTo>
                <a:lnTo>
                  <a:pt x="2313028" y="246300"/>
                </a:lnTo>
                <a:cubicBezTo>
                  <a:pt x="2311111" y="254118"/>
                  <a:pt x="2310141" y="261151"/>
                  <a:pt x="2310118" y="267398"/>
                </a:cubicBezTo>
                <a:cubicBezTo>
                  <a:pt x="2310092" y="274539"/>
                  <a:pt x="2311294" y="280573"/>
                  <a:pt x="2313724" y="285501"/>
                </a:cubicBezTo>
                <a:cubicBezTo>
                  <a:pt x="2316154" y="290430"/>
                  <a:pt x="2322252" y="298966"/>
                  <a:pt x="2332018" y="311112"/>
                </a:cubicBezTo>
                <a:cubicBezTo>
                  <a:pt x="2332891" y="312230"/>
                  <a:pt x="2334519" y="315943"/>
                  <a:pt x="2336901" y="322251"/>
                </a:cubicBezTo>
                <a:lnTo>
                  <a:pt x="2232571" y="321869"/>
                </a:lnTo>
                <a:lnTo>
                  <a:pt x="2227174" y="309571"/>
                </a:lnTo>
                <a:lnTo>
                  <a:pt x="2315969" y="309896"/>
                </a:lnTo>
                <a:lnTo>
                  <a:pt x="2313976" y="307285"/>
                </a:lnTo>
                <a:lnTo>
                  <a:pt x="2217699" y="306931"/>
                </a:lnTo>
                <a:cubicBezTo>
                  <a:pt x="2235865" y="293654"/>
                  <a:pt x="2249912" y="279641"/>
                  <a:pt x="2259842" y="264894"/>
                </a:cubicBezTo>
                <a:cubicBezTo>
                  <a:pt x="2267289" y="253833"/>
                  <a:pt x="2274826" y="237860"/>
                  <a:pt x="2282453" y="216975"/>
                </a:cubicBezTo>
                <a:lnTo>
                  <a:pt x="2289828" y="195283"/>
                </a:lnTo>
                <a:lnTo>
                  <a:pt x="2279633" y="190472"/>
                </a:lnTo>
                <a:cubicBezTo>
                  <a:pt x="2274987" y="189083"/>
                  <a:pt x="2269263" y="187988"/>
                  <a:pt x="2262461" y="187186"/>
                </a:cubicBezTo>
                <a:cubicBezTo>
                  <a:pt x="2269433" y="174044"/>
                  <a:pt x="2275325" y="161395"/>
                  <a:pt x="2280137" y="149239"/>
                </a:cubicBezTo>
                <a:cubicBezTo>
                  <a:pt x="2284748" y="151554"/>
                  <a:pt x="2287533" y="153183"/>
                  <a:pt x="2288491" y="154127"/>
                </a:cubicBezTo>
                <a:lnTo>
                  <a:pt x="2296992" y="163218"/>
                </a:lnTo>
                <a:cubicBezTo>
                  <a:pt x="2299018" y="164420"/>
                  <a:pt x="2300492" y="166048"/>
                  <a:pt x="2301413" y="168104"/>
                </a:cubicBezTo>
                <a:lnTo>
                  <a:pt x="2302671" y="164931"/>
                </a:lnTo>
                <a:lnTo>
                  <a:pt x="2300889" y="164099"/>
                </a:lnTo>
                <a:cubicBezTo>
                  <a:pt x="2295195" y="159053"/>
                  <a:pt x="2290434" y="154998"/>
                  <a:pt x="2286606" y="151934"/>
                </a:cubicBezTo>
                <a:lnTo>
                  <a:pt x="2283582" y="148455"/>
                </a:lnTo>
                <a:lnTo>
                  <a:pt x="2289359" y="139968"/>
                </a:lnTo>
                <a:cubicBezTo>
                  <a:pt x="2297929" y="144763"/>
                  <a:pt x="2303882" y="149710"/>
                  <a:pt x="2307220" y="154809"/>
                </a:cubicBezTo>
                <a:lnTo>
                  <a:pt x="2330120" y="91254"/>
                </a:lnTo>
                <a:close/>
                <a:moveTo>
                  <a:pt x="944111" y="699543"/>
                </a:moveTo>
                <a:lnTo>
                  <a:pt x="1019370" y="699543"/>
                </a:lnTo>
                <a:lnTo>
                  <a:pt x="999815" y="723518"/>
                </a:lnTo>
                <a:lnTo>
                  <a:pt x="999815" y="872990"/>
                </a:lnTo>
                <a:lnTo>
                  <a:pt x="1001006" y="874268"/>
                </a:lnTo>
                <a:lnTo>
                  <a:pt x="1001006" y="723004"/>
                </a:lnTo>
                <a:lnTo>
                  <a:pt x="1020607" y="704942"/>
                </a:lnTo>
                <a:lnTo>
                  <a:pt x="1026011" y="711049"/>
                </a:lnTo>
                <a:lnTo>
                  <a:pt x="1011126" y="726799"/>
                </a:lnTo>
                <a:lnTo>
                  <a:pt x="1011126" y="873260"/>
                </a:lnTo>
                <a:lnTo>
                  <a:pt x="1035641" y="904628"/>
                </a:lnTo>
                <a:lnTo>
                  <a:pt x="955394" y="904628"/>
                </a:lnTo>
                <a:lnTo>
                  <a:pt x="950078" y="894805"/>
                </a:lnTo>
                <a:lnTo>
                  <a:pt x="1020930" y="894805"/>
                </a:lnTo>
                <a:lnTo>
                  <a:pt x="1016125" y="890493"/>
                </a:lnTo>
                <a:lnTo>
                  <a:pt x="1018202" y="892722"/>
                </a:lnTo>
                <a:lnTo>
                  <a:pt x="944111" y="892722"/>
                </a:lnTo>
                <a:lnTo>
                  <a:pt x="964394" y="871572"/>
                </a:lnTo>
                <a:lnTo>
                  <a:pt x="964394" y="722116"/>
                </a:lnTo>
                <a:close/>
                <a:moveTo>
                  <a:pt x="836699" y="732136"/>
                </a:moveTo>
                <a:lnTo>
                  <a:pt x="836699" y="787651"/>
                </a:lnTo>
                <a:cubicBezTo>
                  <a:pt x="853260" y="787651"/>
                  <a:pt x="865684" y="785049"/>
                  <a:pt x="873974" y="779846"/>
                </a:cubicBezTo>
                <a:cubicBezTo>
                  <a:pt x="882263" y="774642"/>
                  <a:pt x="886408" y="766566"/>
                  <a:pt x="886408" y="755616"/>
                </a:cubicBezTo>
                <a:lnTo>
                  <a:pt x="884250" y="742938"/>
                </a:lnTo>
                <a:lnTo>
                  <a:pt x="878402" y="738951"/>
                </a:lnTo>
                <a:cubicBezTo>
                  <a:pt x="875419" y="737180"/>
                  <a:pt x="872675" y="735832"/>
                  <a:pt x="870168" y="734908"/>
                </a:cubicBezTo>
                <a:cubicBezTo>
                  <a:pt x="865155" y="733060"/>
                  <a:pt x="857967" y="732136"/>
                  <a:pt x="848603" y="732136"/>
                </a:cubicBezTo>
                <a:close/>
                <a:moveTo>
                  <a:pt x="825091" y="720341"/>
                </a:moveTo>
                <a:lnTo>
                  <a:pt x="825091" y="787651"/>
                </a:lnTo>
                <a:lnTo>
                  <a:pt x="822809" y="787651"/>
                </a:lnTo>
                <a:lnTo>
                  <a:pt x="826579" y="787782"/>
                </a:lnTo>
                <a:lnTo>
                  <a:pt x="826579" y="722611"/>
                </a:lnTo>
                <a:lnTo>
                  <a:pt x="845540" y="722611"/>
                </a:lnTo>
                <a:cubicBezTo>
                  <a:pt x="851957" y="722611"/>
                  <a:pt x="857479" y="722916"/>
                  <a:pt x="862105" y="723526"/>
                </a:cubicBezTo>
                <a:lnTo>
                  <a:pt x="866785" y="724673"/>
                </a:lnTo>
                <a:lnTo>
                  <a:pt x="860688" y="722043"/>
                </a:lnTo>
                <a:cubicBezTo>
                  <a:pt x="854578" y="720636"/>
                  <a:pt x="847252" y="719932"/>
                  <a:pt x="838711" y="719932"/>
                </a:cubicBezTo>
                <a:cubicBezTo>
                  <a:pt x="834246" y="719932"/>
                  <a:pt x="829706" y="720069"/>
                  <a:pt x="825091" y="720341"/>
                </a:cubicBezTo>
                <a:close/>
                <a:moveTo>
                  <a:pt x="2170857" y="93074"/>
                </a:moveTo>
                <a:lnTo>
                  <a:pt x="2168615" y="95792"/>
                </a:lnTo>
                <a:lnTo>
                  <a:pt x="2167939" y="280172"/>
                </a:lnTo>
                <a:lnTo>
                  <a:pt x="2170162" y="282825"/>
                </a:lnTo>
                <a:close/>
                <a:moveTo>
                  <a:pt x="635082" y="801880"/>
                </a:moveTo>
                <a:lnTo>
                  <a:pt x="643476" y="806150"/>
                </a:lnTo>
                <a:lnTo>
                  <a:pt x="666968" y="811985"/>
                </a:lnTo>
                <a:cubicBezTo>
                  <a:pt x="683192" y="816040"/>
                  <a:pt x="694180" y="819624"/>
                  <a:pt x="699932" y="822736"/>
                </a:cubicBezTo>
                <a:lnTo>
                  <a:pt x="705882" y="827938"/>
                </a:lnTo>
                <a:lnTo>
                  <a:pt x="702043" y="821965"/>
                </a:lnTo>
                <a:cubicBezTo>
                  <a:pt x="691411" y="816398"/>
                  <a:pt x="674418" y="811326"/>
                  <a:pt x="651064" y="806750"/>
                </a:cubicBezTo>
                <a:close/>
                <a:moveTo>
                  <a:pt x="405158" y="894805"/>
                </a:moveTo>
                <a:lnTo>
                  <a:pt x="566121" y="894805"/>
                </a:lnTo>
                <a:lnTo>
                  <a:pt x="569904" y="889240"/>
                </a:lnTo>
                <a:cubicBezTo>
                  <a:pt x="556192" y="877055"/>
                  <a:pt x="546317" y="862030"/>
                  <a:pt x="540280" y="844164"/>
                </a:cubicBezTo>
                <a:lnTo>
                  <a:pt x="550287" y="846631"/>
                </a:lnTo>
                <a:cubicBezTo>
                  <a:pt x="555821" y="859514"/>
                  <a:pt x="565124" y="872734"/>
                  <a:pt x="578194" y="886292"/>
                </a:cubicBezTo>
                <a:lnTo>
                  <a:pt x="580529" y="888136"/>
                </a:lnTo>
                <a:lnTo>
                  <a:pt x="571664" y="904628"/>
                </a:lnTo>
                <a:lnTo>
                  <a:pt x="408753" y="904628"/>
                </a:lnTo>
                <a:close/>
                <a:moveTo>
                  <a:pt x="771422" y="699543"/>
                </a:moveTo>
                <a:lnTo>
                  <a:pt x="839848" y="699543"/>
                </a:lnTo>
                <a:cubicBezTo>
                  <a:pt x="868244" y="699543"/>
                  <a:pt x="888588" y="703553"/>
                  <a:pt x="900877" y="711572"/>
                </a:cubicBezTo>
                <a:cubicBezTo>
                  <a:pt x="916829" y="721824"/>
                  <a:pt x="924806" y="736012"/>
                  <a:pt x="924806" y="754135"/>
                </a:cubicBezTo>
                <a:cubicBezTo>
                  <a:pt x="924806" y="765178"/>
                  <a:pt x="921744" y="774796"/>
                  <a:pt x="915621" y="782990"/>
                </a:cubicBezTo>
                <a:cubicBezTo>
                  <a:pt x="909498" y="791184"/>
                  <a:pt x="900952" y="797092"/>
                  <a:pt x="889982" y="800713"/>
                </a:cubicBezTo>
                <a:cubicBezTo>
                  <a:pt x="879394" y="804208"/>
                  <a:pt x="862682" y="805955"/>
                  <a:pt x="839848" y="805955"/>
                </a:cubicBezTo>
                <a:lnTo>
                  <a:pt x="825091" y="805955"/>
                </a:lnTo>
                <a:lnTo>
                  <a:pt x="825091" y="872465"/>
                </a:lnTo>
                <a:lnTo>
                  <a:pt x="826579" y="874164"/>
                </a:lnTo>
                <a:lnTo>
                  <a:pt x="826579" y="807390"/>
                </a:lnTo>
                <a:cubicBezTo>
                  <a:pt x="836651" y="807921"/>
                  <a:pt x="846636" y="808187"/>
                  <a:pt x="856533" y="808187"/>
                </a:cubicBezTo>
                <a:cubicBezTo>
                  <a:pt x="880989" y="808187"/>
                  <a:pt x="898953" y="804005"/>
                  <a:pt x="910425" y="795640"/>
                </a:cubicBezTo>
                <a:cubicBezTo>
                  <a:pt x="921897" y="787276"/>
                  <a:pt x="927633" y="774438"/>
                  <a:pt x="927633" y="757128"/>
                </a:cubicBezTo>
                <a:cubicBezTo>
                  <a:pt x="927633" y="750012"/>
                  <a:pt x="926524" y="743793"/>
                  <a:pt x="924304" y="738471"/>
                </a:cubicBezTo>
                <a:cubicBezTo>
                  <a:pt x="922085" y="733148"/>
                  <a:pt x="917748" y="725378"/>
                  <a:pt x="911292" y="715158"/>
                </a:cubicBezTo>
                <a:cubicBezTo>
                  <a:pt x="920802" y="718615"/>
                  <a:pt x="927490" y="724277"/>
                  <a:pt x="931357" y="732143"/>
                </a:cubicBezTo>
                <a:cubicBezTo>
                  <a:pt x="935225" y="740009"/>
                  <a:pt x="937158" y="748813"/>
                  <a:pt x="937158" y="758553"/>
                </a:cubicBezTo>
                <a:cubicBezTo>
                  <a:pt x="937158" y="780792"/>
                  <a:pt x="928444" y="796836"/>
                  <a:pt x="911016" y="806685"/>
                </a:cubicBezTo>
                <a:cubicBezTo>
                  <a:pt x="898216" y="813937"/>
                  <a:pt x="876588" y="817564"/>
                  <a:pt x="846131" y="817563"/>
                </a:cubicBezTo>
                <a:cubicBezTo>
                  <a:pt x="841043" y="817563"/>
                  <a:pt x="837899" y="817470"/>
                  <a:pt x="836699" y="817284"/>
                </a:cubicBezTo>
                <a:lnTo>
                  <a:pt x="836699" y="873592"/>
                </a:lnTo>
                <a:lnTo>
                  <a:pt x="859610" y="904628"/>
                </a:lnTo>
                <a:lnTo>
                  <a:pt x="782203" y="904628"/>
                </a:lnTo>
                <a:lnTo>
                  <a:pt x="776529" y="894805"/>
                </a:lnTo>
                <a:lnTo>
                  <a:pt x="845190" y="894805"/>
                </a:lnTo>
                <a:lnTo>
                  <a:pt x="842173" y="891972"/>
                </a:lnTo>
                <a:lnTo>
                  <a:pt x="842829" y="892722"/>
                </a:lnTo>
                <a:lnTo>
                  <a:pt x="768941" y="892722"/>
                </a:lnTo>
                <a:lnTo>
                  <a:pt x="789223" y="871286"/>
                </a:lnTo>
                <a:lnTo>
                  <a:pt x="789223" y="817022"/>
                </a:lnTo>
                <a:lnTo>
                  <a:pt x="779470" y="818085"/>
                </a:lnTo>
                <a:cubicBezTo>
                  <a:pt x="775884" y="818830"/>
                  <a:pt x="772127" y="819948"/>
                  <a:pt x="768199" y="821438"/>
                </a:cubicBezTo>
                <a:lnTo>
                  <a:pt x="765292" y="814673"/>
                </a:lnTo>
                <a:cubicBezTo>
                  <a:pt x="773295" y="809761"/>
                  <a:pt x="780124" y="807306"/>
                  <a:pt x="785779" y="807306"/>
                </a:cubicBezTo>
                <a:lnTo>
                  <a:pt x="789223" y="807306"/>
                </a:lnTo>
                <a:lnTo>
                  <a:pt x="789223" y="805715"/>
                </a:lnTo>
                <a:cubicBezTo>
                  <a:pt x="788780" y="805676"/>
                  <a:pt x="788264" y="805657"/>
                  <a:pt x="787677" y="805657"/>
                </a:cubicBezTo>
                <a:cubicBezTo>
                  <a:pt x="778032" y="805657"/>
                  <a:pt x="769490" y="808142"/>
                  <a:pt x="762051" y="813113"/>
                </a:cubicBezTo>
                <a:lnTo>
                  <a:pt x="758288" y="808122"/>
                </a:lnTo>
                <a:cubicBezTo>
                  <a:pt x="765016" y="795168"/>
                  <a:pt x="775534" y="788698"/>
                  <a:pt x="789842" y="788714"/>
                </a:cubicBezTo>
                <a:lnTo>
                  <a:pt x="789223" y="788742"/>
                </a:lnTo>
                <a:lnTo>
                  <a:pt x="789223" y="721483"/>
                </a:lnTo>
                <a:close/>
                <a:moveTo>
                  <a:pt x="735915" y="705331"/>
                </a:moveTo>
                <a:lnTo>
                  <a:pt x="743928" y="709007"/>
                </a:lnTo>
                <a:lnTo>
                  <a:pt x="742615" y="709421"/>
                </a:lnTo>
                <a:cubicBezTo>
                  <a:pt x="738387" y="719061"/>
                  <a:pt x="734982" y="726326"/>
                  <a:pt x="732399" y="731218"/>
                </a:cubicBezTo>
                <a:cubicBezTo>
                  <a:pt x="725360" y="746733"/>
                  <a:pt x="721320" y="755477"/>
                  <a:pt x="720276" y="757448"/>
                </a:cubicBezTo>
                <a:lnTo>
                  <a:pt x="718141" y="759669"/>
                </a:lnTo>
                <a:lnTo>
                  <a:pt x="710537" y="756844"/>
                </a:lnTo>
                <a:lnTo>
                  <a:pt x="711354" y="752751"/>
                </a:lnTo>
                <a:cubicBezTo>
                  <a:pt x="714186" y="746293"/>
                  <a:pt x="718303" y="737849"/>
                  <a:pt x="723704" y="727422"/>
                </a:cubicBezTo>
                <a:lnTo>
                  <a:pt x="733734" y="707919"/>
                </a:lnTo>
                <a:close/>
                <a:moveTo>
                  <a:pt x="1986972" y="115288"/>
                </a:moveTo>
                <a:lnTo>
                  <a:pt x="1986506" y="242532"/>
                </a:lnTo>
                <a:cubicBezTo>
                  <a:pt x="1986434" y="262029"/>
                  <a:pt x="1988121" y="275186"/>
                  <a:pt x="1991566" y="282002"/>
                </a:cubicBezTo>
                <a:cubicBezTo>
                  <a:pt x="1993288" y="285410"/>
                  <a:pt x="1995547" y="288340"/>
                  <a:pt x="1998342" y="290792"/>
                </a:cubicBezTo>
                <a:lnTo>
                  <a:pt x="2000311" y="291958"/>
                </a:lnTo>
                <a:lnTo>
                  <a:pt x="1993507" y="284169"/>
                </a:lnTo>
                <a:cubicBezTo>
                  <a:pt x="1990373" y="277754"/>
                  <a:pt x="1988822" y="270322"/>
                  <a:pt x="1988853" y="261874"/>
                </a:cubicBezTo>
                <a:lnTo>
                  <a:pt x="1988903" y="248378"/>
                </a:lnTo>
                <a:lnTo>
                  <a:pt x="1989295" y="141298"/>
                </a:lnTo>
                <a:close/>
                <a:moveTo>
                  <a:pt x="637735" y="721568"/>
                </a:moveTo>
                <a:cubicBezTo>
                  <a:pt x="631472" y="726826"/>
                  <a:pt x="628340" y="733374"/>
                  <a:pt x="628340" y="741212"/>
                </a:cubicBezTo>
                <a:lnTo>
                  <a:pt x="636113" y="758106"/>
                </a:lnTo>
                <a:lnTo>
                  <a:pt x="631019" y="744075"/>
                </a:lnTo>
                <a:cubicBezTo>
                  <a:pt x="631019" y="735567"/>
                  <a:pt x="634047" y="728663"/>
                  <a:pt x="640102" y="723363"/>
                </a:cubicBezTo>
                <a:cubicBezTo>
                  <a:pt x="646158" y="718064"/>
                  <a:pt x="653946" y="715414"/>
                  <a:pt x="663468" y="715414"/>
                </a:cubicBezTo>
                <a:cubicBezTo>
                  <a:pt x="667909" y="715414"/>
                  <a:pt x="672094" y="715897"/>
                  <a:pt x="676024" y="716865"/>
                </a:cubicBezTo>
                <a:lnTo>
                  <a:pt x="678761" y="717946"/>
                </a:lnTo>
                <a:lnTo>
                  <a:pt x="676398" y="716460"/>
                </a:lnTo>
                <a:cubicBezTo>
                  <a:pt x="671705" y="714607"/>
                  <a:pt x="666736" y="713681"/>
                  <a:pt x="661491" y="713681"/>
                </a:cubicBezTo>
                <a:cubicBezTo>
                  <a:pt x="651917" y="713681"/>
                  <a:pt x="643998" y="716310"/>
                  <a:pt x="637735" y="721568"/>
                </a:cubicBezTo>
                <a:close/>
                <a:moveTo>
                  <a:pt x="451384" y="797918"/>
                </a:moveTo>
                <a:lnTo>
                  <a:pt x="451383" y="873821"/>
                </a:lnTo>
                <a:lnTo>
                  <a:pt x="454658" y="873821"/>
                </a:lnTo>
                <a:lnTo>
                  <a:pt x="454658" y="798811"/>
                </a:lnTo>
                <a:lnTo>
                  <a:pt x="487479" y="798811"/>
                </a:lnTo>
                <a:lnTo>
                  <a:pt x="486618" y="797918"/>
                </a:lnTo>
                <a:close/>
                <a:moveTo>
                  <a:pt x="633869" y="700064"/>
                </a:moveTo>
                <a:cubicBezTo>
                  <a:pt x="641392" y="697534"/>
                  <a:pt x="649760" y="696269"/>
                  <a:pt x="658973" y="696268"/>
                </a:cubicBezTo>
                <a:cubicBezTo>
                  <a:pt x="670526" y="696268"/>
                  <a:pt x="684059" y="698365"/>
                  <a:pt x="699573" y="702559"/>
                </a:cubicBezTo>
                <a:cubicBezTo>
                  <a:pt x="706331" y="704417"/>
                  <a:pt x="711321" y="705347"/>
                  <a:pt x="714544" y="705347"/>
                </a:cubicBezTo>
                <a:cubicBezTo>
                  <a:pt x="718764" y="705347"/>
                  <a:pt x="723908" y="703705"/>
                  <a:pt x="729978" y="700419"/>
                </a:cubicBezTo>
                <a:lnTo>
                  <a:pt x="734880" y="702977"/>
                </a:lnTo>
                <a:cubicBezTo>
                  <a:pt x="729583" y="711512"/>
                  <a:pt x="725464" y="719384"/>
                  <a:pt x="722525" y="726594"/>
                </a:cubicBezTo>
                <a:cubicBezTo>
                  <a:pt x="716555" y="741276"/>
                  <a:pt x="712536" y="750373"/>
                  <a:pt x="710470" y="753886"/>
                </a:cubicBezTo>
                <a:lnTo>
                  <a:pt x="706065" y="756137"/>
                </a:lnTo>
                <a:cubicBezTo>
                  <a:pt x="704470" y="753745"/>
                  <a:pt x="703529" y="751972"/>
                  <a:pt x="703242" y="750819"/>
                </a:cubicBezTo>
                <a:lnTo>
                  <a:pt x="699916" y="741100"/>
                </a:lnTo>
                <a:lnTo>
                  <a:pt x="697643" y="742233"/>
                </a:lnTo>
                <a:cubicBezTo>
                  <a:pt x="686425" y="730839"/>
                  <a:pt x="675118" y="725141"/>
                  <a:pt x="663722" y="725141"/>
                </a:cubicBezTo>
                <a:cubicBezTo>
                  <a:pt x="657159" y="725141"/>
                  <a:pt x="651755" y="727009"/>
                  <a:pt x="647509" y="730745"/>
                </a:cubicBezTo>
                <a:cubicBezTo>
                  <a:pt x="643262" y="734482"/>
                  <a:pt x="641139" y="739216"/>
                  <a:pt x="641139" y="744949"/>
                </a:cubicBezTo>
                <a:cubicBezTo>
                  <a:pt x="641139" y="751229"/>
                  <a:pt x="645655" y="757848"/>
                  <a:pt x="654687" y="764804"/>
                </a:cubicBezTo>
                <a:lnTo>
                  <a:pt x="657103" y="766971"/>
                </a:lnTo>
                <a:lnTo>
                  <a:pt x="656190" y="768723"/>
                </a:lnTo>
                <a:lnTo>
                  <a:pt x="662831" y="771752"/>
                </a:lnTo>
                <a:lnTo>
                  <a:pt x="687469" y="777738"/>
                </a:lnTo>
                <a:cubicBezTo>
                  <a:pt x="705810" y="782163"/>
                  <a:pt x="719565" y="789251"/>
                  <a:pt x="728736" y="799000"/>
                </a:cubicBezTo>
                <a:lnTo>
                  <a:pt x="728778" y="799068"/>
                </a:lnTo>
                <a:lnTo>
                  <a:pt x="728778" y="794244"/>
                </a:lnTo>
                <a:cubicBezTo>
                  <a:pt x="746056" y="805341"/>
                  <a:pt x="754695" y="820052"/>
                  <a:pt x="754695" y="838376"/>
                </a:cubicBezTo>
                <a:cubicBezTo>
                  <a:pt x="754695" y="857806"/>
                  <a:pt x="747180" y="874251"/>
                  <a:pt x="732151" y="887712"/>
                </a:cubicBezTo>
                <a:cubicBezTo>
                  <a:pt x="717122" y="901172"/>
                  <a:pt x="698890" y="907902"/>
                  <a:pt x="677456" y="907902"/>
                </a:cubicBezTo>
                <a:cubicBezTo>
                  <a:pt x="666577" y="907902"/>
                  <a:pt x="656846" y="906810"/>
                  <a:pt x="648262" y="904625"/>
                </a:cubicBezTo>
                <a:lnTo>
                  <a:pt x="624919" y="898898"/>
                </a:lnTo>
                <a:cubicBezTo>
                  <a:pt x="619594" y="897558"/>
                  <a:pt x="614006" y="896889"/>
                  <a:pt x="608155" y="896889"/>
                </a:cubicBezTo>
                <a:cubicBezTo>
                  <a:pt x="603103" y="896889"/>
                  <a:pt x="597470" y="898010"/>
                  <a:pt x="591259" y="900251"/>
                </a:cubicBezTo>
                <a:lnTo>
                  <a:pt x="588110" y="891549"/>
                </a:lnTo>
                <a:cubicBezTo>
                  <a:pt x="594725" y="888263"/>
                  <a:pt x="600874" y="886620"/>
                  <a:pt x="606558" y="886620"/>
                </a:cubicBezTo>
                <a:cubicBezTo>
                  <a:pt x="612588" y="886620"/>
                  <a:pt x="620093" y="887675"/>
                  <a:pt x="629070" y="889787"/>
                </a:cubicBezTo>
                <a:lnTo>
                  <a:pt x="649739" y="894791"/>
                </a:lnTo>
                <a:cubicBezTo>
                  <a:pt x="658419" y="896884"/>
                  <a:pt x="667621" y="897931"/>
                  <a:pt x="677346" y="897930"/>
                </a:cubicBezTo>
                <a:cubicBezTo>
                  <a:pt x="696023" y="897930"/>
                  <a:pt x="711897" y="891996"/>
                  <a:pt x="724968" y="880127"/>
                </a:cubicBezTo>
                <a:lnTo>
                  <a:pt x="729139" y="871001"/>
                </a:lnTo>
                <a:lnTo>
                  <a:pt x="737748" y="859418"/>
                </a:lnTo>
                <a:lnTo>
                  <a:pt x="740433" y="846293"/>
                </a:lnTo>
                <a:lnTo>
                  <a:pt x="744575" y="837232"/>
                </a:lnTo>
                <a:cubicBezTo>
                  <a:pt x="744575" y="830186"/>
                  <a:pt x="743258" y="823502"/>
                  <a:pt x="740626" y="817179"/>
                </a:cubicBezTo>
                <a:lnTo>
                  <a:pt x="731027" y="802692"/>
                </a:lnTo>
                <a:lnTo>
                  <a:pt x="739052" y="815621"/>
                </a:lnTo>
                <a:cubicBezTo>
                  <a:pt x="741345" y="821826"/>
                  <a:pt x="742491" y="828698"/>
                  <a:pt x="742491" y="836234"/>
                </a:cubicBezTo>
                <a:lnTo>
                  <a:pt x="740433" y="846293"/>
                </a:lnTo>
                <a:lnTo>
                  <a:pt x="729139" y="871001"/>
                </a:lnTo>
                <a:lnTo>
                  <a:pt x="723517" y="878567"/>
                </a:lnTo>
                <a:cubicBezTo>
                  <a:pt x="710867" y="889988"/>
                  <a:pt x="695280" y="895698"/>
                  <a:pt x="676756" y="895698"/>
                </a:cubicBezTo>
                <a:cubicBezTo>
                  <a:pt x="665294" y="895698"/>
                  <a:pt x="652641" y="893989"/>
                  <a:pt x="638795" y="890570"/>
                </a:cubicBezTo>
                <a:lnTo>
                  <a:pt x="620405" y="886036"/>
                </a:lnTo>
                <a:cubicBezTo>
                  <a:pt x="614539" y="884639"/>
                  <a:pt x="609534" y="883941"/>
                  <a:pt x="605390" y="883941"/>
                </a:cubicBezTo>
                <a:cubicBezTo>
                  <a:pt x="600029" y="883941"/>
                  <a:pt x="593536" y="885829"/>
                  <a:pt x="585910" y="889606"/>
                </a:cubicBezTo>
                <a:lnTo>
                  <a:pt x="582857" y="884473"/>
                </a:lnTo>
                <a:cubicBezTo>
                  <a:pt x="595064" y="865529"/>
                  <a:pt x="603835" y="847266"/>
                  <a:pt x="609171" y="829686"/>
                </a:cubicBezTo>
                <a:lnTo>
                  <a:pt x="616671" y="831109"/>
                </a:lnTo>
                <a:lnTo>
                  <a:pt x="633711" y="865578"/>
                </a:lnTo>
                <a:lnTo>
                  <a:pt x="633715" y="865586"/>
                </a:lnTo>
                <a:lnTo>
                  <a:pt x="633715" y="865586"/>
                </a:lnTo>
                <a:lnTo>
                  <a:pt x="634253" y="866676"/>
                </a:lnTo>
                <a:lnTo>
                  <a:pt x="636741" y="868003"/>
                </a:lnTo>
                <a:lnTo>
                  <a:pt x="633715" y="865586"/>
                </a:lnTo>
                <a:lnTo>
                  <a:pt x="633711" y="865578"/>
                </a:lnTo>
                <a:lnTo>
                  <a:pt x="620943" y="837616"/>
                </a:lnTo>
                <a:lnTo>
                  <a:pt x="630294" y="836248"/>
                </a:lnTo>
                <a:cubicBezTo>
                  <a:pt x="634086" y="854373"/>
                  <a:pt x="643947" y="867144"/>
                  <a:pt x="659878" y="874562"/>
                </a:cubicBezTo>
                <a:lnTo>
                  <a:pt x="659878" y="876845"/>
                </a:lnTo>
                <a:lnTo>
                  <a:pt x="672356" y="878583"/>
                </a:lnTo>
                <a:cubicBezTo>
                  <a:pt x="684702" y="878583"/>
                  <a:pt x="694394" y="875823"/>
                  <a:pt x="701429" y="870304"/>
                </a:cubicBezTo>
                <a:cubicBezTo>
                  <a:pt x="708464" y="864785"/>
                  <a:pt x="711981" y="857404"/>
                  <a:pt x="711982" y="848159"/>
                </a:cubicBezTo>
                <a:lnTo>
                  <a:pt x="710662" y="840407"/>
                </a:lnTo>
                <a:lnTo>
                  <a:pt x="707759" y="841764"/>
                </a:lnTo>
                <a:cubicBezTo>
                  <a:pt x="702601" y="836383"/>
                  <a:pt x="697602" y="832587"/>
                  <a:pt x="692764" y="830375"/>
                </a:cubicBezTo>
                <a:cubicBezTo>
                  <a:pt x="687926" y="828164"/>
                  <a:pt x="678364" y="825381"/>
                  <a:pt x="664080" y="822028"/>
                </a:cubicBezTo>
                <a:cubicBezTo>
                  <a:pt x="642841" y="817114"/>
                  <a:pt x="628359" y="812752"/>
                  <a:pt x="620635" y="808944"/>
                </a:cubicBezTo>
                <a:cubicBezTo>
                  <a:pt x="612910" y="805136"/>
                  <a:pt x="608246" y="798486"/>
                  <a:pt x="606641" y="788993"/>
                </a:cubicBezTo>
                <a:lnTo>
                  <a:pt x="616196" y="792380"/>
                </a:lnTo>
                <a:lnTo>
                  <a:pt x="609484" y="787883"/>
                </a:lnTo>
                <a:cubicBezTo>
                  <a:pt x="600723" y="779016"/>
                  <a:pt x="596342" y="766729"/>
                  <a:pt x="596342" y="751023"/>
                </a:cubicBezTo>
                <a:cubicBezTo>
                  <a:pt x="596342" y="734764"/>
                  <a:pt x="602174" y="721573"/>
                  <a:pt x="613837" y="711451"/>
                </a:cubicBezTo>
                <a:cubicBezTo>
                  <a:pt x="619669" y="706390"/>
                  <a:pt x="626346" y="702595"/>
                  <a:pt x="633869" y="700064"/>
                </a:cubicBezTo>
                <a:close/>
                <a:moveTo>
                  <a:pt x="510319" y="756460"/>
                </a:moveTo>
                <a:lnTo>
                  <a:pt x="520142" y="759551"/>
                </a:lnTo>
                <a:lnTo>
                  <a:pt x="520142" y="828784"/>
                </a:lnTo>
                <a:lnTo>
                  <a:pt x="510319" y="825800"/>
                </a:lnTo>
                <a:close/>
                <a:moveTo>
                  <a:pt x="1941129" y="64443"/>
                </a:moveTo>
                <a:lnTo>
                  <a:pt x="2043078" y="64816"/>
                </a:lnTo>
                <a:lnTo>
                  <a:pt x="2016527" y="93441"/>
                </a:lnTo>
                <a:lnTo>
                  <a:pt x="2064101" y="241468"/>
                </a:lnTo>
                <a:lnTo>
                  <a:pt x="2066588" y="229202"/>
                </a:lnTo>
                <a:lnTo>
                  <a:pt x="2020394" y="92452"/>
                </a:lnTo>
                <a:lnTo>
                  <a:pt x="2048198" y="72497"/>
                </a:lnTo>
                <a:lnTo>
                  <a:pt x="2055794" y="79580"/>
                </a:lnTo>
                <a:lnTo>
                  <a:pt x="2032930" y="96742"/>
                </a:lnTo>
                <a:lnTo>
                  <a:pt x="2072137" y="218879"/>
                </a:lnTo>
                <a:lnTo>
                  <a:pt x="2115786" y="93573"/>
                </a:lnTo>
                <a:lnTo>
                  <a:pt x="2093636" y="65001"/>
                </a:lnTo>
                <a:lnTo>
                  <a:pt x="2193717" y="65368"/>
                </a:lnTo>
                <a:lnTo>
                  <a:pt x="2171043" y="92849"/>
                </a:lnTo>
                <a:lnTo>
                  <a:pt x="2196286" y="76508"/>
                </a:lnTo>
                <a:lnTo>
                  <a:pt x="2203783" y="83584"/>
                </a:lnTo>
                <a:lnTo>
                  <a:pt x="2183111" y="99955"/>
                </a:lnTo>
                <a:lnTo>
                  <a:pt x="2182448" y="280597"/>
                </a:lnTo>
                <a:lnTo>
                  <a:pt x="2214037" y="321801"/>
                </a:lnTo>
                <a:lnTo>
                  <a:pt x="2111096" y="321424"/>
                </a:lnTo>
                <a:lnTo>
                  <a:pt x="2107136" y="309131"/>
                </a:lnTo>
                <a:lnTo>
                  <a:pt x="2195327" y="309454"/>
                </a:lnTo>
                <a:lnTo>
                  <a:pt x="2182103" y="297076"/>
                </a:lnTo>
                <a:lnTo>
                  <a:pt x="2190276" y="306831"/>
                </a:lnTo>
                <a:lnTo>
                  <a:pt x="2098771" y="306496"/>
                </a:lnTo>
                <a:lnTo>
                  <a:pt x="2124222" y="279808"/>
                </a:lnTo>
                <a:lnTo>
                  <a:pt x="2124652" y="162494"/>
                </a:lnTo>
                <a:lnTo>
                  <a:pt x="2072744" y="321283"/>
                </a:lnTo>
                <a:lnTo>
                  <a:pt x="2049647" y="321198"/>
                </a:lnTo>
                <a:lnTo>
                  <a:pt x="2047326" y="308912"/>
                </a:lnTo>
                <a:lnTo>
                  <a:pt x="2064266" y="308974"/>
                </a:lnTo>
                <a:lnTo>
                  <a:pt x="2124725" y="142533"/>
                </a:lnTo>
                <a:lnTo>
                  <a:pt x="2124811" y="119075"/>
                </a:lnTo>
                <a:lnTo>
                  <a:pt x="2062774" y="306178"/>
                </a:lnTo>
                <a:lnTo>
                  <a:pt x="2044528" y="306111"/>
                </a:lnTo>
                <a:lnTo>
                  <a:pt x="2001696" y="158758"/>
                </a:lnTo>
                <a:lnTo>
                  <a:pt x="2001356" y="251525"/>
                </a:lnTo>
                <a:cubicBezTo>
                  <a:pt x="2001309" y="264189"/>
                  <a:pt x="2002047" y="272943"/>
                  <a:pt x="2003569" y="277786"/>
                </a:cubicBezTo>
                <a:cubicBezTo>
                  <a:pt x="2005091" y="282630"/>
                  <a:pt x="2008908" y="288189"/>
                  <a:pt x="2015020" y="294465"/>
                </a:cubicBezTo>
                <a:lnTo>
                  <a:pt x="2032107" y="321134"/>
                </a:lnTo>
                <a:lnTo>
                  <a:pt x="1930806" y="320763"/>
                </a:lnTo>
                <a:lnTo>
                  <a:pt x="1925825" y="308466"/>
                </a:lnTo>
                <a:lnTo>
                  <a:pt x="2015406" y="308795"/>
                </a:lnTo>
                <a:lnTo>
                  <a:pt x="2010341" y="306172"/>
                </a:lnTo>
                <a:lnTo>
                  <a:pt x="1927294" y="305867"/>
                </a:lnTo>
                <a:lnTo>
                  <a:pt x="1931961" y="297512"/>
                </a:lnTo>
                <a:cubicBezTo>
                  <a:pt x="1945619" y="290073"/>
                  <a:pt x="1954452" y="282855"/>
                  <a:pt x="1958459" y="275859"/>
                </a:cubicBezTo>
                <a:cubicBezTo>
                  <a:pt x="1962466" y="268864"/>
                  <a:pt x="1964498" y="257485"/>
                  <a:pt x="1964556" y="241722"/>
                </a:cubicBezTo>
                <a:lnTo>
                  <a:pt x="1965103" y="92511"/>
                </a:lnTo>
                <a:close/>
                <a:moveTo>
                  <a:pt x="558151" y="706686"/>
                </a:moveTo>
                <a:lnTo>
                  <a:pt x="563019" y="712877"/>
                </a:lnTo>
                <a:lnTo>
                  <a:pt x="561625" y="715502"/>
                </a:lnTo>
                <a:cubicBezTo>
                  <a:pt x="549800" y="731396"/>
                  <a:pt x="541310" y="745275"/>
                  <a:pt x="536155" y="757139"/>
                </a:cubicBezTo>
                <a:lnTo>
                  <a:pt x="529630" y="751598"/>
                </a:lnTo>
                <a:cubicBezTo>
                  <a:pt x="536417" y="735146"/>
                  <a:pt x="545924" y="720175"/>
                  <a:pt x="558151" y="706686"/>
                </a:cubicBezTo>
                <a:close/>
                <a:moveTo>
                  <a:pt x="451383" y="717988"/>
                </a:moveTo>
                <a:lnTo>
                  <a:pt x="451383" y="779315"/>
                </a:lnTo>
                <a:lnTo>
                  <a:pt x="454658" y="779314"/>
                </a:lnTo>
                <a:lnTo>
                  <a:pt x="454658" y="720220"/>
                </a:lnTo>
                <a:cubicBezTo>
                  <a:pt x="464180" y="719334"/>
                  <a:pt x="472218" y="718890"/>
                  <a:pt x="478772" y="718890"/>
                </a:cubicBezTo>
                <a:lnTo>
                  <a:pt x="488746" y="719528"/>
                </a:lnTo>
                <a:lnTo>
                  <a:pt x="500335" y="721259"/>
                </a:lnTo>
                <a:lnTo>
                  <a:pt x="506911" y="723033"/>
                </a:lnTo>
                <a:lnTo>
                  <a:pt x="505903" y="722091"/>
                </a:lnTo>
                <a:lnTo>
                  <a:pt x="500335" y="721259"/>
                </a:lnTo>
                <a:lnTo>
                  <a:pt x="495521" y="719961"/>
                </a:lnTo>
                <a:lnTo>
                  <a:pt x="488746" y="719528"/>
                </a:lnTo>
                <a:lnTo>
                  <a:pt x="474517" y="717402"/>
                </a:lnTo>
                <a:cubicBezTo>
                  <a:pt x="467320" y="717402"/>
                  <a:pt x="459609" y="717597"/>
                  <a:pt x="451383" y="717988"/>
                </a:cubicBezTo>
                <a:close/>
                <a:moveTo>
                  <a:pt x="1887490" y="10984"/>
                </a:moveTo>
                <a:lnTo>
                  <a:pt x="1887444" y="23695"/>
                </a:lnTo>
                <a:lnTo>
                  <a:pt x="1884450" y="26673"/>
                </a:lnTo>
                <a:cubicBezTo>
                  <a:pt x="1874346" y="36230"/>
                  <a:pt x="1865664" y="45776"/>
                  <a:pt x="1858405" y="55308"/>
                </a:cubicBezTo>
                <a:cubicBezTo>
                  <a:pt x="1851145" y="64841"/>
                  <a:pt x="1840228" y="81097"/>
                  <a:pt x="1825652" y="104075"/>
                </a:cubicBezTo>
                <a:lnTo>
                  <a:pt x="1759895" y="206849"/>
                </a:lnTo>
                <a:lnTo>
                  <a:pt x="1759642" y="276062"/>
                </a:lnTo>
                <a:lnTo>
                  <a:pt x="1791928" y="320254"/>
                </a:lnTo>
                <a:lnTo>
                  <a:pt x="1671489" y="319812"/>
                </a:lnTo>
                <a:lnTo>
                  <a:pt x="1668080" y="307521"/>
                </a:lnTo>
                <a:lnTo>
                  <a:pt x="1774684" y="307912"/>
                </a:lnTo>
                <a:lnTo>
                  <a:pt x="1747168" y="278609"/>
                </a:lnTo>
                <a:lnTo>
                  <a:pt x="1747444" y="203300"/>
                </a:lnTo>
                <a:lnTo>
                  <a:pt x="1815581" y="96559"/>
                </a:lnTo>
                <a:lnTo>
                  <a:pt x="1833320" y="78096"/>
                </a:lnTo>
                <a:cubicBezTo>
                  <a:pt x="1847712" y="48995"/>
                  <a:pt x="1865769" y="26625"/>
                  <a:pt x="1887490" y="10984"/>
                </a:cubicBezTo>
                <a:close/>
                <a:moveTo>
                  <a:pt x="394229" y="699543"/>
                </a:moveTo>
                <a:lnTo>
                  <a:pt x="555986" y="699543"/>
                </a:lnTo>
                <a:lnTo>
                  <a:pt x="553212" y="706840"/>
                </a:lnTo>
                <a:cubicBezTo>
                  <a:pt x="543372" y="718893"/>
                  <a:pt x="534695" y="733323"/>
                  <a:pt x="527179" y="750130"/>
                </a:cubicBezTo>
                <a:cubicBezTo>
                  <a:pt x="524184" y="746728"/>
                  <a:pt x="522443" y="744498"/>
                  <a:pt x="521956" y="743442"/>
                </a:cubicBezTo>
                <a:lnTo>
                  <a:pt x="521653" y="742913"/>
                </a:lnTo>
                <a:lnTo>
                  <a:pt x="516105" y="740726"/>
                </a:lnTo>
                <a:cubicBezTo>
                  <a:pt x="508989" y="735057"/>
                  <a:pt x="503840" y="731687"/>
                  <a:pt x="500658" y="730616"/>
                </a:cubicBezTo>
                <a:cubicBezTo>
                  <a:pt x="497476" y="729546"/>
                  <a:pt x="490927" y="729011"/>
                  <a:pt x="481012" y="729011"/>
                </a:cubicBezTo>
                <a:cubicBezTo>
                  <a:pt x="478003" y="729010"/>
                  <a:pt x="472518" y="729226"/>
                  <a:pt x="464559" y="729657"/>
                </a:cubicBezTo>
                <a:lnTo>
                  <a:pt x="464480" y="729662"/>
                </a:lnTo>
                <a:lnTo>
                  <a:pt x="464480" y="779314"/>
                </a:lnTo>
                <a:lnTo>
                  <a:pt x="486623" y="779315"/>
                </a:lnTo>
                <a:lnTo>
                  <a:pt x="510022" y="753528"/>
                </a:lnTo>
                <a:lnTo>
                  <a:pt x="510022" y="822217"/>
                </a:lnTo>
                <a:lnTo>
                  <a:pt x="495277" y="806908"/>
                </a:lnTo>
                <a:lnTo>
                  <a:pt x="496199" y="808485"/>
                </a:lnTo>
                <a:lnTo>
                  <a:pt x="464480" y="808485"/>
                </a:lnTo>
                <a:lnTo>
                  <a:pt x="464480" y="873821"/>
                </a:lnTo>
                <a:cubicBezTo>
                  <a:pt x="481921" y="873821"/>
                  <a:pt x="494549" y="872499"/>
                  <a:pt x="502364" y="869856"/>
                </a:cubicBezTo>
                <a:cubicBezTo>
                  <a:pt x="510179" y="867212"/>
                  <a:pt x="517133" y="861571"/>
                  <a:pt x="523226" y="852931"/>
                </a:cubicBezTo>
                <a:lnTo>
                  <a:pt x="528363" y="841141"/>
                </a:lnTo>
                <a:cubicBezTo>
                  <a:pt x="528521" y="840825"/>
                  <a:pt x="530385" y="839252"/>
                  <a:pt x="533955" y="836423"/>
                </a:cubicBezTo>
                <a:cubicBezTo>
                  <a:pt x="537617" y="848417"/>
                  <a:pt x="541252" y="857516"/>
                  <a:pt x="544861" y="863717"/>
                </a:cubicBezTo>
                <a:cubicBezTo>
                  <a:pt x="548471" y="869919"/>
                  <a:pt x="554806" y="878893"/>
                  <a:pt x="563867" y="890638"/>
                </a:cubicBezTo>
                <a:lnTo>
                  <a:pt x="394229" y="890638"/>
                </a:lnTo>
                <a:lnTo>
                  <a:pt x="416409" y="869228"/>
                </a:lnTo>
                <a:lnTo>
                  <a:pt x="416409" y="808485"/>
                </a:lnTo>
                <a:cubicBezTo>
                  <a:pt x="410939" y="809400"/>
                  <a:pt x="404241" y="811932"/>
                  <a:pt x="396312" y="816082"/>
                </a:cubicBezTo>
                <a:lnTo>
                  <a:pt x="392187" y="809299"/>
                </a:lnTo>
                <a:cubicBezTo>
                  <a:pt x="399311" y="803659"/>
                  <a:pt x="407385" y="800285"/>
                  <a:pt x="416409" y="799178"/>
                </a:cubicBezTo>
                <a:lnTo>
                  <a:pt x="416409" y="797607"/>
                </a:lnTo>
                <a:cubicBezTo>
                  <a:pt x="416496" y="797616"/>
                  <a:pt x="416320" y="797620"/>
                  <a:pt x="415883" y="797620"/>
                </a:cubicBezTo>
                <a:cubicBezTo>
                  <a:pt x="406769" y="797620"/>
                  <a:pt x="396730" y="801242"/>
                  <a:pt x="385766" y="808485"/>
                </a:cubicBezTo>
                <a:cubicBezTo>
                  <a:pt x="390724" y="789038"/>
                  <a:pt x="400938" y="779315"/>
                  <a:pt x="416409" y="779315"/>
                </a:cubicBezTo>
                <a:lnTo>
                  <a:pt x="416409" y="721469"/>
                </a:lnTo>
                <a:close/>
                <a:moveTo>
                  <a:pt x="359824" y="705496"/>
                </a:moveTo>
                <a:lnTo>
                  <a:pt x="368635" y="708605"/>
                </a:lnTo>
                <a:lnTo>
                  <a:pt x="356773" y="775445"/>
                </a:lnTo>
                <a:lnTo>
                  <a:pt x="340860" y="775445"/>
                </a:lnTo>
                <a:lnTo>
                  <a:pt x="333660" y="766515"/>
                </a:lnTo>
                <a:lnTo>
                  <a:pt x="348206" y="766515"/>
                </a:lnTo>
                <a:close/>
                <a:moveTo>
                  <a:pt x="1405113" y="204545"/>
                </a:moveTo>
                <a:cubicBezTo>
                  <a:pt x="1404974" y="206989"/>
                  <a:pt x="1403722" y="211846"/>
                  <a:pt x="1401359" y="219118"/>
                </a:cubicBezTo>
                <a:lnTo>
                  <a:pt x="1395302" y="237702"/>
                </a:lnTo>
                <a:cubicBezTo>
                  <a:pt x="1392165" y="247163"/>
                  <a:pt x="1390585" y="255039"/>
                  <a:pt x="1390562" y="261329"/>
                </a:cubicBezTo>
                <a:cubicBezTo>
                  <a:pt x="1390539" y="267650"/>
                  <a:pt x="1391548" y="272823"/>
                  <a:pt x="1393588" y="276847"/>
                </a:cubicBezTo>
                <a:lnTo>
                  <a:pt x="1395458" y="279616"/>
                </a:lnTo>
                <a:lnTo>
                  <a:pt x="1392596" y="264624"/>
                </a:lnTo>
                <a:cubicBezTo>
                  <a:pt x="1392644" y="251666"/>
                  <a:pt x="1397786" y="233484"/>
                  <a:pt x="1408022" y="210079"/>
                </a:cubicBezTo>
                <a:close/>
                <a:moveTo>
                  <a:pt x="316373" y="705496"/>
                </a:moveTo>
                <a:lnTo>
                  <a:pt x="325028" y="708665"/>
                </a:lnTo>
                <a:lnTo>
                  <a:pt x="313169" y="775445"/>
                </a:lnTo>
                <a:lnTo>
                  <a:pt x="297402" y="775445"/>
                </a:lnTo>
                <a:lnTo>
                  <a:pt x="290202" y="766515"/>
                </a:lnTo>
                <a:lnTo>
                  <a:pt x="304748" y="766515"/>
                </a:lnTo>
                <a:close/>
                <a:moveTo>
                  <a:pt x="324880" y="699543"/>
                </a:moveTo>
                <a:lnTo>
                  <a:pt x="356729" y="699543"/>
                </a:lnTo>
                <a:lnTo>
                  <a:pt x="346469" y="764283"/>
                </a:lnTo>
                <a:lnTo>
                  <a:pt x="329475" y="764283"/>
                </a:lnTo>
                <a:close/>
                <a:moveTo>
                  <a:pt x="281422" y="699543"/>
                </a:moveTo>
                <a:lnTo>
                  <a:pt x="313271" y="699543"/>
                </a:lnTo>
                <a:lnTo>
                  <a:pt x="303011" y="764283"/>
                </a:lnTo>
                <a:lnTo>
                  <a:pt x="286017" y="764283"/>
                </a:lnTo>
                <a:close/>
                <a:moveTo>
                  <a:pt x="1600213" y="63193"/>
                </a:moveTo>
                <a:lnTo>
                  <a:pt x="1699950" y="63558"/>
                </a:lnTo>
                <a:lnTo>
                  <a:pt x="1677231" y="91183"/>
                </a:lnTo>
                <a:lnTo>
                  <a:pt x="1733671" y="178789"/>
                </a:lnTo>
                <a:lnTo>
                  <a:pt x="1735857" y="173277"/>
                </a:lnTo>
                <a:lnTo>
                  <a:pt x="1682010" y="90215"/>
                </a:lnTo>
                <a:lnTo>
                  <a:pt x="1704677" y="68866"/>
                </a:lnTo>
                <a:lnTo>
                  <a:pt x="1712673" y="75331"/>
                </a:lnTo>
                <a:lnTo>
                  <a:pt x="1696019" y="91449"/>
                </a:lnTo>
                <a:lnTo>
                  <a:pt x="1742328" y="165141"/>
                </a:lnTo>
                <a:lnTo>
                  <a:pt x="1780291" y="102630"/>
                </a:lnTo>
                <a:cubicBezTo>
                  <a:pt x="1791820" y="84497"/>
                  <a:pt x="1797600" y="71191"/>
                  <a:pt x="1797631" y="62713"/>
                </a:cubicBezTo>
                <a:cubicBezTo>
                  <a:pt x="1797655" y="56045"/>
                  <a:pt x="1792495" y="46482"/>
                  <a:pt x="1782150" y="34024"/>
                </a:cubicBezTo>
                <a:cubicBezTo>
                  <a:pt x="1819118" y="24664"/>
                  <a:pt x="1848861" y="13835"/>
                  <a:pt x="1871377" y="1536"/>
                </a:cubicBezTo>
                <a:lnTo>
                  <a:pt x="1876572" y="0"/>
                </a:lnTo>
                <a:lnTo>
                  <a:pt x="1880354" y="5450"/>
                </a:lnTo>
                <a:lnTo>
                  <a:pt x="1877574" y="9640"/>
                </a:lnTo>
                <a:cubicBezTo>
                  <a:pt x="1855801" y="32101"/>
                  <a:pt x="1837891" y="54862"/>
                  <a:pt x="1823844" y="77922"/>
                </a:cubicBezTo>
                <a:cubicBezTo>
                  <a:pt x="1818339" y="86779"/>
                  <a:pt x="1814425" y="93089"/>
                  <a:pt x="1812101" y="96851"/>
                </a:cubicBezTo>
                <a:lnTo>
                  <a:pt x="1744464" y="204162"/>
                </a:lnTo>
                <a:lnTo>
                  <a:pt x="1744202" y="275660"/>
                </a:lnTo>
                <a:lnTo>
                  <a:pt x="1770542" y="305292"/>
                </a:lnTo>
                <a:lnTo>
                  <a:pt x="1674110" y="304939"/>
                </a:lnTo>
                <a:lnTo>
                  <a:pt x="1700484" y="275398"/>
                </a:lnTo>
                <a:lnTo>
                  <a:pt x="1700745" y="204141"/>
                </a:lnTo>
                <a:lnTo>
                  <a:pt x="1657216" y="136651"/>
                </a:lnTo>
                <a:lnTo>
                  <a:pt x="1647789" y="120832"/>
                </a:lnTo>
                <a:cubicBezTo>
                  <a:pt x="1639697" y="108514"/>
                  <a:pt x="1632977" y="99335"/>
                  <a:pt x="1627628" y="93293"/>
                </a:cubicBezTo>
                <a:cubicBezTo>
                  <a:pt x="1622280" y="87252"/>
                  <a:pt x="1614366" y="80079"/>
                  <a:pt x="1603887" y="71775"/>
                </a:cubicBezTo>
                <a:close/>
                <a:moveTo>
                  <a:pt x="1448545" y="128639"/>
                </a:moveTo>
                <a:lnTo>
                  <a:pt x="1432189" y="177010"/>
                </a:lnTo>
                <a:cubicBezTo>
                  <a:pt x="1432896" y="177439"/>
                  <a:pt x="1433312" y="177779"/>
                  <a:pt x="1433435" y="178031"/>
                </a:cubicBezTo>
                <a:lnTo>
                  <a:pt x="1438556" y="184640"/>
                </a:lnTo>
                <a:cubicBezTo>
                  <a:pt x="1441242" y="187318"/>
                  <a:pt x="1444042" y="190506"/>
                  <a:pt x="1446955" y="194202"/>
                </a:cubicBezTo>
                <a:lnTo>
                  <a:pt x="1455951" y="206707"/>
                </a:lnTo>
                <a:lnTo>
                  <a:pt x="1469562" y="191073"/>
                </a:lnTo>
                <a:close/>
                <a:moveTo>
                  <a:pt x="1440356" y="107447"/>
                </a:moveTo>
                <a:lnTo>
                  <a:pt x="1415033" y="179412"/>
                </a:lnTo>
                <a:cubicBezTo>
                  <a:pt x="1423658" y="187974"/>
                  <a:pt x="1431325" y="196927"/>
                  <a:pt x="1438035" y="206271"/>
                </a:cubicBezTo>
                <a:lnTo>
                  <a:pt x="1445355" y="216538"/>
                </a:lnTo>
                <a:lnTo>
                  <a:pt x="1446259" y="215449"/>
                </a:lnTo>
                <a:cubicBezTo>
                  <a:pt x="1446668" y="214907"/>
                  <a:pt x="1447172" y="214657"/>
                  <a:pt x="1447771" y="214698"/>
                </a:cubicBezTo>
                <a:cubicBezTo>
                  <a:pt x="1439857" y="203372"/>
                  <a:pt x="1429988" y="191935"/>
                  <a:pt x="1418163" y="180388"/>
                </a:cubicBezTo>
                <a:lnTo>
                  <a:pt x="1441739" y="117830"/>
                </a:lnTo>
                <a:close/>
                <a:moveTo>
                  <a:pt x="1144254" y="199331"/>
                </a:moveTo>
                <a:lnTo>
                  <a:pt x="1143972" y="276163"/>
                </a:lnTo>
                <a:lnTo>
                  <a:pt x="1146379" y="279304"/>
                </a:lnTo>
                <a:lnTo>
                  <a:pt x="1146653" y="204505"/>
                </a:lnTo>
                <a:lnTo>
                  <a:pt x="1153092" y="203607"/>
                </a:lnTo>
                <a:lnTo>
                  <a:pt x="1184129" y="197508"/>
                </a:lnTo>
                <a:lnTo>
                  <a:pt x="1182489" y="192697"/>
                </a:lnTo>
                <a:lnTo>
                  <a:pt x="1168592" y="195950"/>
                </a:lnTo>
                <a:close/>
                <a:moveTo>
                  <a:pt x="1260250" y="82195"/>
                </a:moveTo>
                <a:cubicBezTo>
                  <a:pt x="1277541" y="94884"/>
                  <a:pt x="1286154" y="110382"/>
                  <a:pt x="1286086" y="128689"/>
                </a:cubicBezTo>
                <a:cubicBezTo>
                  <a:pt x="1285978" y="158319"/>
                  <a:pt x="1268098" y="180194"/>
                  <a:pt x="1232445" y="194314"/>
                </a:cubicBezTo>
                <a:cubicBezTo>
                  <a:pt x="1239777" y="216832"/>
                  <a:pt x="1252945" y="239874"/>
                  <a:pt x="1271951" y="263441"/>
                </a:cubicBezTo>
                <a:cubicBezTo>
                  <a:pt x="1277909" y="270820"/>
                  <a:pt x="1284797" y="278194"/>
                  <a:pt x="1292613" y="285565"/>
                </a:cubicBezTo>
                <a:lnTo>
                  <a:pt x="1313436" y="303101"/>
                </a:lnTo>
                <a:lnTo>
                  <a:pt x="1336990" y="283147"/>
                </a:lnTo>
                <a:cubicBezTo>
                  <a:pt x="1344014" y="276140"/>
                  <a:pt x="1350008" y="268950"/>
                  <a:pt x="1354973" y="261576"/>
                </a:cubicBezTo>
                <a:cubicBezTo>
                  <a:pt x="1362420" y="250516"/>
                  <a:pt x="1369957" y="234543"/>
                  <a:pt x="1377584" y="213658"/>
                </a:cubicBezTo>
                <a:lnTo>
                  <a:pt x="1384959" y="191966"/>
                </a:lnTo>
                <a:lnTo>
                  <a:pt x="1374764" y="187155"/>
                </a:lnTo>
                <a:cubicBezTo>
                  <a:pt x="1370118" y="185766"/>
                  <a:pt x="1364394" y="184670"/>
                  <a:pt x="1357592" y="183869"/>
                </a:cubicBezTo>
                <a:cubicBezTo>
                  <a:pt x="1364564" y="170727"/>
                  <a:pt x="1370456" y="158078"/>
                  <a:pt x="1375268" y="145922"/>
                </a:cubicBezTo>
                <a:cubicBezTo>
                  <a:pt x="1379879" y="148237"/>
                  <a:pt x="1382664" y="149866"/>
                  <a:pt x="1383622" y="150810"/>
                </a:cubicBezTo>
                <a:lnTo>
                  <a:pt x="1392123" y="159901"/>
                </a:lnTo>
                <a:cubicBezTo>
                  <a:pt x="1394149" y="161103"/>
                  <a:pt x="1395623" y="162731"/>
                  <a:pt x="1396544" y="164786"/>
                </a:cubicBezTo>
                <a:lnTo>
                  <a:pt x="1397802" y="161614"/>
                </a:lnTo>
                <a:lnTo>
                  <a:pt x="1396021" y="160782"/>
                </a:lnTo>
                <a:cubicBezTo>
                  <a:pt x="1390326" y="155736"/>
                  <a:pt x="1385565" y="151681"/>
                  <a:pt x="1381737" y="148617"/>
                </a:cubicBezTo>
                <a:lnTo>
                  <a:pt x="1378713" y="145138"/>
                </a:lnTo>
                <a:lnTo>
                  <a:pt x="1384490" y="136651"/>
                </a:lnTo>
                <a:cubicBezTo>
                  <a:pt x="1393059" y="141446"/>
                  <a:pt x="1399013" y="146392"/>
                  <a:pt x="1402351" y="151492"/>
                </a:cubicBezTo>
                <a:lnTo>
                  <a:pt x="1425251" y="87936"/>
                </a:lnTo>
                <a:lnTo>
                  <a:pt x="1406011" y="62481"/>
                </a:lnTo>
                <a:lnTo>
                  <a:pt x="1497723" y="62817"/>
                </a:lnTo>
                <a:lnTo>
                  <a:pt x="1478658" y="88833"/>
                </a:lnTo>
                <a:lnTo>
                  <a:pt x="1506448" y="163913"/>
                </a:lnTo>
                <a:lnTo>
                  <a:pt x="1507972" y="161925"/>
                </a:lnTo>
                <a:lnTo>
                  <a:pt x="1481237" y="90906"/>
                </a:lnTo>
                <a:lnTo>
                  <a:pt x="1503322" y="65756"/>
                </a:lnTo>
                <a:lnTo>
                  <a:pt x="1513018" y="70155"/>
                </a:lnTo>
                <a:lnTo>
                  <a:pt x="1494511" y="93568"/>
                </a:lnTo>
                <a:lnTo>
                  <a:pt x="1517023" y="155281"/>
                </a:lnTo>
                <a:lnTo>
                  <a:pt x="1521332" y="151652"/>
                </a:lnTo>
                <a:cubicBezTo>
                  <a:pt x="1525338" y="148471"/>
                  <a:pt x="1529393" y="145902"/>
                  <a:pt x="1533499" y="143947"/>
                </a:cubicBezTo>
                <a:cubicBezTo>
                  <a:pt x="1537711" y="159512"/>
                  <a:pt x="1543143" y="174415"/>
                  <a:pt x="1549794" y="188658"/>
                </a:cubicBezTo>
                <a:cubicBezTo>
                  <a:pt x="1543435" y="188336"/>
                  <a:pt x="1539580" y="188173"/>
                  <a:pt x="1538229" y="188168"/>
                </a:cubicBezTo>
                <a:cubicBezTo>
                  <a:pt x="1527526" y="188129"/>
                  <a:pt x="1520374" y="189176"/>
                  <a:pt x="1516771" y="191310"/>
                </a:cubicBezTo>
                <a:lnTo>
                  <a:pt x="1548899" y="277432"/>
                </a:lnTo>
                <a:lnTo>
                  <a:pt x="1550655" y="279145"/>
                </a:lnTo>
                <a:lnTo>
                  <a:pt x="1519714" y="193303"/>
                </a:lnTo>
                <a:cubicBezTo>
                  <a:pt x="1526058" y="191346"/>
                  <a:pt x="1532045" y="190378"/>
                  <a:pt x="1537675" y="190398"/>
                </a:cubicBezTo>
                <a:lnTo>
                  <a:pt x="1553425" y="191949"/>
                </a:lnTo>
                <a:lnTo>
                  <a:pt x="1538116" y="149254"/>
                </a:lnTo>
                <a:lnTo>
                  <a:pt x="1550917" y="154222"/>
                </a:lnTo>
                <a:cubicBezTo>
                  <a:pt x="1553729" y="165908"/>
                  <a:pt x="1560509" y="182947"/>
                  <a:pt x="1571257" y="205338"/>
                </a:cubicBezTo>
                <a:cubicBezTo>
                  <a:pt x="1565629" y="204955"/>
                  <a:pt x="1562691" y="204762"/>
                  <a:pt x="1562443" y="204762"/>
                </a:cubicBezTo>
                <a:lnTo>
                  <a:pt x="1547673" y="203434"/>
                </a:lnTo>
                <a:lnTo>
                  <a:pt x="1533752" y="202497"/>
                </a:lnTo>
                <a:lnTo>
                  <a:pt x="1563237" y="277673"/>
                </a:lnTo>
                <a:lnTo>
                  <a:pt x="1604401" y="319566"/>
                </a:lnTo>
                <a:lnTo>
                  <a:pt x="1492888" y="319157"/>
                </a:lnTo>
                <a:lnTo>
                  <a:pt x="1487742" y="306860"/>
                </a:lnTo>
                <a:lnTo>
                  <a:pt x="1584598" y="307215"/>
                </a:lnTo>
                <a:lnTo>
                  <a:pt x="1564815" y="292958"/>
                </a:lnTo>
                <a:lnTo>
                  <a:pt x="1576731" y="304582"/>
                </a:lnTo>
                <a:lnTo>
                  <a:pt x="1476990" y="304216"/>
                </a:lnTo>
                <a:lnTo>
                  <a:pt x="1502258" y="278304"/>
                </a:lnTo>
                <a:lnTo>
                  <a:pt x="1484516" y="229824"/>
                </a:lnTo>
                <a:cubicBezTo>
                  <a:pt x="1474123" y="242316"/>
                  <a:pt x="1464904" y="255112"/>
                  <a:pt x="1456859" y="268211"/>
                </a:cubicBezTo>
                <a:lnTo>
                  <a:pt x="1447034" y="265716"/>
                </a:lnTo>
                <a:lnTo>
                  <a:pt x="1480598" y="220670"/>
                </a:lnTo>
                <a:lnTo>
                  <a:pt x="1479593" y="217402"/>
                </a:lnTo>
                <a:cubicBezTo>
                  <a:pt x="1468020" y="228561"/>
                  <a:pt x="1456502" y="242503"/>
                  <a:pt x="1445041" y="259229"/>
                </a:cubicBezTo>
                <a:lnTo>
                  <a:pt x="1438488" y="252171"/>
                </a:lnTo>
                <a:lnTo>
                  <a:pt x="1415900" y="219730"/>
                </a:lnTo>
                <a:lnTo>
                  <a:pt x="1408159" y="242983"/>
                </a:lnTo>
                <a:cubicBezTo>
                  <a:pt x="1406242" y="250801"/>
                  <a:pt x="1405272" y="257834"/>
                  <a:pt x="1405249" y="264081"/>
                </a:cubicBezTo>
                <a:cubicBezTo>
                  <a:pt x="1405223" y="271221"/>
                  <a:pt x="1406425" y="277256"/>
                  <a:pt x="1408855" y="282184"/>
                </a:cubicBezTo>
                <a:cubicBezTo>
                  <a:pt x="1411285" y="287113"/>
                  <a:pt x="1417383" y="295649"/>
                  <a:pt x="1427149" y="307795"/>
                </a:cubicBezTo>
                <a:cubicBezTo>
                  <a:pt x="1428022" y="308913"/>
                  <a:pt x="1429650" y="312625"/>
                  <a:pt x="1432032" y="318934"/>
                </a:cubicBezTo>
                <a:lnTo>
                  <a:pt x="1327702" y="318552"/>
                </a:lnTo>
                <a:lnTo>
                  <a:pt x="1322305" y="306254"/>
                </a:lnTo>
                <a:lnTo>
                  <a:pt x="1411100" y="306579"/>
                </a:lnTo>
                <a:lnTo>
                  <a:pt x="1409107" y="303967"/>
                </a:lnTo>
                <a:lnTo>
                  <a:pt x="1314052" y="303619"/>
                </a:lnTo>
                <a:lnTo>
                  <a:pt x="1318853" y="307662"/>
                </a:lnTo>
                <a:cubicBezTo>
                  <a:pt x="1289467" y="316300"/>
                  <a:pt x="1262821" y="327993"/>
                  <a:pt x="1238918" y="342740"/>
                </a:cubicBezTo>
                <a:lnTo>
                  <a:pt x="1234597" y="344660"/>
                </a:lnTo>
                <a:lnTo>
                  <a:pt x="1227393" y="337692"/>
                </a:lnTo>
                <a:cubicBezTo>
                  <a:pt x="1252052" y="320547"/>
                  <a:pt x="1276839" y="309090"/>
                  <a:pt x="1301757" y="303321"/>
                </a:cubicBezTo>
                <a:cubicBezTo>
                  <a:pt x="1267254" y="282448"/>
                  <a:pt x="1239867" y="245820"/>
                  <a:pt x="1219597" y="193438"/>
                </a:cubicBezTo>
                <a:lnTo>
                  <a:pt x="1218460" y="187225"/>
                </a:lnTo>
                <a:cubicBezTo>
                  <a:pt x="1255640" y="172996"/>
                  <a:pt x="1274280" y="152254"/>
                  <a:pt x="1274380" y="124998"/>
                </a:cubicBezTo>
                <a:cubicBezTo>
                  <a:pt x="1274421" y="113904"/>
                  <a:pt x="1269710" y="99636"/>
                  <a:pt x="1260250" y="82195"/>
                </a:cubicBezTo>
                <a:close/>
                <a:moveTo>
                  <a:pt x="1159327" y="96691"/>
                </a:moveTo>
                <a:lnTo>
                  <a:pt x="1159039" y="175193"/>
                </a:lnTo>
                <a:lnTo>
                  <a:pt x="1186769" y="167873"/>
                </a:lnTo>
                <a:cubicBezTo>
                  <a:pt x="1195335" y="164622"/>
                  <a:pt x="1202357" y="160789"/>
                  <a:pt x="1207835" y="156374"/>
                </a:cubicBezTo>
                <a:cubicBezTo>
                  <a:pt x="1218791" y="147545"/>
                  <a:pt x="1224295" y="136179"/>
                  <a:pt x="1224346" y="122277"/>
                </a:cubicBezTo>
                <a:lnTo>
                  <a:pt x="1222186" y="112017"/>
                </a:lnTo>
                <a:lnTo>
                  <a:pt x="1210057" y="105186"/>
                </a:lnTo>
                <a:cubicBezTo>
                  <a:pt x="1205236" y="102642"/>
                  <a:pt x="1201218" y="100722"/>
                  <a:pt x="1198004" y="99427"/>
                </a:cubicBezTo>
                <a:cubicBezTo>
                  <a:pt x="1191575" y="96837"/>
                  <a:pt x="1183888" y="95525"/>
                  <a:pt x="1174941" y="95492"/>
                </a:cubicBezTo>
                <a:cubicBezTo>
                  <a:pt x="1167974" y="95467"/>
                  <a:pt x="1162770" y="95866"/>
                  <a:pt x="1159327" y="96691"/>
                </a:cubicBezTo>
                <a:close/>
                <a:moveTo>
                  <a:pt x="1144675" y="84583"/>
                </a:moveTo>
                <a:lnTo>
                  <a:pt x="1144336" y="176995"/>
                </a:lnTo>
                <a:cubicBezTo>
                  <a:pt x="1145161" y="176998"/>
                  <a:pt x="1145968" y="176925"/>
                  <a:pt x="1146755" y="176777"/>
                </a:cubicBezTo>
                <a:lnTo>
                  <a:pt x="1147083" y="87245"/>
                </a:lnTo>
                <a:cubicBezTo>
                  <a:pt x="1156027" y="84895"/>
                  <a:pt x="1165287" y="83737"/>
                  <a:pt x="1174862" y="83772"/>
                </a:cubicBezTo>
                <a:cubicBezTo>
                  <a:pt x="1187482" y="83818"/>
                  <a:pt x="1198131" y="86418"/>
                  <a:pt x="1206810" y="91571"/>
                </a:cubicBezTo>
                <a:lnTo>
                  <a:pt x="1216043" y="99288"/>
                </a:lnTo>
                <a:lnTo>
                  <a:pt x="1209949" y="91499"/>
                </a:lnTo>
                <a:cubicBezTo>
                  <a:pt x="1200306" y="83297"/>
                  <a:pt x="1188000" y="79169"/>
                  <a:pt x="1173030" y="79114"/>
                </a:cubicBezTo>
                <a:cubicBezTo>
                  <a:pt x="1161000" y="79070"/>
                  <a:pt x="1151548" y="80893"/>
                  <a:pt x="1144675" y="84583"/>
                </a:cubicBezTo>
                <a:close/>
                <a:moveTo>
                  <a:pt x="1081972" y="87638"/>
                </a:moveTo>
                <a:cubicBezTo>
                  <a:pt x="1112648" y="68078"/>
                  <a:pt x="1144916" y="58361"/>
                  <a:pt x="1178774" y="58485"/>
                </a:cubicBezTo>
                <a:cubicBezTo>
                  <a:pt x="1205327" y="58583"/>
                  <a:pt x="1227391" y="64565"/>
                  <a:pt x="1244966" y="76432"/>
                </a:cubicBezTo>
                <a:cubicBezTo>
                  <a:pt x="1262542" y="88299"/>
                  <a:pt x="1271296" y="103503"/>
                  <a:pt x="1271228" y="122044"/>
                </a:cubicBezTo>
                <a:cubicBezTo>
                  <a:pt x="1271172" y="137171"/>
                  <a:pt x="1265355" y="150454"/>
                  <a:pt x="1253776" y="161893"/>
                </a:cubicBezTo>
                <a:cubicBezTo>
                  <a:pt x="1242197" y="173331"/>
                  <a:pt x="1227509" y="181203"/>
                  <a:pt x="1209711" y="185507"/>
                </a:cubicBezTo>
                <a:cubicBezTo>
                  <a:pt x="1217773" y="205883"/>
                  <a:pt x="1228881" y="226905"/>
                  <a:pt x="1243033" y="248575"/>
                </a:cubicBezTo>
                <a:cubicBezTo>
                  <a:pt x="1257185" y="270245"/>
                  <a:pt x="1271775" y="288210"/>
                  <a:pt x="1286801" y="302470"/>
                </a:cubicBezTo>
                <a:lnTo>
                  <a:pt x="1281369" y="305514"/>
                </a:lnTo>
                <a:cubicBezTo>
                  <a:pt x="1263545" y="311525"/>
                  <a:pt x="1246055" y="320058"/>
                  <a:pt x="1228897" y="331111"/>
                </a:cubicBezTo>
                <a:lnTo>
                  <a:pt x="1221243" y="333483"/>
                </a:lnTo>
                <a:lnTo>
                  <a:pt x="1219604" y="325527"/>
                </a:lnTo>
                <a:cubicBezTo>
                  <a:pt x="1213844" y="289908"/>
                  <a:pt x="1206354" y="258459"/>
                  <a:pt x="1197135" y="231180"/>
                </a:cubicBezTo>
                <a:lnTo>
                  <a:pt x="1187730" y="206322"/>
                </a:lnTo>
                <a:lnTo>
                  <a:pt x="1175849" y="211249"/>
                </a:lnTo>
                <a:cubicBezTo>
                  <a:pt x="1170753" y="212765"/>
                  <a:pt x="1164683" y="214086"/>
                  <a:pt x="1157640" y="215213"/>
                </a:cubicBezTo>
                <a:lnTo>
                  <a:pt x="1158893" y="215061"/>
                </a:lnTo>
                <a:lnTo>
                  <a:pt x="1158660" y="278667"/>
                </a:lnTo>
                <a:lnTo>
                  <a:pt x="1190618" y="318049"/>
                </a:lnTo>
                <a:lnTo>
                  <a:pt x="1090364" y="317682"/>
                </a:lnTo>
                <a:lnTo>
                  <a:pt x="1085915" y="305387"/>
                </a:lnTo>
                <a:lnTo>
                  <a:pt x="1172638" y="305705"/>
                </a:lnTo>
                <a:lnTo>
                  <a:pt x="1154361" y="289720"/>
                </a:lnTo>
                <a:lnTo>
                  <a:pt x="1164590" y="303071"/>
                </a:lnTo>
                <a:lnTo>
                  <a:pt x="1076439" y="302748"/>
                </a:lnTo>
                <a:lnTo>
                  <a:pt x="1100255" y="275741"/>
                </a:lnTo>
                <a:lnTo>
                  <a:pt x="1100456" y="220829"/>
                </a:lnTo>
                <a:lnTo>
                  <a:pt x="1084374" y="225217"/>
                </a:lnTo>
                <a:lnTo>
                  <a:pt x="1080082" y="225789"/>
                </a:lnTo>
                <a:lnTo>
                  <a:pt x="1076756" y="216388"/>
                </a:lnTo>
                <a:cubicBezTo>
                  <a:pt x="1083885" y="213321"/>
                  <a:pt x="1089028" y="211412"/>
                  <a:pt x="1092186" y="210662"/>
                </a:cubicBezTo>
                <a:lnTo>
                  <a:pt x="1100501" y="208651"/>
                </a:lnTo>
                <a:lnTo>
                  <a:pt x="1100511" y="205798"/>
                </a:lnTo>
                <a:cubicBezTo>
                  <a:pt x="1096287" y="205782"/>
                  <a:pt x="1088995" y="207284"/>
                  <a:pt x="1078636" y="210302"/>
                </a:cubicBezTo>
                <a:lnTo>
                  <a:pt x="1071668" y="211166"/>
                </a:lnTo>
                <a:cubicBezTo>
                  <a:pt x="1071960" y="206411"/>
                  <a:pt x="1073278" y="200753"/>
                  <a:pt x="1075619" y="194193"/>
                </a:cubicBezTo>
                <a:cubicBezTo>
                  <a:pt x="1075863" y="193711"/>
                  <a:pt x="1076693" y="191100"/>
                  <a:pt x="1078107" y="186359"/>
                </a:cubicBezTo>
                <a:cubicBezTo>
                  <a:pt x="1078248" y="185935"/>
                  <a:pt x="1078745" y="184498"/>
                  <a:pt x="1079597" y="182048"/>
                </a:cubicBezTo>
                <a:cubicBezTo>
                  <a:pt x="1086386" y="182428"/>
                  <a:pt x="1091524" y="182624"/>
                  <a:pt x="1095012" y="182636"/>
                </a:cubicBezTo>
                <a:cubicBezTo>
                  <a:pt x="1098253" y="182648"/>
                  <a:pt x="1100052" y="182633"/>
                  <a:pt x="1100411" y="182590"/>
                </a:cubicBezTo>
                <a:lnTo>
                  <a:pt x="1100720" y="98232"/>
                </a:lnTo>
                <a:cubicBezTo>
                  <a:pt x="1096493" y="95637"/>
                  <a:pt x="1091511" y="93211"/>
                  <a:pt x="1085773" y="90954"/>
                </a:cubicBezTo>
                <a:close/>
                <a:moveTo>
                  <a:pt x="1021944" y="76886"/>
                </a:moveTo>
                <a:lnTo>
                  <a:pt x="1031639" y="81331"/>
                </a:lnTo>
                <a:lnTo>
                  <a:pt x="998127" y="147679"/>
                </a:lnTo>
                <a:lnTo>
                  <a:pt x="988215" y="143727"/>
                </a:lnTo>
                <a:close/>
                <a:moveTo>
                  <a:pt x="508411" y="303270"/>
                </a:moveTo>
                <a:lnTo>
                  <a:pt x="709612" y="304008"/>
                </a:lnTo>
                <a:lnTo>
                  <a:pt x="714367" y="297069"/>
                </a:lnTo>
                <a:cubicBezTo>
                  <a:pt x="697283" y="281775"/>
                  <a:pt x="685008" y="262948"/>
                  <a:pt x="677544" y="240588"/>
                </a:cubicBezTo>
                <a:lnTo>
                  <a:pt x="690041" y="243718"/>
                </a:lnTo>
                <a:cubicBezTo>
                  <a:pt x="696900" y="259847"/>
                  <a:pt x="708468" y="276415"/>
                  <a:pt x="724743" y="293421"/>
                </a:cubicBezTo>
                <a:lnTo>
                  <a:pt x="727653" y="295737"/>
                </a:lnTo>
                <a:lnTo>
                  <a:pt x="716497" y="316311"/>
                </a:lnTo>
                <a:lnTo>
                  <a:pt x="512860" y="315565"/>
                </a:lnTo>
                <a:close/>
                <a:moveTo>
                  <a:pt x="897275" y="88909"/>
                </a:moveTo>
                <a:cubicBezTo>
                  <a:pt x="888875" y="93106"/>
                  <a:pt x="881637" y="99421"/>
                  <a:pt x="875561" y="107853"/>
                </a:cubicBezTo>
                <a:cubicBezTo>
                  <a:pt x="863407" y="124719"/>
                  <a:pt x="857273" y="148750"/>
                  <a:pt x="857159" y="179948"/>
                </a:cubicBezTo>
                <a:cubicBezTo>
                  <a:pt x="857081" y="201178"/>
                  <a:pt x="859700" y="219100"/>
                  <a:pt x="865016" y="233715"/>
                </a:cubicBezTo>
                <a:lnTo>
                  <a:pt x="871223" y="242474"/>
                </a:lnTo>
                <a:lnTo>
                  <a:pt x="871244" y="242619"/>
                </a:lnTo>
                <a:cubicBezTo>
                  <a:pt x="874436" y="250541"/>
                  <a:pt x="879169" y="257633"/>
                  <a:pt x="885442" y="263894"/>
                </a:cubicBezTo>
                <a:lnTo>
                  <a:pt x="887330" y="265206"/>
                </a:lnTo>
                <a:lnTo>
                  <a:pt x="889053" y="267639"/>
                </a:lnTo>
                <a:lnTo>
                  <a:pt x="898650" y="273075"/>
                </a:lnTo>
                <a:lnTo>
                  <a:pt x="887330" y="265206"/>
                </a:lnTo>
                <a:lnTo>
                  <a:pt x="871223" y="242474"/>
                </a:lnTo>
                <a:lnTo>
                  <a:pt x="861814" y="178782"/>
                </a:lnTo>
                <a:cubicBezTo>
                  <a:pt x="861923" y="149257"/>
                  <a:pt x="867719" y="126087"/>
                  <a:pt x="879202" y="109274"/>
                </a:cubicBezTo>
                <a:cubicBezTo>
                  <a:pt x="890685" y="92460"/>
                  <a:pt x="906866" y="84092"/>
                  <a:pt x="927745" y="84168"/>
                </a:cubicBezTo>
                <a:cubicBezTo>
                  <a:pt x="932320" y="84185"/>
                  <a:pt x="936697" y="84695"/>
                  <a:pt x="940877" y="85698"/>
                </a:cubicBezTo>
                <a:lnTo>
                  <a:pt x="950952" y="89482"/>
                </a:lnTo>
                <a:lnTo>
                  <a:pt x="946201" y="86283"/>
                </a:lnTo>
                <a:cubicBezTo>
                  <a:pt x="940188" y="83904"/>
                  <a:pt x="933440" y="82701"/>
                  <a:pt x="925957" y="82673"/>
                </a:cubicBezTo>
                <a:cubicBezTo>
                  <a:pt x="915235" y="82634"/>
                  <a:pt x="905674" y="84713"/>
                  <a:pt x="897275" y="88909"/>
                </a:cubicBezTo>
                <a:close/>
                <a:moveTo>
                  <a:pt x="878190" y="66852"/>
                </a:moveTo>
                <a:cubicBezTo>
                  <a:pt x="890610" y="61949"/>
                  <a:pt x="903991" y="59524"/>
                  <a:pt x="918335" y="59577"/>
                </a:cubicBezTo>
                <a:cubicBezTo>
                  <a:pt x="930962" y="59623"/>
                  <a:pt x="945514" y="61936"/>
                  <a:pt x="961991" y="66516"/>
                </a:cubicBezTo>
                <a:cubicBezTo>
                  <a:pt x="977983" y="70985"/>
                  <a:pt x="988460" y="73229"/>
                  <a:pt x="993421" y="73247"/>
                </a:cubicBezTo>
                <a:cubicBezTo>
                  <a:pt x="1000502" y="73273"/>
                  <a:pt x="1009591" y="71341"/>
                  <a:pt x="1020691" y="67452"/>
                </a:cubicBezTo>
                <a:lnTo>
                  <a:pt x="980129" y="141877"/>
                </a:lnTo>
                <a:cubicBezTo>
                  <a:pt x="978642" y="131631"/>
                  <a:pt x="976390" y="122764"/>
                  <a:pt x="973375" y="115275"/>
                </a:cubicBezTo>
                <a:lnTo>
                  <a:pt x="972549" y="113624"/>
                </a:lnTo>
                <a:lnTo>
                  <a:pt x="968654" y="111555"/>
                </a:lnTo>
                <a:cubicBezTo>
                  <a:pt x="952147" y="101646"/>
                  <a:pt x="938606" y="96672"/>
                  <a:pt x="928033" y="96634"/>
                </a:cubicBezTo>
                <a:cubicBezTo>
                  <a:pt x="915228" y="96587"/>
                  <a:pt x="904524" y="100312"/>
                  <a:pt x="895922" y="107809"/>
                </a:cubicBezTo>
                <a:cubicBezTo>
                  <a:pt x="888284" y="116224"/>
                  <a:pt x="882907" y="126048"/>
                  <a:pt x="879790" y="137279"/>
                </a:cubicBezTo>
                <a:cubicBezTo>
                  <a:pt x="876672" y="148510"/>
                  <a:pt x="875078" y="163683"/>
                  <a:pt x="875008" y="182798"/>
                </a:cubicBezTo>
                <a:cubicBezTo>
                  <a:pt x="874919" y="207044"/>
                  <a:pt x="877184" y="225391"/>
                  <a:pt x="881803" y="237837"/>
                </a:cubicBezTo>
                <a:cubicBezTo>
                  <a:pt x="886422" y="250284"/>
                  <a:pt x="895457" y="261934"/>
                  <a:pt x="908909" y="272786"/>
                </a:cubicBezTo>
                <a:lnTo>
                  <a:pt x="908893" y="277298"/>
                </a:lnTo>
                <a:lnTo>
                  <a:pt x="919933" y="280490"/>
                </a:lnTo>
                <a:cubicBezTo>
                  <a:pt x="925943" y="281573"/>
                  <a:pt x="932384" y="282128"/>
                  <a:pt x="939257" y="282153"/>
                </a:cubicBezTo>
                <a:lnTo>
                  <a:pt x="964871" y="282247"/>
                </a:lnTo>
                <a:lnTo>
                  <a:pt x="965191" y="194997"/>
                </a:lnTo>
                <a:lnTo>
                  <a:pt x="922993" y="194842"/>
                </a:lnTo>
                <a:cubicBezTo>
                  <a:pt x="912568" y="194804"/>
                  <a:pt x="905023" y="194189"/>
                  <a:pt x="900359" y="192998"/>
                </a:cubicBezTo>
                <a:cubicBezTo>
                  <a:pt x="895695" y="191806"/>
                  <a:pt x="890716" y="188806"/>
                  <a:pt x="885422" y="183996"/>
                </a:cubicBezTo>
                <a:lnTo>
                  <a:pt x="885458" y="174020"/>
                </a:lnTo>
                <a:cubicBezTo>
                  <a:pt x="893468" y="177555"/>
                  <a:pt x="899427" y="179792"/>
                  <a:pt x="903335" y="180732"/>
                </a:cubicBezTo>
                <a:cubicBezTo>
                  <a:pt x="907244" y="181672"/>
                  <a:pt x="913994" y="182159"/>
                  <a:pt x="923586" y="182194"/>
                </a:cubicBezTo>
                <a:lnTo>
                  <a:pt x="965237" y="182347"/>
                </a:lnTo>
                <a:lnTo>
                  <a:pt x="965246" y="179928"/>
                </a:lnTo>
                <a:lnTo>
                  <a:pt x="918313" y="179756"/>
                </a:lnTo>
                <a:lnTo>
                  <a:pt x="910113" y="179726"/>
                </a:lnTo>
                <a:cubicBezTo>
                  <a:pt x="889570" y="179651"/>
                  <a:pt x="879327" y="171804"/>
                  <a:pt x="879384" y="156185"/>
                </a:cubicBezTo>
                <a:cubicBezTo>
                  <a:pt x="879407" y="150175"/>
                  <a:pt x="881274" y="144957"/>
                  <a:pt x="884988" y="140530"/>
                </a:cubicBezTo>
                <a:cubicBezTo>
                  <a:pt x="888702" y="136103"/>
                  <a:pt x="893267" y="133900"/>
                  <a:pt x="898683" y="133919"/>
                </a:cubicBezTo>
                <a:cubicBezTo>
                  <a:pt x="902879" y="133935"/>
                  <a:pt x="906548" y="135484"/>
                  <a:pt x="909692" y="138567"/>
                </a:cubicBezTo>
                <a:cubicBezTo>
                  <a:pt x="912835" y="141650"/>
                  <a:pt x="914400" y="145246"/>
                  <a:pt x="914384" y="149354"/>
                </a:cubicBezTo>
                <a:cubicBezTo>
                  <a:pt x="914371" y="153021"/>
                  <a:pt x="913609" y="155930"/>
                  <a:pt x="912100" y="158083"/>
                </a:cubicBezTo>
                <a:lnTo>
                  <a:pt x="908998" y="160002"/>
                </a:lnTo>
                <a:lnTo>
                  <a:pt x="910186" y="160007"/>
                </a:lnTo>
                <a:lnTo>
                  <a:pt x="1034395" y="160462"/>
                </a:lnTo>
                <a:lnTo>
                  <a:pt x="1009113" y="190222"/>
                </a:lnTo>
                <a:lnTo>
                  <a:pt x="1008795" y="277068"/>
                </a:lnTo>
                <a:lnTo>
                  <a:pt x="1010462" y="278898"/>
                </a:lnTo>
                <a:lnTo>
                  <a:pt x="1010788" y="190007"/>
                </a:lnTo>
                <a:lnTo>
                  <a:pt x="1036052" y="166735"/>
                </a:lnTo>
                <a:lnTo>
                  <a:pt x="1042280" y="175141"/>
                </a:lnTo>
                <a:lnTo>
                  <a:pt x="1023421" y="194894"/>
                </a:lnTo>
                <a:lnTo>
                  <a:pt x="1023118" y="277615"/>
                </a:lnTo>
                <a:lnTo>
                  <a:pt x="1053252" y="317546"/>
                </a:lnTo>
                <a:lnTo>
                  <a:pt x="976971" y="316708"/>
                </a:lnTo>
                <a:lnTo>
                  <a:pt x="911336" y="317212"/>
                </a:lnTo>
                <a:cubicBezTo>
                  <a:pt x="906893" y="317195"/>
                  <a:pt x="903577" y="317061"/>
                  <a:pt x="901390" y="316809"/>
                </a:cubicBezTo>
                <a:cubicBezTo>
                  <a:pt x="893053" y="315850"/>
                  <a:pt x="884272" y="309987"/>
                  <a:pt x="875046" y="299219"/>
                </a:cubicBezTo>
                <a:lnTo>
                  <a:pt x="883406" y="299250"/>
                </a:lnTo>
                <a:cubicBezTo>
                  <a:pt x="891664" y="303001"/>
                  <a:pt x="903112" y="304903"/>
                  <a:pt x="917753" y="304957"/>
                </a:cubicBezTo>
                <a:lnTo>
                  <a:pt x="926905" y="304618"/>
                </a:lnTo>
                <a:lnTo>
                  <a:pt x="1035455" y="305016"/>
                </a:lnTo>
                <a:lnTo>
                  <a:pt x="1028536" y="298730"/>
                </a:lnTo>
                <a:lnTo>
                  <a:pt x="1032049" y="302585"/>
                </a:lnTo>
                <a:lnTo>
                  <a:pt x="934992" y="302229"/>
                </a:lnTo>
                <a:lnTo>
                  <a:pt x="916568" y="302162"/>
                </a:lnTo>
                <a:cubicBezTo>
                  <a:pt x="900647" y="302104"/>
                  <a:pt x="887429" y="300089"/>
                  <a:pt x="876914" y="296117"/>
                </a:cubicBezTo>
                <a:cubicBezTo>
                  <a:pt x="866399" y="292146"/>
                  <a:pt x="857192" y="285504"/>
                  <a:pt x="849292" y="276193"/>
                </a:cubicBezTo>
                <a:cubicBezTo>
                  <a:pt x="821399" y="252382"/>
                  <a:pt x="807522" y="221112"/>
                  <a:pt x="807664" y="182383"/>
                </a:cubicBezTo>
                <a:cubicBezTo>
                  <a:pt x="807810" y="142534"/>
                  <a:pt x="819862" y="111404"/>
                  <a:pt x="843819" y="88991"/>
                </a:cubicBezTo>
                <a:cubicBezTo>
                  <a:pt x="854314" y="79134"/>
                  <a:pt x="865771" y="71754"/>
                  <a:pt x="878190" y="66852"/>
                </a:cubicBezTo>
                <a:close/>
                <a:moveTo>
                  <a:pt x="566636" y="182374"/>
                </a:moveTo>
                <a:lnTo>
                  <a:pt x="566288" y="277251"/>
                </a:lnTo>
                <a:lnTo>
                  <a:pt x="570381" y="277266"/>
                </a:lnTo>
                <a:lnTo>
                  <a:pt x="570724" y="183505"/>
                </a:lnTo>
                <a:lnTo>
                  <a:pt x="611750" y="183656"/>
                </a:lnTo>
                <a:lnTo>
                  <a:pt x="610679" y="182535"/>
                </a:lnTo>
                <a:close/>
                <a:moveTo>
                  <a:pt x="640495" y="130822"/>
                </a:moveTo>
                <a:lnTo>
                  <a:pt x="652759" y="134730"/>
                </a:lnTo>
                <a:lnTo>
                  <a:pt x="652442" y="221271"/>
                </a:lnTo>
                <a:lnTo>
                  <a:pt x="640177" y="217496"/>
                </a:lnTo>
                <a:close/>
                <a:moveTo>
                  <a:pt x="700513" y="68825"/>
                </a:moveTo>
                <a:lnTo>
                  <a:pt x="706568" y="76584"/>
                </a:lnTo>
                <a:lnTo>
                  <a:pt x="704815" y="79860"/>
                </a:lnTo>
                <a:cubicBezTo>
                  <a:pt x="689960" y="99673"/>
                  <a:pt x="679284" y="116982"/>
                  <a:pt x="672786" y="131789"/>
                </a:cubicBezTo>
                <a:lnTo>
                  <a:pt x="664655" y="124832"/>
                </a:lnTo>
                <a:cubicBezTo>
                  <a:pt x="673215" y="104299"/>
                  <a:pt x="685167" y="85630"/>
                  <a:pt x="700513" y="68825"/>
                </a:cubicBezTo>
                <a:close/>
                <a:moveTo>
                  <a:pt x="567002" y="82462"/>
                </a:moveTo>
                <a:lnTo>
                  <a:pt x="566721" y="159120"/>
                </a:lnTo>
                <a:lnTo>
                  <a:pt x="570814" y="159134"/>
                </a:lnTo>
                <a:lnTo>
                  <a:pt x="571085" y="85268"/>
                </a:lnTo>
                <a:cubicBezTo>
                  <a:pt x="582991" y="84203"/>
                  <a:pt x="593041" y="83685"/>
                  <a:pt x="601234" y="83715"/>
                </a:cubicBezTo>
                <a:lnTo>
                  <a:pt x="613699" y="84558"/>
                </a:lnTo>
                <a:lnTo>
                  <a:pt x="628177" y="86776"/>
                </a:lnTo>
                <a:lnTo>
                  <a:pt x="636897" y="89161"/>
                </a:lnTo>
                <a:lnTo>
                  <a:pt x="635133" y="87841"/>
                </a:lnTo>
                <a:lnTo>
                  <a:pt x="628177" y="86776"/>
                </a:lnTo>
                <a:lnTo>
                  <a:pt x="622165" y="85131"/>
                </a:lnTo>
                <a:lnTo>
                  <a:pt x="613699" y="84558"/>
                </a:lnTo>
                <a:lnTo>
                  <a:pt x="595921" y="81836"/>
                </a:lnTo>
                <a:cubicBezTo>
                  <a:pt x="586926" y="81803"/>
                  <a:pt x="577286" y="82011"/>
                  <a:pt x="567002" y="82462"/>
                </a:cubicBezTo>
                <a:close/>
                <a:moveTo>
                  <a:pt x="317281" y="190175"/>
                </a:moveTo>
                <a:lnTo>
                  <a:pt x="316970" y="274939"/>
                </a:lnTo>
                <a:lnTo>
                  <a:pt x="319194" y="277346"/>
                </a:lnTo>
                <a:lnTo>
                  <a:pt x="319509" y="191482"/>
                </a:lnTo>
                <a:lnTo>
                  <a:pt x="328768" y="191920"/>
                </a:lnTo>
                <a:cubicBezTo>
                  <a:pt x="344300" y="193093"/>
                  <a:pt x="355847" y="193693"/>
                  <a:pt x="363408" y="193721"/>
                </a:cubicBezTo>
                <a:cubicBezTo>
                  <a:pt x="374681" y="193763"/>
                  <a:pt x="383614" y="192619"/>
                  <a:pt x="390207" y="190291"/>
                </a:cubicBezTo>
                <a:lnTo>
                  <a:pt x="390208" y="190061"/>
                </a:lnTo>
                <a:cubicBezTo>
                  <a:pt x="381599" y="191791"/>
                  <a:pt x="369502" y="192627"/>
                  <a:pt x="353916" y="192570"/>
                </a:cubicBezTo>
                <a:cubicBezTo>
                  <a:pt x="345486" y="192539"/>
                  <a:pt x="339163" y="192305"/>
                  <a:pt x="334946" y="191867"/>
                </a:cubicBezTo>
                <a:close/>
                <a:moveTo>
                  <a:pt x="495644" y="59144"/>
                </a:moveTo>
                <a:lnTo>
                  <a:pt x="697839" y="59885"/>
                </a:lnTo>
                <a:lnTo>
                  <a:pt x="694338" y="68994"/>
                </a:lnTo>
                <a:cubicBezTo>
                  <a:pt x="681983" y="84015"/>
                  <a:pt x="671070" y="102013"/>
                  <a:pt x="661598" y="122987"/>
                </a:cubicBezTo>
                <a:cubicBezTo>
                  <a:pt x="657870" y="118719"/>
                  <a:pt x="655704" y="115925"/>
                  <a:pt x="655100" y="114603"/>
                </a:cubicBezTo>
                <a:lnTo>
                  <a:pt x="654776" y="113960"/>
                </a:lnTo>
                <a:lnTo>
                  <a:pt x="647799" y="111181"/>
                </a:lnTo>
                <a:cubicBezTo>
                  <a:pt x="638930" y="104062"/>
                  <a:pt x="632510" y="99826"/>
                  <a:pt x="628537" y="98473"/>
                </a:cubicBezTo>
                <a:cubicBezTo>
                  <a:pt x="624565" y="97120"/>
                  <a:pt x="616381" y="96421"/>
                  <a:pt x="603987" y="96376"/>
                </a:cubicBezTo>
                <a:cubicBezTo>
                  <a:pt x="600225" y="96362"/>
                  <a:pt x="593369" y="96606"/>
                  <a:pt x="583418" y="97109"/>
                </a:cubicBezTo>
                <a:lnTo>
                  <a:pt x="583319" y="97114"/>
                </a:lnTo>
                <a:lnTo>
                  <a:pt x="583092" y="159180"/>
                </a:lnTo>
                <a:lnTo>
                  <a:pt x="610770" y="159281"/>
                </a:lnTo>
                <a:lnTo>
                  <a:pt x="640137" y="127155"/>
                </a:lnTo>
                <a:lnTo>
                  <a:pt x="639822" y="213016"/>
                </a:lnTo>
                <a:lnTo>
                  <a:pt x="621461" y="193812"/>
                </a:lnTo>
                <a:lnTo>
                  <a:pt x="622607" y="195788"/>
                </a:lnTo>
                <a:lnTo>
                  <a:pt x="582958" y="195642"/>
                </a:lnTo>
                <a:lnTo>
                  <a:pt x="582659" y="277311"/>
                </a:lnTo>
                <a:cubicBezTo>
                  <a:pt x="604460" y="277391"/>
                  <a:pt x="620251" y="275797"/>
                  <a:pt x="630031" y="272529"/>
                </a:cubicBezTo>
                <a:cubicBezTo>
                  <a:pt x="639812" y="269260"/>
                  <a:pt x="648530" y="262241"/>
                  <a:pt x="656186" y="251469"/>
                </a:cubicBezTo>
                <a:lnTo>
                  <a:pt x="662661" y="236755"/>
                </a:lnTo>
                <a:cubicBezTo>
                  <a:pt x="662860" y="236360"/>
                  <a:pt x="665197" y="234403"/>
                  <a:pt x="669673" y="230883"/>
                </a:cubicBezTo>
                <a:cubicBezTo>
                  <a:pt x="674195" y="245893"/>
                  <a:pt x="678698" y="257282"/>
                  <a:pt x="683181" y="265051"/>
                </a:cubicBezTo>
                <a:cubicBezTo>
                  <a:pt x="687664" y="272820"/>
                  <a:pt x="695542" y="284066"/>
                  <a:pt x="706815" y="298788"/>
                </a:cubicBezTo>
                <a:lnTo>
                  <a:pt x="494768" y="298011"/>
                </a:lnTo>
                <a:lnTo>
                  <a:pt x="522591" y="271350"/>
                </a:lnTo>
                <a:lnTo>
                  <a:pt x="522869" y="195422"/>
                </a:lnTo>
                <a:cubicBezTo>
                  <a:pt x="516028" y="196540"/>
                  <a:pt x="507643" y="199675"/>
                  <a:pt x="497714" y="204826"/>
                </a:cubicBezTo>
                <a:lnTo>
                  <a:pt x="492589" y="196328"/>
                </a:lnTo>
                <a:cubicBezTo>
                  <a:pt x="501519" y="189311"/>
                  <a:pt x="511627" y="185131"/>
                  <a:pt x="522912" y="183789"/>
                </a:cubicBezTo>
                <a:lnTo>
                  <a:pt x="522919" y="181824"/>
                </a:lnTo>
                <a:cubicBezTo>
                  <a:pt x="523028" y="181836"/>
                  <a:pt x="522809" y="181841"/>
                  <a:pt x="522262" y="181839"/>
                </a:cubicBezTo>
                <a:cubicBezTo>
                  <a:pt x="510870" y="181797"/>
                  <a:pt x="498304" y="186278"/>
                  <a:pt x="484567" y="195282"/>
                </a:cubicBezTo>
                <a:cubicBezTo>
                  <a:pt x="490853" y="170996"/>
                  <a:pt x="503665" y="158888"/>
                  <a:pt x="523003" y="158959"/>
                </a:cubicBezTo>
                <a:lnTo>
                  <a:pt x="523268" y="86653"/>
                </a:lnTo>
                <a:close/>
                <a:moveTo>
                  <a:pt x="249234" y="58240"/>
                </a:moveTo>
                <a:lnTo>
                  <a:pt x="342518" y="58582"/>
                </a:lnTo>
                <a:lnTo>
                  <a:pt x="317656" y="87952"/>
                </a:lnTo>
                <a:lnTo>
                  <a:pt x="317384" y="162191"/>
                </a:lnTo>
                <a:cubicBezTo>
                  <a:pt x="318131" y="162323"/>
                  <a:pt x="318875" y="162480"/>
                  <a:pt x="319614" y="162661"/>
                </a:cubicBezTo>
                <a:lnTo>
                  <a:pt x="319893" y="86730"/>
                </a:lnTo>
                <a:lnTo>
                  <a:pt x="343405" y="64969"/>
                </a:lnTo>
                <a:lnTo>
                  <a:pt x="351068" y="71903"/>
                </a:lnTo>
                <a:lnTo>
                  <a:pt x="332152" y="92008"/>
                </a:lnTo>
                <a:lnTo>
                  <a:pt x="331891" y="163285"/>
                </a:lnTo>
                <a:lnTo>
                  <a:pt x="334326" y="163520"/>
                </a:lnTo>
                <a:cubicBezTo>
                  <a:pt x="343303" y="164392"/>
                  <a:pt x="352285" y="164845"/>
                  <a:pt x="361273" y="164878"/>
                </a:cubicBezTo>
                <a:cubicBezTo>
                  <a:pt x="373892" y="164924"/>
                  <a:pt x="383570" y="164498"/>
                  <a:pt x="390305" y="163601"/>
                </a:cubicBezTo>
                <a:lnTo>
                  <a:pt x="390594" y="84638"/>
                </a:lnTo>
                <a:lnTo>
                  <a:pt x="368371" y="58677"/>
                </a:lnTo>
                <a:lnTo>
                  <a:pt x="460324" y="59014"/>
                </a:lnTo>
                <a:lnTo>
                  <a:pt x="435043" y="88461"/>
                </a:lnTo>
                <a:lnTo>
                  <a:pt x="434358" y="275439"/>
                </a:lnTo>
                <a:lnTo>
                  <a:pt x="436210" y="277549"/>
                </a:lnTo>
                <a:lnTo>
                  <a:pt x="436907" y="87575"/>
                </a:lnTo>
                <a:lnTo>
                  <a:pt x="461492" y="65402"/>
                </a:lnTo>
                <a:lnTo>
                  <a:pt x="467844" y="73369"/>
                </a:lnTo>
                <a:lnTo>
                  <a:pt x="449167" y="92457"/>
                </a:lnTo>
                <a:lnTo>
                  <a:pt x="448495" y="275709"/>
                </a:lnTo>
                <a:lnTo>
                  <a:pt x="478630" y="315439"/>
                </a:lnTo>
                <a:lnTo>
                  <a:pt x="378329" y="315072"/>
                </a:lnTo>
                <a:lnTo>
                  <a:pt x="371729" y="302769"/>
                </a:lnTo>
                <a:lnTo>
                  <a:pt x="460650" y="303095"/>
                </a:lnTo>
                <a:lnTo>
                  <a:pt x="450253" y="293544"/>
                </a:lnTo>
                <a:lnTo>
                  <a:pt x="456337" y="300475"/>
                </a:lnTo>
                <a:lnTo>
                  <a:pt x="364742" y="300139"/>
                </a:lnTo>
                <a:lnTo>
                  <a:pt x="389902" y="273471"/>
                </a:lnTo>
                <a:lnTo>
                  <a:pt x="390166" y="201554"/>
                </a:lnTo>
                <a:cubicBezTo>
                  <a:pt x="382795" y="203936"/>
                  <a:pt x="373481" y="205106"/>
                  <a:pt x="362224" y="205065"/>
                </a:cubicBezTo>
                <a:lnTo>
                  <a:pt x="331744" y="203418"/>
                </a:lnTo>
                <a:lnTo>
                  <a:pt x="331480" y="275274"/>
                </a:lnTo>
                <a:lnTo>
                  <a:pt x="361519" y="315010"/>
                </a:lnTo>
                <a:lnTo>
                  <a:pt x="261729" y="314644"/>
                </a:lnTo>
                <a:lnTo>
                  <a:pt x="254905" y="302341"/>
                </a:lnTo>
                <a:lnTo>
                  <a:pt x="343876" y="302667"/>
                </a:lnTo>
                <a:lnTo>
                  <a:pt x="336568" y="296149"/>
                </a:lnTo>
                <a:lnTo>
                  <a:pt x="340171" y="300049"/>
                </a:lnTo>
                <a:lnTo>
                  <a:pt x="248349" y="299712"/>
                </a:lnTo>
                <a:lnTo>
                  <a:pt x="272887" y="273019"/>
                </a:lnTo>
                <a:lnTo>
                  <a:pt x="273159" y="198753"/>
                </a:lnTo>
                <a:cubicBezTo>
                  <a:pt x="266766" y="198730"/>
                  <a:pt x="260259" y="202718"/>
                  <a:pt x="253637" y="210719"/>
                </a:cubicBezTo>
                <a:lnTo>
                  <a:pt x="244859" y="206507"/>
                </a:lnTo>
                <a:cubicBezTo>
                  <a:pt x="251060" y="197425"/>
                  <a:pt x="257925" y="191514"/>
                  <a:pt x="265453" y="188773"/>
                </a:cubicBezTo>
                <a:lnTo>
                  <a:pt x="269164" y="187966"/>
                </a:lnTo>
                <a:lnTo>
                  <a:pt x="265929" y="188386"/>
                </a:lnTo>
                <a:cubicBezTo>
                  <a:pt x="258769" y="190298"/>
                  <a:pt x="251944" y="195118"/>
                  <a:pt x="245454" y="202846"/>
                </a:cubicBezTo>
                <a:lnTo>
                  <a:pt x="238138" y="198712"/>
                </a:lnTo>
                <a:cubicBezTo>
                  <a:pt x="246039" y="178130"/>
                  <a:pt x="257756" y="166349"/>
                  <a:pt x="273289" y="163369"/>
                </a:cubicBezTo>
                <a:lnTo>
                  <a:pt x="273572" y="86040"/>
                </a:lnTo>
                <a:close/>
                <a:moveTo>
                  <a:pt x="230982" y="65987"/>
                </a:moveTo>
                <a:lnTo>
                  <a:pt x="238717" y="73114"/>
                </a:lnTo>
                <a:cubicBezTo>
                  <a:pt x="229944" y="85228"/>
                  <a:pt x="220859" y="103772"/>
                  <a:pt x="211462" y="128746"/>
                </a:cubicBezTo>
                <a:lnTo>
                  <a:pt x="209037" y="132135"/>
                </a:lnTo>
                <a:lnTo>
                  <a:pt x="199705" y="126128"/>
                </a:lnTo>
                <a:lnTo>
                  <a:pt x="200740" y="121222"/>
                </a:lnTo>
                <a:cubicBezTo>
                  <a:pt x="209775" y="96217"/>
                  <a:pt x="218658" y="78622"/>
                  <a:pt x="227389" y="68436"/>
                </a:cubicBezTo>
                <a:close/>
                <a:moveTo>
                  <a:pt x="133075" y="81627"/>
                </a:moveTo>
                <a:lnTo>
                  <a:pt x="134470" y="81632"/>
                </a:lnTo>
                <a:lnTo>
                  <a:pt x="133765" y="274142"/>
                </a:lnTo>
                <a:lnTo>
                  <a:pt x="135247" y="275887"/>
                </a:lnTo>
                <a:lnTo>
                  <a:pt x="135950" y="84053"/>
                </a:lnTo>
                <a:lnTo>
                  <a:pt x="151924" y="83743"/>
                </a:lnTo>
                <a:lnTo>
                  <a:pt x="173370" y="86701"/>
                </a:lnTo>
                <a:lnTo>
                  <a:pt x="165359" y="82807"/>
                </a:lnTo>
                <a:cubicBezTo>
                  <a:pt x="160790" y="81586"/>
                  <a:pt x="155393" y="80965"/>
                  <a:pt x="149170" y="80942"/>
                </a:cubicBezTo>
                <a:cubicBezTo>
                  <a:pt x="143903" y="80923"/>
                  <a:pt x="138538" y="81151"/>
                  <a:pt x="133075" y="81627"/>
                </a:cubicBezTo>
                <a:close/>
                <a:moveTo>
                  <a:pt x="0" y="57327"/>
                </a:moveTo>
                <a:lnTo>
                  <a:pt x="227217" y="58160"/>
                </a:lnTo>
                <a:cubicBezTo>
                  <a:pt x="225795" y="63844"/>
                  <a:pt x="224968" y="66929"/>
                  <a:pt x="224736" y="67414"/>
                </a:cubicBezTo>
                <a:lnTo>
                  <a:pt x="212515" y="88244"/>
                </a:lnTo>
                <a:cubicBezTo>
                  <a:pt x="208067" y="96676"/>
                  <a:pt x="204054" y="106544"/>
                  <a:pt x="200474" y="117846"/>
                </a:cubicBezTo>
                <a:lnTo>
                  <a:pt x="198088" y="121651"/>
                </a:lnTo>
                <a:lnTo>
                  <a:pt x="191104" y="118870"/>
                </a:lnTo>
                <a:lnTo>
                  <a:pt x="190409" y="115795"/>
                </a:lnTo>
                <a:lnTo>
                  <a:pt x="186287" y="104090"/>
                </a:lnTo>
                <a:lnTo>
                  <a:pt x="171091" y="98405"/>
                </a:lnTo>
                <a:cubicBezTo>
                  <a:pt x="164973" y="96840"/>
                  <a:pt x="158985" y="96047"/>
                  <a:pt x="153126" y="96025"/>
                </a:cubicBezTo>
                <a:cubicBezTo>
                  <a:pt x="150696" y="96016"/>
                  <a:pt x="149080" y="96070"/>
                  <a:pt x="148277" y="96185"/>
                </a:cubicBezTo>
                <a:lnTo>
                  <a:pt x="148348" y="275065"/>
                </a:lnTo>
                <a:lnTo>
                  <a:pt x="177208" y="314334"/>
                </a:lnTo>
                <a:lnTo>
                  <a:pt x="78357" y="313972"/>
                </a:lnTo>
                <a:lnTo>
                  <a:pt x="72222" y="301671"/>
                </a:lnTo>
                <a:lnTo>
                  <a:pt x="159594" y="301991"/>
                </a:lnTo>
                <a:lnTo>
                  <a:pt x="149039" y="292122"/>
                </a:lnTo>
                <a:lnTo>
                  <a:pt x="155197" y="299371"/>
                </a:lnTo>
                <a:lnTo>
                  <a:pt x="64232" y="299037"/>
                </a:lnTo>
                <a:lnTo>
                  <a:pt x="89867" y="272293"/>
                </a:lnTo>
                <a:lnTo>
                  <a:pt x="90512" y="96229"/>
                </a:lnTo>
                <a:lnTo>
                  <a:pt x="81284" y="96134"/>
                </a:lnTo>
                <a:cubicBezTo>
                  <a:pt x="69798" y="96092"/>
                  <a:pt x="61766" y="98182"/>
                  <a:pt x="57188" y="102405"/>
                </a:cubicBezTo>
                <a:cubicBezTo>
                  <a:pt x="52610" y="106627"/>
                  <a:pt x="49755" y="115597"/>
                  <a:pt x="48626" y="129315"/>
                </a:cubicBezTo>
                <a:lnTo>
                  <a:pt x="36583" y="129271"/>
                </a:lnTo>
                <a:cubicBezTo>
                  <a:pt x="38075" y="111417"/>
                  <a:pt x="42201" y="99370"/>
                  <a:pt x="48962" y="93132"/>
                </a:cubicBezTo>
                <a:cubicBezTo>
                  <a:pt x="55723" y="86894"/>
                  <a:pt x="65337" y="83797"/>
                  <a:pt x="77803" y="83843"/>
                </a:cubicBezTo>
                <a:lnTo>
                  <a:pt x="92301" y="84103"/>
                </a:lnTo>
                <a:lnTo>
                  <a:pt x="90557" y="84067"/>
                </a:lnTo>
                <a:lnTo>
                  <a:pt x="90564" y="82183"/>
                </a:lnTo>
                <a:cubicBezTo>
                  <a:pt x="86533" y="81694"/>
                  <a:pt x="81876" y="81439"/>
                  <a:pt x="76594" y="81420"/>
                </a:cubicBezTo>
                <a:cubicBezTo>
                  <a:pt x="61986" y="81366"/>
                  <a:pt x="51565" y="84191"/>
                  <a:pt x="45332" y="89892"/>
                </a:cubicBezTo>
                <a:cubicBezTo>
                  <a:pt x="39098" y="95594"/>
                  <a:pt x="35555" y="106710"/>
                  <a:pt x="34704" y="123241"/>
                </a:cubicBezTo>
                <a:lnTo>
                  <a:pt x="26039" y="123209"/>
                </a:lnTo>
                <a:cubicBezTo>
                  <a:pt x="20383" y="104690"/>
                  <a:pt x="12172" y="85114"/>
                  <a:pt x="1407" y="6448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IN" sz="2400" b="1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 rot="1536232">
            <a:off x="6751838" y="-443770"/>
            <a:ext cx="2864619" cy="1978659"/>
          </a:xfrm>
          <a:custGeom>
            <a:avLst/>
            <a:gdLst/>
            <a:ahLst/>
            <a:cxnLst/>
            <a:rect l="l" t="t" r="r" b="b"/>
            <a:pathLst>
              <a:path w="2864619" h="1978659">
                <a:moveTo>
                  <a:pt x="2243392" y="1925791"/>
                </a:moveTo>
                <a:cubicBezTo>
                  <a:pt x="2247659" y="1921516"/>
                  <a:pt x="2252790" y="1919377"/>
                  <a:pt x="2258785" y="1919371"/>
                </a:cubicBezTo>
                <a:cubicBezTo>
                  <a:pt x="2264915" y="1919366"/>
                  <a:pt x="2270132" y="1921513"/>
                  <a:pt x="2274438" y="1925810"/>
                </a:cubicBezTo>
                <a:cubicBezTo>
                  <a:pt x="2278742" y="1930108"/>
                  <a:pt x="2280897" y="1935272"/>
                  <a:pt x="2280902" y="1941303"/>
                </a:cubicBezTo>
                <a:cubicBezTo>
                  <a:pt x="2280907" y="1947268"/>
                  <a:pt x="2278768" y="1952396"/>
                  <a:pt x="2274486" y="1956685"/>
                </a:cubicBezTo>
                <a:cubicBezTo>
                  <a:pt x="2270204" y="1960974"/>
                  <a:pt x="2264982" y="1963122"/>
                  <a:pt x="2258822" y="1963127"/>
                </a:cubicBezTo>
                <a:lnTo>
                  <a:pt x="2254716" y="1962348"/>
                </a:lnTo>
                <a:lnTo>
                  <a:pt x="2257351" y="1963503"/>
                </a:lnTo>
                <a:cubicBezTo>
                  <a:pt x="2260242" y="1964441"/>
                  <a:pt x="2262809" y="1964910"/>
                  <a:pt x="2265051" y="1964908"/>
                </a:cubicBezTo>
                <a:cubicBezTo>
                  <a:pt x="2270368" y="1964903"/>
                  <a:pt x="2274887" y="1963071"/>
                  <a:pt x="2278607" y="1959409"/>
                </a:cubicBezTo>
                <a:cubicBezTo>
                  <a:pt x="2282327" y="1955748"/>
                  <a:pt x="2284185" y="1951401"/>
                  <a:pt x="2284181" y="1946369"/>
                </a:cubicBezTo>
                <a:cubicBezTo>
                  <a:pt x="2284177" y="1941469"/>
                  <a:pt x="2282260" y="1935659"/>
                  <a:pt x="2278432" y="1928938"/>
                </a:cubicBezTo>
                <a:lnTo>
                  <a:pt x="2282910" y="1925553"/>
                </a:lnTo>
                <a:cubicBezTo>
                  <a:pt x="2290200" y="1931706"/>
                  <a:pt x="2293848" y="1938925"/>
                  <a:pt x="2293855" y="1947208"/>
                </a:cubicBezTo>
                <a:cubicBezTo>
                  <a:pt x="2293861" y="1954597"/>
                  <a:pt x="2291112" y="1961078"/>
                  <a:pt x="2285607" y="1966654"/>
                </a:cubicBezTo>
                <a:cubicBezTo>
                  <a:pt x="2280102" y="1972230"/>
                  <a:pt x="2273652" y="1975021"/>
                  <a:pt x="2266256" y="1975027"/>
                </a:cubicBezTo>
                <a:cubicBezTo>
                  <a:pt x="2257423" y="1975034"/>
                  <a:pt x="2250061" y="1971056"/>
                  <a:pt x="2244169" y="1963093"/>
                </a:cubicBezTo>
                <a:lnTo>
                  <a:pt x="2247474" y="1959523"/>
                </a:lnTo>
                <a:lnTo>
                  <a:pt x="2243394" y="1956756"/>
                </a:lnTo>
                <a:cubicBezTo>
                  <a:pt x="2239135" y="1952504"/>
                  <a:pt x="2237003" y="1947365"/>
                  <a:pt x="2236998" y="1941339"/>
                </a:cubicBezTo>
                <a:cubicBezTo>
                  <a:pt x="2236993" y="1935248"/>
                  <a:pt x="2239124" y="1930065"/>
                  <a:pt x="2243392" y="1925791"/>
                </a:cubicBezTo>
                <a:close/>
                <a:moveTo>
                  <a:pt x="2398157" y="1773701"/>
                </a:moveTo>
                <a:lnTo>
                  <a:pt x="2406971" y="1776803"/>
                </a:lnTo>
                <a:lnTo>
                  <a:pt x="2395165" y="1843653"/>
                </a:lnTo>
                <a:lnTo>
                  <a:pt x="2379252" y="1843666"/>
                </a:lnTo>
                <a:lnTo>
                  <a:pt x="2372045" y="1834743"/>
                </a:lnTo>
                <a:lnTo>
                  <a:pt x="2386591" y="1834730"/>
                </a:lnTo>
                <a:close/>
                <a:moveTo>
                  <a:pt x="2354706" y="1773738"/>
                </a:moveTo>
                <a:lnTo>
                  <a:pt x="2363365" y="1776900"/>
                </a:lnTo>
                <a:lnTo>
                  <a:pt x="2351561" y="1843689"/>
                </a:lnTo>
                <a:lnTo>
                  <a:pt x="2335794" y="1843703"/>
                </a:lnTo>
                <a:lnTo>
                  <a:pt x="2328587" y="1834779"/>
                </a:lnTo>
                <a:lnTo>
                  <a:pt x="2343133" y="1834766"/>
                </a:lnTo>
                <a:close/>
                <a:moveTo>
                  <a:pt x="2363208" y="1767777"/>
                </a:moveTo>
                <a:lnTo>
                  <a:pt x="2395057" y="1767751"/>
                </a:lnTo>
                <a:lnTo>
                  <a:pt x="2384852" y="1832499"/>
                </a:lnTo>
                <a:lnTo>
                  <a:pt x="2367857" y="1832513"/>
                </a:lnTo>
                <a:close/>
                <a:moveTo>
                  <a:pt x="2319751" y="1767813"/>
                </a:moveTo>
                <a:lnTo>
                  <a:pt x="2351600" y="1767787"/>
                </a:lnTo>
                <a:lnTo>
                  <a:pt x="2341394" y="1832535"/>
                </a:lnTo>
                <a:lnTo>
                  <a:pt x="2324400" y="1832550"/>
                </a:lnTo>
                <a:close/>
                <a:moveTo>
                  <a:pt x="2264444" y="1777785"/>
                </a:moveTo>
                <a:lnTo>
                  <a:pt x="2274269" y="1780692"/>
                </a:lnTo>
                <a:cubicBezTo>
                  <a:pt x="2281369" y="1791373"/>
                  <a:pt x="2293074" y="1801122"/>
                  <a:pt x="2309387" y="1809940"/>
                </a:cubicBezTo>
                <a:lnTo>
                  <a:pt x="2307639" y="1813104"/>
                </a:lnTo>
                <a:cubicBezTo>
                  <a:pt x="2295759" y="1829138"/>
                  <a:pt x="2287435" y="1843969"/>
                  <a:pt x="2282665" y="1857597"/>
                </a:cubicBezTo>
                <a:cubicBezTo>
                  <a:pt x="2277895" y="1871225"/>
                  <a:pt x="2274844" y="1889189"/>
                  <a:pt x="2273513" y="1911490"/>
                </a:cubicBezTo>
                <a:lnTo>
                  <a:pt x="2273137" y="1915639"/>
                </a:lnTo>
                <a:lnTo>
                  <a:pt x="2263098" y="1915647"/>
                </a:lnTo>
                <a:cubicBezTo>
                  <a:pt x="2263082" y="1895327"/>
                  <a:pt x="2266156" y="1875817"/>
                  <a:pt x="2272323" y="1857117"/>
                </a:cubicBezTo>
                <a:cubicBezTo>
                  <a:pt x="2278490" y="1838417"/>
                  <a:pt x="2286427" y="1823748"/>
                  <a:pt x="2296136" y="1813109"/>
                </a:cubicBezTo>
                <a:cubicBezTo>
                  <a:pt x="2279249" y="1803907"/>
                  <a:pt x="2268685" y="1792132"/>
                  <a:pt x="2264444" y="1777785"/>
                </a:cubicBezTo>
                <a:close/>
                <a:moveTo>
                  <a:pt x="2258999" y="1771803"/>
                </a:moveTo>
                <a:cubicBezTo>
                  <a:pt x="2263145" y="1783667"/>
                  <a:pt x="2267130" y="1792122"/>
                  <a:pt x="2270953" y="1797168"/>
                </a:cubicBezTo>
                <a:cubicBezTo>
                  <a:pt x="2274777" y="1802213"/>
                  <a:pt x="2281411" y="1807136"/>
                  <a:pt x="2290856" y="1811937"/>
                </a:cubicBezTo>
                <a:lnTo>
                  <a:pt x="2288719" y="1817248"/>
                </a:lnTo>
                <a:cubicBezTo>
                  <a:pt x="2279783" y="1831236"/>
                  <a:pt x="2273500" y="1844544"/>
                  <a:pt x="2269872" y="1857173"/>
                </a:cubicBezTo>
                <a:cubicBezTo>
                  <a:pt x="2266244" y="1869801"/>
                  <a:pt x="2264004" y="1886423"/>
                  <a:pt x="2263151" y="1907038"/>
                </a:cubicBezTo>
                <a:lnTo>
                  <a:pt x="2262837" y="1911778"/>
                </a:lnTo>
                <a:lnTo>
                  <a:pt x="2252151" y="1911787"/>
                </a:lnTo>
                <a:lnTo>
                  <a:pt x="2252148" y="1905894"/>
                </a:lnTo>
                <a:cubicBezTo>
                  <a:pt x="2252134" y="1888884"/>
                  <a:pt x="2249416" y="1871656"/>
                  <a:pt x="2243992" y="1854209"/>
                </a:cubicBezTo>
                <a:cubicBezTo>
                  <a:pt x="2238569" y="1836762"/>
                  <a:pt x="2231435" y="1821995"/>
                  <a:pt x="2222589" y="1809908"/>
                </a:cubicBezTo>
                <a:cubicBezTo>
                  <a:pt x="2232808" y="1804821"/>
                  <a:pt x="2239933" y="1800030"/>
                  <a:pt x="2243965" y="1795536"/>
                </a:cubicBezTo>
                <a:cubicBezTo>
                  <a:pt x="2247998" y="1791043"/>
                  <a:pt x="2253010" y="1783131"/>
                  <a:pt x="2258999" y="1771803"/>
                </a:cubicBezTo>
                <a:close/>
                <a:moveTo>
                  <a:pt x="2237116" y="1725273"/>
                </a:moveTo>
                <a:lnTo>
                  <a:pt x="2237124" y="1735442"/>
                </a:lnTo>
                <a:lnTo>
                  <a:pt x="2234740" y="1737835"/>
                </a:lnTo>
                <a:cubicBezTo>
                  <a:pt x="2226691" y="1745517"/>
                  <a:pt x="2219780" y="1753184"/>
                  <a:pt x="2214007" y="1760837"/>
                </a:cubicBezTo>
                <a:cubicBezTo>
                  <a:pt x="2208234" y="1768489"/>
                  <a:pt x="2199558" y="1781533"/>
                  <a:pt x="2187981" y="1799968"/>
                </a:cubicBezTo>
                <a:lnTo>
                  <a:pt x="2135746" y="1882422"/>
                </a:lnTo>
                <a:lnTo>
                  <a:pt x="2135792" y="1937793"/>
                </a:lnTo>
                <a:lnTo>
                  <a:pt x="2161780" y="1973030"/>
                </a:lnTo>
                <a:lnTo>
                  <a:pt x="2065428" y="1973111"/>
                </a:lnTo>
                <a:lnTo>
                  <a:pt x="2062657" y="1963290"/>
                </a:lnTo>
                <a:lnTo>
                  <a:pt x="2147940" y="1963219"/>
                </a:lnTo>
                <a:lnTo>
                  <a:pt x="2125822" y="1939876"/>
                </a:lnTo>
                <a:lnTo>
                  <a:pt x="2125772" y="1879629"/>
                </a:lnTo>
                <a:lnTo>
                  <a:pt x="2179897" y="1793991"/>
                </a:lnTo>
                <a:lnTo>
                  <a:pt x="2194022" y="1779157"/>
                </a:lnTo>
                <a:cubicBezTo>
                  <a:pt x="2205431" y="1755825"/>
                  <a:pt x="2219796" y="1737863"/>
                  <a:pt x="2237116" y="1725273"/>
                </a:cubicBezTo>
                <a:close/>
                <a:moveTo>
                  <a:pt x="2838665" y="1418599"/>
                </a:moveTo>
                <a:cubicBezTo>
                  <a:pt x="2842592" y="1412601"/>
                  <a:pt x="2851243" y="1408631"/>
                  <a:pt x="2864619" y="1406686"/>
                </a:cubicBezTo>
                <a:lnTo>
                  <a:pt x="2860856" y="1416667"/>
                </a:lnTo>
                <a:cubicBezTo>
                  <a:pt x="2853411" y="1418417"/>
                  <a:pt x="2848533" y="1421334"/>
                  <a:pt x="2846220" y="1425422"/>
                </a:cubicBezTo>
                <a:cubicBezTo>
                  <a:pt x="2843907" y="1429510"/>
                  <a:pt x="2842755" y="1436911"/>
                  <a:pt x="2842764" y="1447625"/>
                </a:cubicBezTo>
                <a:lnTo>
                  <a:pt x="2842891" y="1600988"/>
                </a:lnTo>
                <a:lnTo>
                  <a:pt x="2806564" y="1601018"/>
                </a:lnTo>
                <a:lnTo>
                  <a:pt x="2803581" y="1591198"/>
                </a:lnTo>
                <a:lnTo>
                  <a:pt x="2832912" y="1591173"/>
                </a:lnTo>
                <a:lnTo>
                  <a:pt x="2832794" y="1449091"/>
                </a:lnTo>
                <a:cubicBezTo>
                  <a:pt x="2832782" y="1434760"/>
                  <a:pt x="2834739" y="1424596"/>
                  <a:pt x="2838665" y="1418599"/>
                </a:cubicBezTo>
                <a:close/>
                <a:moveTo>
                  <a:pt x="1662600" y="1963623"/>
                </a:moveTo>
                <a:lnTo>
                  <a:pt x="1823562" y="1963489"/>
                </a:lnTo>
                <a:lnTo>
                  <a:pt x="1827341" y="1957921"/>
                </a:lnTo>
                <a:cubicBezTo>
                  <a:pt x="1813619" y="1945747"/>
                  <a:pt x="1803731" y="1930730"/>
                  <a:pt x="1797680" y="1912870"/>
                </a:cubicBezTo>
                <a:lnTo>
                  <a:pt x="1807688" y="1915329"/>
                </a:lnTo>
                <a:cubicBezTo>
                  <a:pt x="1813233" y="1928207"/>
                  <a:pt x="1822547" y="1941419"/>
                  <a:pt x="1835629" y="1954966"/>
                </a:cubicBezTo>
                <a:lnTo>
                  <a:pt x="1837965" y="1956808"/>
                </a:lnTo>
                <a:lnTo>
                  <a:pt x="1829114" y="1973307"/>
                </a:lnTo>
                <a:lnTo>
                  <a:pt x="1666204" y="1973443"/>
                </a:lnTo>
                <a:close/>
                <a:moveTo>
                  <a:pt x="2725327" y="1433040"/>
                </a:moveTo>
                <a:lnTo>
                  <a:pt x="2725393" y="1514119"/>
                </a:lnTo>
                <a:cubicBezTo>
                  <a:pt x="2725415" y="1540457"/>
                  <a:pt x="2727051" y="1557437"/>
                  <a:pt x="2730299" y="1565059"/>
                </a:cubicBezTo>
                <a:lnTo>
                  <a:pt x="2733460" y="1568815"/>
                </a:lnTo>
                <a:lnTo>
                  <a:pt x="2728852" y="1556238"/>
                </a:lnTo>
                <a:cubicBezTo>
                  <a:pt x="2727756" y="1551113"/>
                  <a:pt x="2727206" y="1545342"/>
                  <a:pt x="2727200" y="1538925"/>
                </a:cubicBezTo>
                <a:lnTo>
                  <a:pt x="2727338" y="1525207"/>
                </a:lnTo>
                <a:lnTo>
                  <a:pt x="2727272" y="1446161"/>
                </a:lnTo>
                <a:close/>
                <a:moveTo>
                  <a:pt x="1976257" y="1787073"/>
                </a:moveTo>
                <a:cubicBezTo>
                  <a:pt x="2000984" y="1800929"/>
                  <a:pt x="2013362" y="1826661"/>
                  <a:pt x="2013394" y="1864270"/>
                </a:cubicBezTo>
                <a:cubicBezTo>
                  <a:pt x="2013427" y="1903536"/>
                  <a:pt x="2002875" y="1932589"/>
                  <a:pt x="1981738" y="1951430"/>
                </a:cubicBezTo>
                <a:cubicBezTo>
                  <a:pt x="1965528" y="1965944"/>
                  <a:pt x="1939257" y="1973215"/>
                  <a:pt x="1902926" y="1973246"/>
                </a:cubicBezTo>
                <a:lnTo>
                  <a:pt x="1849943" y="1973290"/>
                </a:lnTo>
                <a:lnTo>
                  <a:pt x="1846533" y="1963470"/>
                </a:lnTo>
                <a:lnTo>
                  <a:pt x="1902918" y="1963423"/>
                </a:lnTo>
                <a:cubicBezTo>
                  <a:pt x="1928676" y="1963402"/>
                  <a:pt x="1948128" y="1959861"/>
                  <a:pt x="1961273" y="1952801"/>
                </a:cubicBezTo>
                <a:lnTo>
                  <a:pt x="1971884" y="1941697"/>
                </a:lnTo>
                <a:lnTo>
                  <a:pt x="1972891" y="1941129"/>
                </a:lnTo>
                <a:lnTo>
                  <a:pt x="1973842" y="1939648"/>
                </a:lnTo>
                <a:lnTo>
                  <a:pt x="1993024" y="1919575"/>
                </a:lnTo>
                <a:cubicBezTo>
                  <a:pt x="2000074" y="1904948"/>
                  <a:pt x="2003590" y="1886768"/>
                  <a:pt x="2003571" y="1865036"/>
                </a:cubicBezTo>
                <a:cubicBezTo>
                  <a:pt x="2003548" y="1835952"/>
                  <a:pt x="1997220" y="1814450"/>
                  <a:pt x="1984589" y="1800530"/>
                </a:cubicBezTo>
                <a:lnTo>
                  <a:pt x="1978803" y="1794184"/>
                </a:lnTo>
                <a:cubicBezTo>
                  <a:pt x="1978669" y="1794049"/>
                  <a:pt x="1977821" y="1791679"/>
                  <a:pt x="1976257" y="1787073"/>
                </a:cubicBezTo>
                <a:close/>
                <a:moveTo>
                  <a:pt x="2007484" y="1768074"/>
                </a:moveTo>
                <a:lnTo>
                  <a:pt x="2087274" y="1768007"/>
                </a:lnTo>
                <a:lnTo>
                  <a:pt x="2069199" y="1790188"/>
                </a:lnTo>
                <a:lnTo>
                  <a:pt x="2114665" y="1860069"/>
                </a:lnTo>
                <a:lnTo>
                  <a:pt x="2116394" y="1855652"/>
                </a:lnTo>
                <a:lnTo>
                  <a:pt x="2073019" y="1789397"/>
                </a:lnTo>
                <a:lnTo>
                  <a:pt x="2091075" y="1772236"/>
                </a:lnTo>
                <a:lnTo>
                  <a:pt x="2097495" y="1777380"/>
                </a:lnTo>
                <a:lnTo>
                  <a:pt x="2084230" y="1790334"/>
                </a:lnTo>
                <a:lnTo>
                  <a:pt x="2121542" y="1849120"/>
                </a:lnTo>
                <a:lnTo>
                  <a:pt x="2151687" y="1798975"/>
                </a:lnTo>
                <a:cubicBezTo>
                  <a:pt x="2160845" y="1784427"/>
                  <a:pt x="2165421" y="1773762"/>
                  <a:pt x="2165415" y="1766979"/>
                </a:cubicBezTo>
                <a:cubicBezTo>
                  <a:pt x="2165410" y="1761645"/>
                  <a:pt x="2161248" y="1754013"/>
                  <a:pt x="2152928" y="1744084"/>
                </a:cubicBezTo>
                <a:cubicBezTo>
                  <a:pt x="2182468" y="1736463"/>
                  <a:pt x="2206223" y="1727693"/>
                  <a:pt x="2224191" y="1717773"/>
                </a:cubicBezTo>
                <a:lnTo>
                  <a:pt x="2228342" y="1716525"/>
                </a:lnTo>
                <a:lnTo>
                  <a:pt x="2231387" y="1720871"/>
                </a:lnTo>
                <a:lnTo>
                  <a:pt x="2229178" y="1724233"/>
                </a:lnTo>
                <a:cubicBezTo>
                  <a:pt x="2211840" y="1742281"/>
                  <a:pt x="2197595" y="1760553"/>
                  <a:pt x="2186440" y="1779052"/>
                </a:cubicBezTo>
                <a:cubicBezTo>
                  <a:pt x="2182068" y="1786157"/>
                  <a:pt x="2178959" y="1791219"/>
                  <a:pt x="2177114" y="1794237"/>
                </a:cubicBezTo>
                <a:lnTo>
                  <a:pt x="2123391" y="1880329"/>
                </a:lnTo>
                <a:lnTo>
                  <a:pt x="2123439" y="1937527"/>
                </a:lnTo>
                <a:lnTo>
                  <a:pt x="2144618" y="1961138"/>
                </a:lnTo>
                <a:lnTo>
                  <a:pt x="2067471" y="1961203"/>
                </a:lnTo>
                <a:lnTo>
                  <a:pt x="2088464" y="1937475"/>
                </a:lnTo>
                <a:lnTo>
                  <a:pt x="2088417" y="1880469"/>
                </a:lnTo>
                <a:lnTo>
                  <a:pt x="2053351" y="1826634"/>
                </a:lnTo>
                <a:lnTo>
                  <a:pt x="2045752" y="1814013"/>
                </a:lnTo>
                <a:cubicBezTo>
                  <a:pt x="2039234" y="1804188"/>
                  <a:pt x="2033825" y="1796869"/>
                  <a:pt x="2029524" y="1792055"/>
                </a:cubicBezTo>
                <a:cubicBezTo>
                  <a:pt x="2025224" y="1787241"/>
                  <a:pt x="2018867" y="1781531"/>
                  <a:pt x="2010454" y="1774927"/>
                </a:cubicBezTo>
                <a:close/>
                <a:moveTo>
                  <a:pt x="1906035" y="1799017"/>
                </a:moveTo>
                <a:lnTo>
                  <a:pt x="1906155" y="1944222"/>
                </a:lnTo>
                <a:cubicBezTo>
                  <a:pt x="1914716" y="1944215"/>
                  <a:pt x="1921599" y="1943377"/>
                  <a:pt x="1926803" y="1941707"/>
                </a:cubicBezTo>
                <a:cubicBezTo>
                  <a:pt x="1932008" y="1940038"/>
                  <a:pt x="1936964" y="1936795"/>
                  <a:pt x="1941671" y="1931979"/>
                </a:cubicBezTo>
                <a:cubicBezTo>
                  <a:pt x="1955183" y="1918223"/>
                  <a:pt x="1961925" y="1894851"/>
                  <a:pt x="1961897" y="1861864"/>
                </a:cubicBezTo>
                <a:cubicBezTo>
                  <a:pt x="1961877" y="1837854"/>
                  <a:pt x="1957777" y="1819621"/>
                  <a:pt x="1949596" y="1807165"/>
                </a:cubicBezTo>
                <a:lnTo>
                  <a:pt x="1948344" y="1805783"/>
                </a:lnTo>
                <a:lnTo>
                  <a:pt x="1930364" y="1800490"/>
                </a:lnTo>
                <a:cubicBezTo>
                  <a:pt x="1924322" y="1799267"/>
                  <a:pt x="1918477" y="1798657"/>
                  <a:pt x="1912831" y="1798662"/>
                </a:cubicBezTo>
                <a:cubicBezTo>
                  <a:pt x="1910496" y="1798664"/>
                  <a:pt x="1908231" y="1798782"/>
                  <a:pt x="1906035" y="1799017"/>
                </a:cubicBezTo>
                <a:close/>
                <a:moveTo>
                  <a:pt x="1894266" y="1786325"/>
                </a:moveTo>
                <a:lnTo>
                  <a:pt x="1894398" y="1944231"/>
                </a:lnTo>
                <a:lnTo>
                  <a:pt x="1896333" y="1944230"/>
                </a:lnTo>
                <a:lnTo>
                  <a:pt x="1896205" y="1790444"/>
                </a:lnTo>
                <a:cubicBezTo>
                  <a:pt x="1903143" y="1789378"/>
                  <a:pt x="1908762" y="1788843"/>
                  <a:pt x="1913063" y="1788839"/>
                </a:cubicBezTo>
                <a:lnTo>
                  <a:pt x="1926851" y="1790641"/>
                </a:lnTo>
                <a:lnTo>
                  <a:pt x="1922989" y="1788888"/>
                </a:lnTo>
                <a:cubicBezTo>
                  <a:pt x="1915979" y="1787169"/>
                  <a:pt x="1907648" y="1786314"/>
                  <a:pt x="1897996" y="1786322"/>
                </a:cubicBezTo>
                <a:close/>
                <a:moveTo>
                  <a:pt x="1708744" y="1866698"/>
                </a:moveTo>
                <a:lnTo>
                  <a:pt x="1708808" y="1942600"/>
                </a:lnTo>
                <a:lnTo>
                  <a:pt x="1712082" y="1942598"/>
                </a:lnTo>
                <a:lnTo>
                  <a:pt x="1712019" y="1867588"/>
                </a:lnTo>
                <a:lnTo>
                  <a:pt x="1744840" y="1867561"/>
                </a:lnTo>
                <a:lnTo>
                  <a:pt x="1743980" y="1866668"/>
                </a:lnTo>
                <a:close/>
                <a:moveTo>
                  <a:pt x="2688028" y="1396031"/>
                </a:moveTo>
                <a:lnTo>
                  <a:pt x="2768037" y="1395965"/>
                </a:lnTo>
                <a:lnTo>
                  <a:pt x="2747300" y="1413837"/>
                </a:lnTo>
                <a:lnTo>
                  <a:pt x="2812039" y="1547549"/>
                </a:lnTo>
                <a:lnTo>
                  <a:pt x="2812028" y="1533778"/>
                </a:lnTo>
                <a:lnTo>
                  <a:pt x="2751281" y="1414212"/>
                </a:lnTo>
                <a:lnTo>
                  <a:pt x="2775141" y="1398294"/>
                </a:lnTo>
                <a:lnTo>
                  <a:pt x="2780611" y="1404491"/>
                </a:lnTo>
                <a:lnTo>
                  <a:pt x="2762501" y="1417291"/>
                </a:lnTo>
                <a:lnTo>
                  <a:pt x="2812018" y="1522160"/>
                </a:lnTo>
                <a:lnTo>
                  <a:pt x="2811964" y="1456990"/>
                </a:lnTo>
                <a:lnTo>
                  <a:pt x="2811958" y="1449255"/>
                </a:lnTo>
                <a:cubicBezTo>
                  <a:pt x="2811944" y="1432844"/>
                  <a:pt x="2810665" y="1422036"/>
                  <a:pt x="2808121" y="1416831"/>
                </a:cubicBezTo>
                <a:cubicBezTo>
                  <a:pt x="2805578" y="1411627"/>
                  <a:pt x="2798609" y="1404666"/>
                  <a:pt x="2787217" y="1395949"/>
                </a:cubicBezTo>
                <a:lnTo>
                  <a:pt x="2859561" y="1395889"/>
                </a:lnTo>
                <a:cubicBezTo>
                  <a:pt x="2847866" y="1405118"/>
                  <a:pt x="2840543" y="1411928"/>
                  <a:pt x="2837591" y="1416320"/>
                </a:cubicBezTo>
                <a:cubicBezTo>
                  <a:pt x="2833090" y="1423174"/>
                  <a:pt x="2830846" y="1433758"/>
                  <a:pt x="2830858" y="1448072"/>
                </a:cubicBezTo>
                <a:lnTo>
                  <a:pt x="2830866" y="1457558"/>
                </a:lnTo>
                <a:lnTo>
                  <a:pt x="2830975" y="1589091"/>
                </a:lnTo>
                <a:lnTo>
                  <a:pt x="2801380" y="1589116"/>
                </a:lnTo>
                <a:lnTo>
                  <a:pt x="2737251" y="1455503"/>
                </a:lnTo>
                <a:lnTo>
                  <a:pt x="2737312" y="1529703"/>
                </a:lnTo>
                <a:lnTo>
                  <a:pt x="2737127" y="1538166"/>
                </a:lnTo>
                <a:lnTo>
                  <a:pt x="2738881" y="1558963"/>
                </a:lnTo>
                <a:cubicBezTo>
                  <a:pt x="2740658" y="1567787"/>
                  <a:pt x="2744755" y="1574362"/>
                  <a:pt x="2751174" y="1578687"/>
                </a:cubicBezTo>
                <a:lnTo>
                  <a:pt x="2752041" y="1581079"/>
                </a:lnTo>
                <a:lnTo>
                  <a:pt x="2754049" y="1581991"/>
                </a:lnTo>
                <a:lnTo>
                  <a:pt x="2768208" y="1601050"/>
                </a:lnTo>
                <a:lnTo>
                  <a:pt x="2684206" y="1601120"/>
                </a:lnTo>
                <a:lnTo>
                  <a:pt x="2680603" y="1591300"/>
                </a:lnTo>
                <a:lnTo>
                  <a:pt x="2753768" y="1591239"/>
                </a:lnTo>
                <a:lnTo>
                  <a:pt x="2747836" y="1589161"/>
                </a:lnTo>
                <a:lnTo>
                  <a:pt x="2678122" y="1589219"/>
                </a:lnTo>
                <a:cubicBezTo>
                  <a:pt x="2690563" y="1581344"/>
                  <a:pt x="2698582" y="1574073"/>
                  <a:pt x="2702176" y="1567408"/>
                </a:cubicBezTo>
                <a:cubicBezTo>
                  <a:pt x="2705773" y="1560743"/>
                  <a:pt x="2707563" y="1548919"/>
                  <a:pt x="2707549" y="1531935"/>
                </a:cubicBezTo>
                <a:lnTo>
                  <a:pt x="2707453" y="1416663"/>
                </a:lnTo>
                <a:close/>
                <a:moveTo>
                  <a:pt x="1767646" y="1825191"/>
                </a:moveTo>
                <a:lnTo>
                  <a:pt x="1777471" y="1828273"/>
                </a:lnTo>
                <a:lnTo>
                  <a:pt x="1777529" y="1897506"/>
                </a:lnTo>
                <a:lnTo>
                  <a:pt x="1767704" y="1894531"/>
                </a:lnTo>
                <a:close/>
                <a:moveTo>
                  <a:pt x="1843961" y="1768210"/>
                </a:moveTo>
                <a:lnTo>
                  <a:pt x="1904488" y="1768159"/>
                </a:lnTo>
                <a:cubicBezTo>
                  <a:pt x="1933274" y="1768135"/>
                  <a:pt x="1953091" y="1773518"/>
                  <a:pt x="1963942" y="1784309"/>
                </a:cubicBezTo>
                <a:cubicBezTo>
                  <a:pt x="1988148" y="1801322"/>
                  <a:pt x="2000266" y="1827306"/>
                  <a:pt x="2000295" y="1862262"/>
                </a:cubicBezTo>
                <a:cubicBezTo>
                  <a:pt x="2000310" y="1880343"/>
                  <a:pt x="1998034" y="1895955"/>
                  <a:pt x="1993466" y="1909099"/>
                </a:cubicBezTo>
                <a:lnTo>
                  <a:pt x="1973842" y="1939648"/>
                </a:lnTo>
                <a:lnTo>
                  <a:pt x="1971884" y="1941697"/>
                </a:lnTo>
                <a:lnTo>
                  <a:pt x="1945146" y="1956782"/>
                </a:lnTo>
                <a:cubicBezTo>
                  <a:pt x="1934956" y="1959806"/>
                  <a:pt x="1921506" y="1961324"/>
                  <a:pt x="1904795" y="1961338"/>
                </a:cubicBezTo>
                <a:lnTo>
                  <a:pt x="1839743" y="1961392"/>
                </a:lnTo>
                <a:lnTo>
                  <a:pt x="1859719" y="1941709"/>
                </a:lnTo>
                <a:lnTo>
                  <a:pt x="1859592" y="1789105"/>
                </a:lnTo>
                <a:close/>
                <a:moveTo>
                  <a:pt x="1815436" y="1775377"/>
                </a:moveTo>
                <a:lnTo>
                  <a:pt x="1820309" y="1781564"/>
                </a:lnTo>
                <a:lnTo>
                  <a:pt x="1818918" y="1784190"/>
                </a:lnTo>
                <a:cubicBezTo>
                  <a:pt x="1807105" y="1800094"/>
                  <a:pt x="1798627" y="1813980"/>
                  <a:pt x="1793482" y="1825849"/>
                </a:cubicBezTo>
                <a:lnTo>
                  <a:pt x="1786952" y="1820312"/>
                </a:lnTo>
                <a:cubicBezTo>
                  <a:pt x="1793726" y="1803855"/>
                  <a:pt x="1803220" y="1788877"/>
                  <a:pt x="1815436" y="1775377"/>
                </a:cubicBezTo>
                <a:close/>
                <a:moveTo>
                  <a:pt x="2561082" y="1417890"/>
                </a:moveTo>
                <a:cubicBezTo>
                  <a:pt x="2543777" y="1428370"/>
                  <a:pt x="2535142" y="1454541"/>
                  <a:pt x="2535177" y="1496404"/>
                </a:cubicBezTo>
                <a:cubicBezTo>
                  <a:pt x="2535193" y="1515693"/>
                  <a:pt x="2537336" y="1531364"/>
                  <a:pt x="2541606" y="1543417"/>
                </a:cubicBezTo>
                <a:lnTo>
                  <a:pt x="2548511" y="1552519"/>
                </a:lnTo>
                <a:lnTo>
                  <a:pt x="2554264" y="1562485"/>
                </a:lnTo>
                <a:lnTo>
                  <a:pt x="2559631" y="1567180"/>
                </a:lnTo>
                <a:lnTo>
                  <a:pt x="2560799" y="1568718"/>
                </a:lnTo>
                <a:lnTo>
                  <a:pt x="2561868" y="1569136"/>
                </a:lnTo>
                <a:lnTo>
                  <a:pt x="2559631" y="1567180"/>
                </a:lnTo>
                <a:lnTo>
                  <a:pt x="2548511" y="1552519"/>
                </a:lnTo>
                <a:lnTo>
                  <a:pt x="2545056" y="1546535"/>
                </a:lnTo>
                <a:cubicBezTo>
                  <a:pt x="2540770" y="1534888"/>
                  <a:pt x="2538618" y="1519251"/>
                  <a:pt x="2538602" y="1499624"/>
                </a:cubicBezTo>
                <a:cubicBezTo>
                  <a:pt x="2538555" y="1443643"/>
                  <a:pt x="2553716" y="1415640"/>
                  <a:pt x="2584080" y="1415615"/>
                </a:cubicBezTo>
                <a:lnTo>
                  <a:pt x="2588870" y="1416847"/>
                </a:lnTo>
                <a:lnTo>
                  <a:pt x="2610144" y="1428634"/>
                </a:lnTo>
                <a:lnTo>
                  <a:pt x="2615650" y="1434589"/>
                </a:lnTo>
                <a:lnTo>
                  <a:pt x="2609059" y="1433025"/>
                </a:lnTo>
                <a:cubicBezTo>
                  <a:pt x="2599823" y="1427861"/>
                  <a:pt x="2591588" y="1425282"/>
                  <a:pt x="2584356" y="1425288"/>
                </a:cubicBezTo>
                <a:cubicBezTo>
                  <a:pt x="2560857" y="1425308"/>
                  <a:pt x="2549128" y="1449488"/>
                  <a:pt x="2549168" y="1497829"/>
                </a:cubicBezTo>
                <a:cubicBezTo>
                  <a:pt x="2549197" y="1533681"/>
                  <a:pt x="2557144" y="1557924"/>
                  <a:pt x="2573008" y="1570557"/>
                </a:cubicBezTo>
                <a:lnTo>
                  <a:pt x="2571424" y="1572484"/>
                </a:lnTo>
                <a:lnTo>
                  <a:pt x="2580685" y="1573524"/>
                </a:lnTo>
                <a:cubicBezTo>
                  <a:pt x="2594587" y="1573513"/>
                  <a:pt x="2605267" y="1566791"/>
                  <a:pt x="2612724" y="1553360"/>
                </a:cubicBezTo>
                <a:cubicBezTo>
                  <a:pt x="2620181" y="1539929"/>
                  <a:pt x="2623898" y="1519849"/>
                  <a:pt x="2623875" y="1493119"/>
                </a:cubicBezTo>
                <a:cubicBezTo>
                  <a:pt x="2623851" y="1462878"/>
                  <a:pt x="2621050" y="1442368"/>
                  <a:pt x="2615476" y="1431587"/>
                </a:cubicBezTo>
                <a:lnTo>
                  <a:pt x="2610144" y="1428634"/>
                </a:lnTo>
                <a:lnTo>
                  <a:pt x="2602486" y="1420350"/>
                </a:lnTo>
                <a:lnTo>
                  <a:pt x="2588870" y="1416847"/>
                </a:lnTo>
                <a:lnTo>
                  <a:pt x="2581278" y="1412641"/>
                </a:lnTo>
                <a:cubicBezTo>
                  <a:pt x="2573583" y="1412647"/>
                  <a:pt x="2566851" y="1414397"/>
                  <a:pt x="2561082" y="1417890"/>
                </a:cubicBezTo>
                <a:close/>
                <a:moveTo>
                  <a:pt x="2546768" y="1400943"/>
                </a:moveTo>
                <a:cubicBezTo>
                  <a:pt x="2556955" y="1396449"/>
                  <a:pt x="2568458" y="1394196"/>
                  <a:pt x="2581275" y="1394186"/>
                </a:cubicBezTo>
                <a:cubicBezTo>
                  <a:pt x="2593603" y="1394176"/>
                  <a:pt x="2604688" y="1396488"/>
                  <a:pt x="2614530" y="1401122"/>
                </a:cubicBezTo>
                <a:lnTo>
                  <a:pt x="2624848" y="1407609"/>
                </a:lnTo>
                <a:lnTo>
                  <a:pt x="2624843" y="1401630"/>
                </a:lnTo>
                <a:cubicBezTo>
                  <a:pt x="2642322" y="1408880"/>
                  <a:pt x="2655233" y="1420880"/>
                  <a:pt x="2663576" y="1437628"/>
                </a:cubicBezTo>
                <a:cubicBezTo>
                  <a:pt x="2671918" y="1454377"/>
                  <a:pt x="2676098" y="1473608"/>
                  <a:pt x="2676116" y="1495321"/>
                </a:cubicBezTo>
                <a:cubicBezTo>
                  <a:pt x="2676143" y="1527324"/>
                  <a:pt x="2667942" y="1553288"/>
                  <a:pt x="2651513" y="1573214"/>
                </a:cubicBezTo>
                <a:cubicBezTo>
                  <a:pt x="2635086" y="1593140"/>
                  <a:pt x="2613430" y="1603114"/>
                  <a:pt x="2586546" y="1603136"/>
                </a:cubicBezTo>
                <a:cubicBezTo>
                  <a:pt x="2569286" y="1603150"/>
                  <a:pt x="2552819" y="1597069"/>
                  <a:pt x="2537150" y="1584890"/>
                </a:cubicBezTo>
                <a:lnTo>
                  <a:pt x="2537145" y="1579683"/>
                </a:lnTo>
                <a:cubicBezTo>
                  <a:pt x="2551900" y="1588587"/>
                  <a:pt x="2568032" y="1593031"/>
                  <a:pt x="2585543" y="1593016"/>
                </a:cubicBezTo>
                <a:cubicBezTo>
                  <a:pt x="2609062" y="1592997"/>
                  <a:pt x="2628381" y="1584100"/>
                  <a:pt x="2643502" y="1566326"/>
                </a:cubicBezTo>
                <a:cubicBezTo>
                  <a:pt x="2658621" y="1548551"/>
                  <a:pt x="2666169" y="1525723"/>
                  <a:pt x="2666147" y="1497841"/>
                </a:cubicBezTo>
                <a:cubicBezTo>
                  <a:pt x="2666129" y="1477022"/>
                  <a:pt x="2662630" y="1458855"/>
                  <a:pt x="2655649" y="1443338"/>
                </a:cubicBezTo>
                <a:cubicBezTo>
                  <a:pt x="2652159" y="1435580"/>
                  <a:pt x="2647847" y="1428748"/>
                  <a:pt x="2642714" y="1422843"/>
                </a:cubicBezTo>
                <a:lnTo>
                  <a:pt x="2634005" y="1415562"/>
                </a:lnTo>
                <a:lnTo>
                  <a:pt x="2640324" y="1421993"/>
                </a:lnTo>
                <a:cubicBezTo>
                  <a:pt x="2655032" y="1440551"/>
                  <a:pt x="2662398" y="1465124"/>
                  <a:pt x="2662424" y="1495709"/>
                </a:cubicBezTo>
                <a:cubicBezTo>
                  <a:pt x="2662448" y="1524692"/>
                  <a:pt x="2655216" y="1547928"/>
                  <a:pt x="2640727" y="1565417"/>
                </a:cubicBezTo>
                <a:cubicBezTo>
                  <a:pt x="2626239" y="1582905"/>
                  <a:pt x="2606719" y="1591660"/>
                  <a:pt x="2582167" y="1591680"/>
                </a:cubicBezTo>
                <a:cubicBezTo>
                  <a:pt x="2562842" y="1591696"/>
                  <a:pt x="2545658" y="1585561"/>
                  <a:pt x="2530620" y="1573275"/>
                </a:cubicBezTo>
                <a:cubicBezTo>
                  <a:pt x="2508583" y="1555202"/>
                  <a:pt x="2497550" y="1528517"/>
                  <a:pt x="2497520" y="1493222"/>
                </a:cubicBezTo>
                <a:cubicBezTo>
                  <a:pt x="2497496" y="1463132"/>
                  <a:pt x="2505040" y="1439109"/>
                  <a:pt x="2520153" y="1421152"/>
                </a:cubicBezTo>
                <a:cubicBezTo>
                  <a:pt x="2527709" y="1412174"/>
                  <a:pt x="2536581" y="1405438"/>
                  <a:pt x="2546768" y="1400943"/>
                </a:cubicBezTo>
                <a:close/>
                <a:moveTo>
                  <a:pt x="1708678" y="1786768"/>
                </a:moveTo>
                <a:lnTo>
                  <a:pt x="1708729" y="1848094"/>
                </a:lnTo>
                <a:lnTo>
                  <a:pt x="1712003" y="1848092"/>
                </a:lnTo>
                <a:lnTo>
                  <a:pt x="1711954" y="1788998"/>
                </a:lnTo>
                <a:cubicBezTo>
                  <a:pt x="1721475" y="1788103"/>
                  <a:pt x="1729513" y="1787653"/>
                  <a:pt x="1736068" y="1787647"/>
                </a:cubicBezTo>
                <a:lnTo>
                  <a:pt x="1746040" y="1788277"/>
                </a:lnTo>
                <a:lnTo>
                  <a:pt x="1757635" y="1789999"/>
                </a:lnTo>
                <a:lnTo>
                  <a:pt x="1764211" y="1791766"/>
                </a:lnTo>
                <a:lnTo>
                  <a:pt x="1763201" y="1790826"/>
                </a:lnTo>
                <a:lnTo>
                  <a:pt x="1757635" y="1789999"/>
                </a:lnTo>
                <a:lnTo>
                  <a:pt x="1752817" y="1788704"/>
                </a:lnTo>
                <a:lnTo>
                  <a:pt x="1746040" y="1788277"/>
                </a:lnTo>
                <a:lnTo>
                  <a:pt x="1731811" y="1786163"/>
                </a:lnTo>
                <a:cubicBezTo>
                  <a:pt x="1724614" y="1786169"/>
                  <a:pt x="1716903" y="1786370"/>
                  <a:pt x="1708678" y="1786768"/>
                </a:cubicBezTo>
                <a:close/>
                <a:moveTo>
                  <a:pt x="1651508" y="1768370"/>
                </a:moveTo>
                <a:lnTo>
                  <a:pt x="1813265" y="1768235"/>
                </a:lnTo>
                <a:lnTo>
                  <a:pt x="1810497" y="1775535"/>
                </a:lnTo>
                <a:cubicBezTo>
                  <a:pt x="1800668" y="1787597"/>
                  <a:pt x="1792002" y="1802034"/>
                  <a:pt x="1784500" y="1818847"/>
                </a:cubicBezTo>
                <a:cubicBezTo>
                  <a:pt x="1781502" y="1815446"/>
                  <a:pt x="1779759" y="1813219"/>
                  <a:pt x="1779272" y="1812163"/>
                </a:cubicBezTo>
                <a:lnTo>
                  <a:pt x="1778968" y="1811634"/>
                </a:lnTo>
                <a:lnTo>
                  <a:pt x="1773419" y="1809452"/>
                </a:lnTo>
                <a:cubicBezTo>
                  <a:pt x="1766298" y="1803789"/>
                  <a:pt x="1761146" y="1800423"/>
                  <a:pt x="1757963" y="1799355"/>
                </a:cubicBezTo>
                <a:cubicBezTo>
                  <a:pt x="1754781" y="1798287"/>
                  <a:pt x="1748231" y="1797758"/>
                  <a:pt x="1738316" y="1797766"/>
                </a:cubicBezTo>
                <a:cubicBezTo>
                  <a:pt x="1735306" y="1797768"/>
                  <a:pt x="1729823" y="1797988"/>
                  <a:pt x="1721863" y="1798426"/>
                </a:cubicBezTo>
                <a:lnTo>
                  <a:pt x="1721785" y="1798431"/>
                </a:lnTo>
                <a:lnTo>
                  <a:pt x="1721826" y="1848083"/>
                </a:lnTo>
                <a:lnTo>
                  <a:pt x="1743969" y="1848065"/>
                </a:lnTo>
                <a:lnTo>
                  <a:pt x="1767346" y="1822259"/>
                </a:lnTo>
                <a:lnTo>
                  <a:pt x="1767403" y="1890948"/>
                </a:lnTo>
                <a:lnTo>
                  <a:pt x="1752645" y="1875651"/>
                </a:lnTo>
                <a:lnTo>
                  <a:pt x="1753569" y="1877227"/>
                </a:lnTo>
                <a:lnTo>
                  <a:pt x="1721850" y="1877254"/>
                </a:lnTo>
                <a:lnTo>
                  <a:pt x="1721904" y="1942589"/>
                </a:lnTo>
                <a:cubicBezTo>
                  <a:pt x="1739345" y="1942575"/>
                  <a:pt x="1751972" y="1941242"/>
                  <a:pt x="1759785" y="1938593"/>
                </a:cubicBezTo>
                <a:cubicBezTo>
                  <a:pt x="1767598" y="1935943"/>
                  <a:pt x="1774547" y="1930296"/>
                  <a:pt x="1780632" y="1921651"/>
                </a:cubicBezTo>
                <a:lnTo>
                  <a:pt x="1785760" y="1909857"/>
                </a:lnTo>
                <a:cubicBezTo>
                  <a:pt x="1785917" y="1909540"/>
                  <a:pt x="1787780" y="1907966"/>
                  <a:pt x="1791348" y="1905134"/>
                </a:cubicBezTo>
                <a:cubicBezTo>
                  <a:pt x="1795020" y="1917125"/>
                  <a:pt x="1798663" y="1926220"/>
                  <a:pt x="1802277" y="1932419"/>
                </a:cubicBezTo>
                <a:cubicBezTo>
                  <a:pt x="1805891" y="1938619"/>
                  <a:pt x="1812234" y="1947587"/>
                  <a:pt x="1821306" y="1959324"/>
                </a:cubicBezTo>
                <a:lnTo>
                  <a:pt x="1651667" y="1959465"/>
                </a:lnTo>
                <a:lnTo>
                  <a:pt x="1673829" y="1938037"/>
                </a:lnTo>
                <a:lnTo>
                  <a:pt x="1673779" y="1877294"/>
                </a:lnTo>
                <a:cubicBezTo>
                  <a:pt x="1668310" y="1878213"/>
                  <a:pt x="1661613" y="1880751"/>
                  <a:pt x="1653689" y="1884908"/>
                </a:cubicBezTo>
                <a:lnTo>
                  <a:pt x="1649557" y="1878128"/>
                </a:lnTo>
                <a:cubicBezTo>
                  <a:pt x="1656676" y="1872482"/>
                  <a:pt x="1664747" y="1869102"/>
                  <a:pt x="1673771" y="1867987"/>
                </a:cubicBezTo>
                <a:lnTo>
                  <a:pt x="1673769" y="1866415"/>
                </a:lnTo>
                <a:cubicBezTo>
                  <a:pt x="1673857" y="1866425"/>
                  <a:pt x="1673681" y="1866429"/>
                  <a:pt x="1673244" y="1866430"/>
                </a:cubicBezTo>
                <a:cubicBezTo>
                  <a:pt x="1664130" y="1866437"/>
                  <a:pt x="1654094" y="1870067"/>
                  <a:pt x="1643137" y="1877319"/>
                </a:cubicBezTo>
                <a:cubicBezTo>
                  <a:pt x="1648078" y="1857868"/>
                  <a:pt x="1658284" y="1848136"/>
                  <a:pt x="1673754" y="1848124"/>
                </a:cubicBezTo>
                <a:lnTo>
                  <a:pt x="1673706" y="1790278"/>
                </a:lnTo>
                <a:close/>
                <a:moveTo>
                  <a:pt x="1604948" y="1790641"/>
                </a:moveTo>
                <a:lnTo>
                  <a:pt x="1603164" y="1792823"/>
                </a:lnTo>
                <a:lnTo>
                  <a:pt x="1603287" y="1940328"/>
                </a:lnTo>
                <a:lnTo>
                  <a:pt x="1605074" y="1942442"/>
                </a:lnTo>
                <a:close/>
                <a:moveTo>
                  <a:pt x="2391995" y="1402529"/>
                </a:moveTo>
                <a:lnTo>
                  <a:pt x="2398209" y="1408202"/>
                </a:lnTo>
                <a:cubicBezTo>
                  <a:pt x="2391234" y="1417926"/>
                  <a:pt x="2384033" y="1432793"/>
                  <a:pt x="2376605" y="1452806"/>
                </a:cubicBezTo>
                <a:lnTo>
                  <a:pt x="2374678" y="1455526"/>
                </a:lnTo>
                <a:lnTo>
                  <a:pt x="2367191" y="1450754"/>
                </a:lnTo>
                <a:lnTo>
                  <a:pt x="2368002" y="1446825"/>
                </a:lnTo>
                <a:cubicBezTo>
                  <a:pt x="2375139" y="1426789"/>
                  <a:pt x="2382182" y="1412681"/>
                  <a:pt x="2389130" y="1404501"/>
                </a:cubicBezTo>
                <a:close/>
                <a:moveTo>
                  <a:pt x="2401106" y="1396271"/>
                </a:moveTo>
                <a:lnTo>
                  <a:pt x="2476364" y="1396208"/>
                </a:lnTo>
                <a:lnTo>
                  <a:pt x="2456829" y="1420200"/>
                </a:lnTo>
                <a:lnTo>
                  <a:pt x="2456954" y="1569672"/>
                </a:lnTo>
                <a:lnTo>
                  <a:pt x="2458145" y="1570949"/>
                </a:lnTo>
                <a:lnTo>
                  <a:pt x="2458020" y="1419684"/>
                </a:lnTo>
                <a:lnTo>
                  <a:pt x="2477605" y="1401607"/>
                </a:lnTo>
                <a:lnTo>
                  <a:pt x="2483015" y="1407709"/>
                </a:lnTo>
                <a:lnTo>
                  <a:pt x="2468143" y="1423471"/>
                </a:lnTo>
                <a:lnTo>
                  <a:pt x="2468265" y="1569932"/>
                </a:lnTo>
                <a:lnTo>
                  <a:pt x="2492806" y="1601279"/>
                </a:lnTo>
                <a:lnTo>
                  <a:pt x="2412560" y="1601346"/>
                </a:lnTo>
                <a:lnTo>
                  <a:pt x="2407235" y="1591528"/>
                </a:lnTo>
                <a:lnTo>
                  <a:pt x="2478087" y="1591469"/>
                </a:lnTo>
                <a:lnTo>
                  <a:pt x="2473279" y="1587161"/>
                </a:lnTo>
                <a:lnTo>
                  <a:pt x="2475358" y="1589388"/>
                </a:lnTo>
                <a:lnTo>
                  <a:pt x="2401267" y="1589449"/>
                </a:lnTo>
                <a:lnTo>
                  <a:pt x="2421532" y="1568283"/>
                </a:lnTo>
                <a:lnTo>
                  <a:pt x="2421407" y="1418827"/>
                </a:lnTo>
                <a:close/>
                <a:moveTo>
                  <a:pt x="2313727" y="1415393"/>
                </a:moveTo>
                <a:lnTo>
                  <a:pt x="2314843" y="1415392"/>
                </a:lnTo>
                <a:lnTo>
                  <a:pt x="2314971" y="1569402"/>
                </a:lnTo>
                <a:lnTo>
                  <a:pt x="2316163" y="1570792"/>
                </a:lnTo>
                <a:lnTo>
                  <a:pt x="2316036" y="1417324"/>
                </a:lnTo>
                <a:lnTo>
                  <a:pt x="2328814" y="1417018"/>
                </a:lnTo>
                <a:lnTo>
                  <a:pt x="2345981" y="1419308"/>
                </a:lnTo>
                <a:lnTo>
                  <a:pt x="2339558" y="1416221"/>
                </a:lnTo>
                <a:cubicBezTo>
                  <a:pt x="2335899" y="1415261"/>
                  <a:pt x="2331579" y="1414783"/>
                  <a:pt x="2326600" y="1414787"/>
                </a:cubicBezTo>
                <a:cubicBezTo>
                  <a:pt x="2322387" y="1414791"/>
                  <a:pt x="2318095" y="1414993"/>
                  <a:pt x="2313727" y="1415393"/>
                </a:cubicBezTo>
                <a:close/>
                <a:moveTo>
                  <a:pt x="1457921" y="1809073"/>
                </a:moveTo>
                <a:lnTo>
                  <a:pt x="1458006" y="1910869"/>
                </a:lnTo>
                <a:lnTo>
                  <a:pt x="1459953" y="1925535"/>
                </a:lnTo>
                <a:lnTo>
                  <a:pt x="1459954" y="1926334"/>
                </a:lnTo>
                <a:lnTo>
                  <a:pt x="1460233" y="1927641"/>
                </a:lnTo>
                <a:lnTo>
                  <a:pt x="1462196" y="1942427"/>
                </a:lnTo>
                <a:cubicBezTo>
                  <a:pt x="1463586" y="1945147"/>
                  <a:pt x="1465404" y="1947483"/>
                  <a:pt x="1467649" y="1949434"/>
                </a:cubicBezTo>
                <a:lnTo>
                  <a:pt x="1469228" y="1950360"/>
                </a:lnTo>
                <a:lnTo>
                  <a:pt x="1463757" y="1944153"/>
                </a:lnTo>
                <a:lnTo>
                  <a:pt x="1460233" y="1927641"/>
                </a:lnTo>
                <a:lnTo>
                  <a:pt x="1459953" y="1925535"/>
                </a:lnTo>
                <a:lnTo>
                  <a:pt x="1459944" y="1915537"/>
                </a:lnTo>
                <a:lnTo>
                  <a:pt x="1459873" y="1829873"/>
                </a:lnTo>
                <a:close/>
                <a:moveTo>
                  <a:pt x="2192252" y="1405886"/>
                </a:moveTo>
                <a:lnTo>
                  <a:pt x="2199832" y="1409921"/>
                </a:lnTo>
                <a:lnTo>
                  <a:pt x="2197792" y="1415213"/>
                </a:lnTo>
                <a:cubicBezTo>
                  <a:pt x="2187174" y="1433410"/>
                  <a:pt x="2178359" y="1450426"/>
                  <a:pt x="2171346" y="1466262"/>
                </a:cubicBezTo>
                <a:lnTo>
                  <a:pt x="2162839" y="1462839"/>
                </a:lnTo>
                <a:lnTo>
                  <a:pt x="2164657" y="1456606"/>
                </a:lnTo>
                <a:cubicBezTo>
                  <a:pt x="2169688" y="1445996"/>
                  <a:pt x="2173888" y="1437950"/>
                  <a:pt x="2177259" y="1432469"/>
                </a:cubicBezTo>
                <a:lnTo>
                  <a:pt x="2189286" y="1410051"/>
                </a:lnTo>
                <a:close/>
                <a:moveTo>
                  <a:pt x="2207181" y="1396432"/>
                </a:moveTo>
                <a:lnTo>
                  <a:pt x="2388956" y="1396281"/>
                </a:lnTo>
                <a:cubicBezTo>
                  <a:pt x="2387838" y="1400833"/>
                  <a:pt x="2387188" y="1403304"/>
                  <a:pt x="2387004" y="1403694"/>
                </a:cubicBezTo>
                <a:lnTo>
                  <a:pt x="2377302" y="1420401"/>
                </a:lnTo>
                <a:cubicBezTo>
                  <a:pt x="2373775" y="1427163"/>
                  <a:pt x="2370599" y="1435071"/>
                  <a:pt x="2367776" y="1444125"/>
                </a:cubicBezTo>
                <a:lnTo>
                  <a:pt x="2365880" y="1447178"/>
                </a:lnTo>
                <a:lnTo>
                  <a:pt x="2360284" y="1444978"/>
                </a:lnTo>
                <a:lnTo>
                  <a:pt x="2359717" y="1442521"/>
                </a:lnTo>
                <a:lnTo>
                  <a:pt x="2356377" y="1433172"/>
                </a:lnTo>
                <a:lnTo>
                  <a:pt x="2344200" y="1428679"/>
                </a:lnTo>
                <a:cubicBezTo>
                  <a:pt x="2339300" y="1427449"/>
                  <a:pt x="2334506" y="1426836"/>
                  <a:pt x="2329820" y="1426839"/>
                </a:cubicBezTo>
                <a:cubicBezTo>
                  <a:pt x="2327876" y="1426841"/>
                  <a:pt x="2326582" y="1426890"/>
                  <a:pt x="2325941" y="1426985"/>
                </a:cubicBezTo>
                <a:lnTo>
                  <a:pt x="2326642" y="1570087"/>
                </a:lnTo>
                <a:lnTo>
                  <a:pt x="2349871" y="1601398"/>
                </a:lnTo>
                <a:lnTo>
                  <a:pt x="2270790" y="1601464"/>
                </a:lnTo>
                <a:lnTo>
                  <a:pt x="2265837" y="1591646"/>
                </a:lnTo>
                <a:lnTo>
                  <a:pt x="2335735" y="1591588"/>
                </a:lnTo>
                <a:lnTo>
                  <a:pt x="2327256" y="1583730"/>
                </a:lnTo>
                <a:lnTo>
                  <a:pt x="2332208" y="1589507"/>
                </a:lnTo>
                <a:lnTo>
                  <a:pt x="2259437" y="1589567"/>
                </a:lnTo>
                <a:lnTo>
                  <a:pt x="2279847" y="1568080"/>
                </a:lnTo>
                <a:lnTo>
                  <a:pt x="2279730" y="1427228"/>
                </a:lnTo>
                <a:lnTo>
                  <a:pt x="2272346" y="1427185"/>
                </a:lnTo>
                <a:cubicBezTo>
                  <a:pt x="2263157" y="1427193"/>
                  <a:pt x="2256739" y="1428894"/>
                  <a:pt x="2253092" y="1432288"/>
                </a:cubicBezTo>
                <a:cubicBezTo>
                  <a:pt x="2249445" y="1435683"/>
                  <a:pt x="2247194" y="1442869"/>
                  <a:pt x="2246340" y="1453847"/>
                </a:cubicBezTo>
                <a:lnTo>
                  <a:pt x="2236706" y="1453855"/>
                </a:lnTo>
                <a:cubicBezTo>
                  <a:pt x="2237835" y="1439567"/>
                  <a:pt x="2241092" y="1429915"/>
                  <a:pt x="2246479" y="1424900"/>
                </a:cubicBezTo>
                <a:cubicBezTo>
                  <a:pt x="2251865" y="1419885"/>
                  <a:pt x="2259544" y="1417373"/>
                  <a:pt x="2269518" y="1417365"/>
                </a:cubicBezTo>
                <a:lnTo>
                  <a:pt x="2281117" y="1417520"/>
                </a:lnTo>
                <a:lnTo>
                  <a:pt x="2279721" y="1417498"/>
                </a:lnTo>
                <a:lnTo>
                  <a:pt x="2279720" y="1415992"/>
                </a:lnTo>
                <a:cubicBezTo>
                  <a:pt x="2276494" y="1415614"/>
                  <a:pt x="2272768" y="1415427"/>
                  <a:pt x="2268541" y="1415431"/>
                </a:cubicBezTo>
                <a:cubicBezTo>
                  <a:pt x="2256856" y="1415440"/>
                  <a:pt x="2248529" y="1417737"/>
                  <a:pt x="2243563" y="1422321"/>
                </a:cubicBezTo>
                <a:cubicBezTo>
                  <a:pt x="2238596" y="1426905"/>
                  <a:pt x="2235802" y="1435811"/>
                  <a:pt x="2235181" y="1449038"/>
                </a:cubicBezTo>
                <a:lnTo>
                  <a:pt x="2228248" y="1449044"/>
                </a:lnTo>
                <a:cubicBezTo>
                  <a:pt x="2223657" y="1434249"/>
                  <a:pt x="2217018" y="1418618"/>
                  <a:pt x="2208332" y="1402152"/>
                </a:cubicBezTo>
                <a:close/>
                <a:moveTo>
                  <a:pt x="1421064" y="1768562"/>
                </a:moveTo>
                <a:lnTo>
                  <a:pt x="1502624" y="1768494"/>
                </a:lnTo>
                <a:lnTo>
                  <a:pt x="1481486" y="1791489"/>
                </a:lnTo>
                <a:lnTo>
                  <a:pt x="1520078" y="1909738"/>
                </a:lnTo>
                <a:lnTo>
                  <a:pt x="1522023" y="1899917"/>
                </a:lnTo>
                <a:lnTo>
                  <a:pt x="1484576" y="1790685"/>
                </a:lnTo>
                <a:lnTo>
                  <a:pt x="1506747" y="1774621"/>
                </a:lnTo>
                <a:lnTo>
                  <a:pt x="1512849" y="1780260"/>
                </a:lnTo>
                <a:lnTo>
                  <a:pt x="1494620" y="1794072"/>
                </a:lnTo>
                <a:lnTo>
                  <a:pt x="1526425" y="1891639"/>
                </a:lnTo>
                <a:lnTo>
                  <a:pt x="1560893" y="1791237"/>
                </a:lnTo>
                <a:lnTo>
                  <a:pt x="1543070" y="1768460"/>
                </a:lnTo>
                <a:lnTo>
                  <a:pt x="1623135" y="1768394"/>
                </a:lnTo>
                <a:lnTo>
                  <a:pt x="1605095" y="1790460"/>
                </a:lnTo>
                <a:lnTo>
                  <a:pt x="1625231" y="1777296"/>
                </a:lnTo>
                <a:lnTo>
                  <a:pt x="1631254" y="1782930"/>
                </a:lnTo>
                <a:lnTo>
                  <a:pt x="1614775" y="1796101"/>
                </a:lnTo>
                <a:lnTo>
                  <a:pt x="1614895" y="1940616"/>
                </a:lnTo>
                <a:lnTo>
                  <a:pt x="1640314" y="1973465"/>
                </a:lnTo>
                <a:lnTo>
                  <a:pt x="1557961" y="1973533"/>
                </a:lnTo>
                <a:lnTo>
                  <a:pt x="1554748" y="1963713"/>
                </a:lnTo>
                <a:lnTo>
                  <a:pt x="1625302" y="1963655"/>
                </a:lnTo>
                <a:lnTo>
                  <a:pt x="1614678" y="1953800"/>
                </a:lnTo>
                <a:lnTo>
                  <a:pt x="1621252" y="1961574"/>
                </a:lnTo>
                <a:lnTo>
                  <a:pt x="1548047" y="1961635"/>
                </a:lnTo>
                <a:lnTo>
                  <a:pt x="1568312" y="1940194"/>
                </a:lnTo>
                <a:lnTo>
                  <a:pt x="1568234" y="1846342"/>
                </a:lnTo>
                <a:lnTo>
                  <a:pt x="1527279" y="1973559"/>
                </a:lnTo>
                <a:lnTo>
                  <a:pt x="1508801" y="1973574"/>
                </a:lnTo>
                <a:lnTo>
                  <a:pt x="1506900" y="1963753"/>
                </a:lnTo>
                <a:lnTo>
                  <a:pt x="1520453" y="1963742"/>
                </a:lnTo>
                <a:lnTo>
                  <a:pt x="1568220" y="1830373"/>
                </a:lnTo>
                <a:lnTo>
                  <a:pt x="1568205" y="1811607"/>
                </a:lnTo>
                <a:lnTo>
                  <a:pt x="1519249" y="1961511"/>
                </a:lnTo>
                <a:lnTo>
                  <a:pt x="1504652" y="1961523"/>
                </a:lnTo>
                <a:lnTo>
                  <a:pt x="1469856" y="1843796"/>
                </a:lnTo>
                <a:lnTo>
                  <a:pt x="1469918" y="1918010"/>
                </a:lnTo>
                <a:cubicBezTo>
                  <a:pt x="1469926" y="1928141"/>
                  <a:pt x="1470548" y="1935141"/>
                  <a:pt x="1471783" y="1939011"/>
                </a:cubicBezTo>
                <a:cubicBezTo>
                  <a:pt x="1473018" y="1942880"/>
                  <a:pt x="1476092" y="1947314"/>
                  <a:pt x="1481004" y="1952313"/>
                </a:cubicBezTo>
                <a:lnTo>
                  <a:pt x="1494770" y="1973586"/>
                </a:lnTo>
                <a:lnTo>
                  <a:pt x="1413728" y="1973653"/>
                </a:lnTo>
                <a:lnTo>
                  <a:pt x="1409699" y="1963834"/>
                </a:lnTo>
                <a:lnTo>
                  <a:pt x="1481365" y="1963774"/>
                </a:lnTo>
                <a:lnTo>
                  <a:pt x="1477303" y="1961694"/>
                </a:lnTo>
                <a:lnTo>
                  <a:pt x="1410865" y="1961750"/>
                </a:lnTo>
                <a:lnTo>
                  <a:pt x="1414569" y="1955049"/>
                </a:lnTo>
                <a:cubicBezTo>
                  <a:pt x="1425468" y="1949048"/>
                  <a:pt x="1432508" y="1943242"/>
                  <a:pt x="1435689" y="1937632"/>
                </a:cubicBezTo>
                <a:cubicBezTo>
                  <a:pt x="1438869" y="1932021"/>
                  <a:pt x="1440454" y="1922910"/>
                  <a:pt x="1440443" y="1910300"/>
                </a:cubicBezTo>
                <a:lnTo>
                  <a:pt x="1440344" y="1790931"/>
                </a:lnTo>
                <a:close/>
                <a:moveTo>
                  <a:pt x="2096951" y="1413674"/>
                </a:moveTo>
                <a:cubicBezTo>
                  <a:pt x="2091731" y="1416381"/>
                  <a:pt x="2086731" y="1420438"/>
                  <a:pt x="2081947" y="1425846"/>
                </a:cubicBezTo>
                <a:cubicBezTo>
                  <a:pt x="2073913" y="1437958"/>
                  <a:pt x="2069910" y="1459755"/>
                  <a:pt x="2069936" y="1491238"/>
                </a:cubicBezTo>
                <a:cubicBezTo>
                  <a:pt x="2069958" y="1518404"/>
                  <a:pt x="2074538" y="1539448"/>
                  <a:pt x="2083677" y="1554371"/>
                </a:cubicBezTo>
                <a:cubicBezTo>
                  <a:pt x="2088245" y="1561832"/>
                  <a:pt x="2093654" y="1567426"/>
                  <a:pt x="2099902" y="1571154"/>
                </a:cubicBezTo>
                <a:lnTo>
                  <a:pt x="2103871" y="1572817"/>
                </a:lnTo>
                <a:lnTo>
                  <a:pt x="2097963" y="1569105"/>
                </a:lnTo>
                <a:cubicBezTo>
                  <a:pt x="2092422" y="1564481"/>
                  <a:pt x="2087861" y="1558184"/>
                  <a:pt x="2084280" y="1550215"/>
                </a:cubicBezTo>
                <a:cubicBezTo>
                  <a:pt x="2077118" y="1534276"/>
                  <a:pt x="2073526" y="1514343"/>
                  <a:pt x="2073506" y="1490414"/>
                </a:cubicBezTo>
                <a:cubicBezTo>
                  <a:pt x="2073463" y="1438152"/>
                  <a:pt x="2088258" y="1412009"/>
                  <a:pt x="2117892" y="1411985"/>
                </a:cubicBezTo>
                <a:lnTo>
                  <a:pt x="2131826" y="1415297"/>
                </a:lnTo>
                <a:lnTo>
                  <a:pt x="2128171" y="1412648"/>
                </a:lnTo>
                <a:cubicBezTo>
                  <a:pt x="2123581" y="1410616"/>
                  <a:pt x="2118612" y="1409603"/>
                  <a:pt x="2113265" y="1409607"/>
                </a:cubicBezTo>
                <a:cubicBezTo>
                  <a:pt x="2107609" y="1409612"/>
                  <a:pt x="2102170" y="1410968"/>
                  <a:pt x="2096951" y="1413674"/>
                </a:cubicBezTo>
                <a:close/>
                <a:moveTo>
                  <a:pt x="1285043" y="1790428"/>
                </a:moveTo>
                <a:cubicBezTo>
                  <a:pt x="1267737" y="1800908"/>
                  <a:pt x="1259102" y="1827079"/>
                  <a:pt x="1259136" y="1868942"/>
                </a:cubicBezTo>
                <a:cubicBezTo>
                  <a:pt x="1259152" y="1888232"/>
                  <a:pt x="1261295" y="1903903"/>
                  <a:pt x="1265566" y="1915955"/>
                </a:cubicBezTo>
                <a:lnTo>
                  <a:pt x="1272471" y="1925058"/>
                </a:lnTo>
                <a:lnTo>
                  <a:pt x="1278224" y="1935024"/>
                </a:lnTo>
                <a:lnTo>
                  <a:pt x="1283593" y="1939720"/>
                </a:lnTo>
                <a:lnTo>
                  <a:pt x="1284759" y="1941256"/>
                </a:lnTo>
                <a:lnTo>
                  <a:pt x="1285828" y="1941674"/>
                </a:lnTo>
                <a:lnTo>
                  <a:pt x="1283593" y="1939720"/>
                </a:lnTo>
                <a:lnTo>
                  <a:pt x="1272471" y="1925058"/>
                </a:lnTo>
                <a:lnTo>
                  <a:pt x="1269016" y="1919073"/>
                </a:lnTo>
                <a:cubicBezTo>
                  <a:pt x="1264730" y="1907426"/>
                  <a:pt x="1262579" y="1891789"/>
                  <a:pt x="1262562" y="1872162"/>
                </a:cubicBezTo>
                <a:cubicBezTo>
                  <a:pt x="1262516" y="1816181"/>
                  <a:pt x="1277675" y="1788178"/>
                  <a:pt x="1308041" y="1788153"/>
                </a:cubicBezTo>
                <a:lnTo>
                  <a:pt x="1312830" y="1789385"/>
                </a:lnTo>
                <a:lnTo>
                  <a:pt x="1334105" y="1801172"/>
                </a:lnTo>
                <a:lnTo>
                  <a:pt x="1339610" y="1807128"/>
                </a:lnTo>
                <a:lnTo>
                  <a:pt x="1333018" y="1805564"/>
                </a:lnTo>
                <a:cubicBezTo>
                  <a:pt x="1323782" y="1800399"/>
                  <a:pt x="1315548" y="1797820"/>
                  <a:pt x="1308316" y="1797826"/>
                </a:cubicBezTo>
                <a:cubicBezTo>
                  <a:pt x="1284817" y="1797846"/>
                  <a:pt x="1273087" y="1822026"/>
                  <a:pt x="1273127" y="1870368"/>
                </a:cubicBezTo>
                <a:cubicBezTo>
                  <a:pt x="1273157" y="1906219"/>
                  <a:pt x="1281104" y="1930462"/>
                  <a:pt x="1296968" y="1943095"/>
                </a:cubicBezTo>
                <a:lnTo>
                  <a:pt x="1295384" y="1945022"/>
                </a:lnTo>
                <a:lnTo>
                  <a:pt x="1304644" y="1946062"/>
                </a:lnTo>
                <a:cubicBezTo>
                  <a:pt x="1318548" y="1946051"/>
                  <a:pt x="1329227" y="1939329"/>
                  <a:pt x="1336684" y="1925899"/>
                </a:cubicBezTo>
                <a:cubicBezTo>
                  <a:pt x="1344140" y="1912467"/>
                  <a:pt x="1347857" y="1892387"/>
                  <a:pt x="1347835" y="1865657"/>
                </a:cubicBezTo>
                <a:cubicBezTo>
                  <a:pt x="1347810" y="1835417"/>
                  <a:pt x="1345010" y="1814906"/>
                  <a:pt x="1339436" y="1804126"/>
                </a:cubicBezTo>
                <a:lnTo>
                  <a:pt x="1334105" y="1801172"/>
                </a:lnTo>
                <a:lnTo>
                  <a:pt x="1326446" y="1792888"/>
                </a:lnTo>
                <a:lnTo>
                  <a:pt x="1312830" y="1789385"/>
                </a:lnTo>
                <a:lnTo>
                  <a:pt x="1305238" y="1785179"/>
                </a:lnTo>
                <a:cubicBezTo>
                  <a:pt x="1297543" y="1785185"/>
                  <a:pt x="1290811" y="1786935"/>
                  <a:pt x="1285043" y="1790428"/>
                </a:cubicBezTo>
                <a:close/>
                <a:moveTo>
                  <a:pt x="1859225" y="1510375"/>
                </a:moveTo>
                <a:cubicBezTo>
                  <a:pt x="1859122" y="1512330"/>
                  <a:pt x="1858139" y="1516221"/>
                  <a:pt x="1856274" y="1522047"/>
                </a:cubicBezTo>
                <a:lnTo>
                  <a:pt x="1851496" y="1536936"/>
                </a:lnTo>
                <a:cubicBezTo>
                  <a:pt x="1849020" y="1544516"/>
                  <a:pt x="1847785" y="1550822"/>
                  <a:pt x="1847789" y="1555854"/>
                </a:cubicBezTo>
                <a:cubicBezTo>
                  <a:pt x="1847793" y="1560911"/>
                  <a:pt x="1848619" y="1565046"/>
                  <a:pt x="1850265" y="1568257"/>
                </a:cubicBezTo>
                <a:lnTo>
                  <a:pt x="1851771" y="1570466"/>
                </a:lnTo>
                <a:lnTo>
                  <a:pt x="1849428" y="1558483"/>
                </a:lnTo>
                <a:cubicBezTo>
                  <a:pt x="1849419" y="1548116"/>
                  <a:pt x="1853467" y="1533553"/>
                  <a:pt x="1861572" y="1514792"/>
                </a:cubicBezTo>
                <a:close/>
                <a:moveTo>
                  <a:pt x="2081655" y="1398943"/>
                </a:moveTo>
                <a:cubicBezTo>
                  <a:pt x="2091624" y="1394056"/>
                  <a:pt x="2102584" y="1391608"/>
                  <a:pt x="2114534" y="1391598"/>
                </a:cubicBezTo>
                <a:cubicBezTo>
                  <a:pt x="2125778" y="1391588"/>
                  <a:pt x="2138558" y="1394351"/>
                  <a:pt x="2152875" y="1399887"/>
                </a:cubicBezTo>
                <a:cubicBezTo>
                  <a:pt x="2159774" y="1402569"/>
                  <a:pt x="2165433" y="1403908"/>
                  <a:pt x="2169850" y="1403904"/>
                </a:cubicBezTo>
                <a:cubicBezTo>
                  <a:pt x="2174398" y="1403901"/>
                  <a:pt x="2178965" y="1402487"/>
                  <a:pt x="2183553" y="1399663"/>
                </a:cubicBezTo>
                <a:lnTo>
                  <a:pt x="2189173" y="1402891"/>
                </a:lnTo>
                <a:lnTo>
                  <a:pt x="2184270" y="1409699"/>
                </a:lnTo>
                <a:cubicBezTo>
                  <a:pt x="2177583" y="1423730"/>
                  <a:pt x="2170942" y="1438610"/>
                  <a:pt x="2164348" y="1454339"/>
                </a:cubicBezTo>
                <a:lnTo>
                  <a:pt x="2162045" y="1458901"/>
                </a:lnTo>
                <a:lnTo>
                  <a:pt x="2155760" y="1456855"/>
                </a:lnTo>
                <a:cubicBezTo>
                  <a:pt x="2154606" y="1449238"/>
                  <a:pt x="2152781" y="1442508"/>
                  <a:pt x="2150289" y="1436665"/>
                </a:cubicBezTo>
                <a:lnTo>
                  <a:pt x="2146881" y="1431324"/>
                </a:lnTo>
                <a:lnTo>
                  <a:pt x="2146882" y="1432208"/>
                </a:lnTo>
                <a:cubicBezTo>
                  <a:pt x="2135190" y="1425168"/>
                  <a:pt x="2125764" y="1421652"/>
                  <a:pt x="2118605" y="1421658"/>
                </a:cubicBezTo>
                <a:cubicBezTo>
                  <a:pt x="2095446" y="1421677"/>
                  <a:pt x="2083886" y="1444704"/>
                  <a:pt x="2083925" y="1490738"/>
                </a:cubicBezTo>
                <a:cubicBezTo>
                  <a:pt x="2083943" y="1512302"/>
                  <a:pt x="2086767" y="1530053"/>
                  <a:pt x="2092399" y="1543993"/>
                </a:cubicBezTo>
                <a:cubicBezTo>
                  <a:pt x="2098031" y="1557933"/>
                  <a:pt x="2106404" y="1567132"/>
                  <a:pt x="2117521" y="1571589"/>
                </a:cubicBezTo>
                <a:lnTo>
                  <a:pt x="2117524" y="1576285"/>
                </a:lnTo>
                <a:lnTo>
                  <a:pt x="2121164" y="1576735"/>
                </a:lnTo>
                <a:cubicBezTo>
                  <a:pt x="2133904" y="1576724"/>
                  <a:pt x="2144071" y="1572462"/>
                  <a:pt x="2151664" y="1563947"/>
                </a:cubicBezTo>
                <a:cubicBezTo>
                  <a:pt x="2159257" y="1555433"/>
                  <a:pt x="2163795" y="1543037"/>
                  <a:pt x="2165278" y="1526759"/>
                </a:cubicBezTo>
                <a:cubicBezTo>
                  <a:pt x="2165832" y="1520860"/>
                  <a:pt x="2168476" y="1517908"/>
                  <a:pt x="2173209" y="1517904"/>
                </a:cubicBezTo>
                <a:cubicBezTo>
                  <a:pt x="2179086" y="1517899"/>
                  <a:pt x="2182029" y="1522047"/>
                  <a:pt x="2182035" y="1530347"/>
                </a:cubicBezTo>
                <a:cubicBezTo>
                  <a:pt x="2182044" y="1540089"/>
                  <a:pt x="2179813" y="1550246"/>
                  <a:pt x="2175345" y="1560816"/>
                </a:cubicBezTo>
                <a:cubicBezTo>
                  <a:pt x="2165802" y="1583412"/>
                  <a:pt x="2146181" y="1594722"/>
                  <a:pt x="2116483" y="1594747"/>
                </a:cubicBezTo>
                <a:cubicBezTo>
                  <a:pt x="2109914" y="1594752"/>
                  <a:pt x="2103683" y="1594184"/>
                  <a:pt x="2097792" y="1593041"/>
                </a:cubicBezTo>
                <a:lnTo>
                  <a:pt x="2085288" y="1589175"/>
                </a:lnTo>
                <a:lnTo>
                  <a:pt x="2096222" y="1593482"/>
                </a:lnTo>
                <a:cubicBezTo>
                  <a:pt x="2104235" y="1595521"/>
                  <a:pt x="2112488" y="1596536"/>
                  <a:pt x="2120983" y="1596529"/>
                </a:cubicBezTo>
                <a:cubicBezTo>
                  <a:pt x="2139428" y="1596514"/>
                  <a:pt x="2154421" y="1590635"/>
                  <a:pt x="2165961" y="1578893"/>
                </a:cubicBezTo>
                <a:cubicBezTo>
                  <a:pt x="2171603" y="1573150"/>
                  <a:pt x="2175770" y="1566700"/>
                  <a:pt x="2178459" y="1559543"/>
                </a:cubicBezTo>
                <a:cubicBezTo>
                  <a:pt x="2181149" y="1552385"/>
                  <a:pt x="2182964" y="1542755"/>
                  <a:pt x="2183908" y="1530652"/>
                </a:cubicBezTo>
                <a:lnTo>
                  <a:pt x="2184559" y="1524552"/>
                </a:lnTo>
                <a:lnTo>
                  <a:pt x="2194530" y="1527588"/>
                </a:lnTo>
                <a:cubicBezTo>
                  <a:pt x="2192917" y="1553765"/>
                  <a:pt x="2185890" y="1573431"/>
                  <a:pt x="2173452" y="1586588"/>
                </a:cubicBezTo>
                <a:cubicBezTo>
                  <a:pt x="2161013" y="1599745"/>
                  <a:pt x="2143623" y="1606333"/>
                  <a:pt x="2121281" y="1606351"/>
                </a:cubicBezTo>
                <a:cubicBezTo>
                  <a:pt x="2104337" y="1606366"/>
                  <a:pt x="2088213" y="1600930"/>
                  <a:pt x="2072910" y="1590044"/>
                </a:cubicBezTo>
                <a:lnTo>
                  <a:pt x="2072906" y="1584298"/>
                </a:lnTo>
                <a:lnTo>
                  <a:pt x="2079327" y="1586827"/>
                </a:lnTo>
                <a:lnTo>
                  <a:pt x="2066523" y="1579298"/>
                </a:lnTo>
                <a:cubicBezTo>
                  <a:pt x="2061992" y="1575860"/>
                  <a:pt x="2057799" y="1571848"/>
                  <a:pt x="2053948" y="1567261"/>
                </a:cubicBezTo>
                <a:cubicBezTo>
                  <a:pt x="2038538" y="1548915"/>
                  <a:pt x="2030821" y="1524218"/>
                  <a:pt x="2030795" y="1493171"/>
                </a:cubicBezTo>
                <a:cubicBezTo>
                  <a:pt x="2030771" y="1464532"/>
                  <a:pt x="2038747" y="1440449"/>
                  <a:pt x="2054721" y="1420920"/>
                </a:cubicBezTo>
                <a:cubicBezTo>
                  <a:pt x="2062708" y="1411156"/>
                  <a:pt x="2071686" y="1403831"/>
                  <a:pt x="2081655" y="1398943"/>
                </a:cubicBezTo>
                <a:close/>
                <a:moveTo>
                  <a:pt x="1270729" y="1773481"/>
                </a:moveTo>
                <a:cubicBezTo>
                  <a:pt x="1280916" y="1768987"/>
                  <a:pt x="1292418" y="1766734"/>
                  <a:pt x="1305235" y="1766724"/>
                </a:cubicBezTo>
                <a:cubicBezTo>
                  <a:pt x="1317563" y="1766714"/>
                  <a:pt x="1328648" y="1769026"/>
                  <a:pt x="1338490" y="1773660"/>
                </a:cubicBezTo>
                <a:lnTo>
                  <a:pt x="1348808" y="1780147"/>
                </a:lnTo>
                <a:lnTo>
                  <a:pt x="1348803" y="1774169"/>
                </a:lnTo>
                <a:cubicBezTo>
                  <a:pt x="1366283" y="1781419"/>
                  <a:pt x="1379193" y="1793418"/>
                  <a:pt x="1387536" y="1810167"/>
                </a:cubicBezTo>
                <a:cubicBezTo>
                  <a:pt x="1395878" y="1826915"/>
                  <a:pt x="1400058" y="1846146"/>
                  <a:pt x="1400076" y="1867860"/>
                </a:cubicBezTo>
                <a:cubicBezTo>
                  <a:pt x="1400102" y="1899862"/>
                  <a:pt x="1391902" y="1925826"/>
                  <a:pt x="1375473" y="1945752"/>
                </a:cubicBezTo>
                <a:cubicBezTo>
                  <a:pt x="1359045" y="1965678"/>
                  <a:pt x="1337390" y="1975652"/>
                  <a:pt x="1310506" y="1975674"/>
                </a:cubicBezTo>
                <a:cubicBezTo>
                  <a:pt x="1293245" y="1975689"/>
                  <a:pt x="1276780" y="1969607"/>
                  <a:pt x="1261110" y="1957428"/>
                </a:cubicBezTo>
                <a:lnTo>
                  <a:pt x="1261106" y="1952222"/>
                </a:lnTo>
                <a:cubicBezTo>
                  <a:pt x="1275859" y="1961125"/>
                  <a:pt x="1291992" y="1965569"/>
                  <a:pt x="1309502" y="1965555"/>
                </a:cubicBezTo>
                <a:cubicBezTo>
                  <a:pt x="1333022" y="1965535"/>
                  <a:pt x="1352341" y="1956638"/>
                  <a:pt x="1367461" y="1938864"/>
                </a:cubicBezTo>
                <a:cubicBezTo>
                  <a:pt x="1382581" y="1921090"/>
                  <a:pt x="1390130" y="1898261"/>
                  <a:pt x="1390106" y="1870380"/>
                </a:cubicBezTo>
                <a:cubicBezTo>
                  <a:pt x="1390089" y="1849561"/>
                  <a:pt x="1386590" y="1831393"/>
                  <a:pt x="1379609" y="1815876"/>
                </a:cubicBezTo>
                <a:cubicBezTo>
                  <a:pt x="1376119" y="1808118"/>
                  <a:pt x="1371807" y="1801286"/>
                  <a:pt x="1366673" y="1795381"/>
                </a:cubicBezTo>
                <a:lnTo>
                  <a:pt x="1357965" y="1788100"/>
                </a:lnTo>
                <a:lnTo>
                  <a:pt x="1364283" y="1794531"/>
                </a:lnTo>
                <a:cubicBezTo>
                  <a:pt x="1378991" y="1813090"/>
                  <a:pt x="1386358" y="1837662"/>
                  <a:pt x="1386384" y="1868248"/>
                </a:cubicBezTo>
                <a:cubicBezTo>
                  <a:pt x="1386408" y="1897230"/>
                  <a:pt x="1379176" y="1920466"/>
                  <a:pt x="1364688" y="1937955"/>
                </a:cubicBezTo>
                <a:cubicBezTo>
                  <a:pt x="1350199" y="1955443"/>
                  <a:pt x="1330679" y="1964198"/>
                  <a:pt x="1306127" y="1964218"/>
                </a:cubicBezTo>
                <a:cubicBezTo>
                  <a:pt x="1286801" y="1964234"/>
                  <a:pt x="1269619" y="1958099"/>
                  <a:pt x="1254580" y="1945813"/>
                </a:cubicBezTo>
                <a:cubicBezTo>
                  <a:pt x="1232543" y="1927740"/>
                  <a:pt x="1221510" y="1901055"/>
                  <a:pt x="1221480" y="1865760"/>
                </a:cubicBezTo>
                <a:cubicBezTo>
                  <a:pt x="1221455" y="1835670"/>
                  <a:pt x="1229000" y="1811647"/>
                  <a:pt x="1244113" y="1793691"/>
                </a:cubicBezTo>
                <a:cubicBezTo>
                  <a:pt x="1251670" y="1784712"/>
                  <a:pt x="1260542" y="1777976"/>
                  <a:pt x="1270729" y="1773481"/>
                </a:cubicBezTo>
                <a:close/>
                <a:moveTo>
                  <a:pt x="1893697" y="1449495"/>
                </a:moveTo>
                <a:lnTo>
                  <a:pt x="1880786" y="1488249"/>
                </a:lnTo>
                <a:cubicBezTo>
                  <a:pt x="1881354" y="1488590"/>
                  <a:pt x="1881687" y="1488861"/>
                  <a:pt x="1881787" y="1489063"/>
                </a:cubicBezTo>
                <a:lnTo>
                  <a:pt x="1885907" y="1494331"/>
                </a:lnTo>
                <a:cubicBezTo>
                  <a:pt x="1888066" y="1496464"/>
                  <a:pt x="1890318" y="1499004"/>
                  <a:pt x="1892661" y="1501950"/>
                </a:cubicBezTo>
                <a:lnTo>
                  <a:pt x="1899902" y="1511922"/>
                </a:lnTo>
                <a:lnTo>
                  <a:pt x="1910735" y="1499366"/>
                </a:lnTo>
                <a:close/>
                <a:moveTo>
                  <a:pt x="1192437" y="1778194"/>
                </a:moveTo>
                <a:lnTo>
                  <a:pt x="1200017" y="1782229"/>
                </a:lnTo>
                <a:lnTo>
                  <a:pt x="1197977" y="1787521"/>
                </a:lnTo>
                <a:cubicBezTo>
                  <a:pt x="1187359" y="1805718"/>
                  <a:pt x="1178543" y="1822734"/>
                  <a:pt x="1171530" y="1838571"/>
                </a:cubicBezTo>
                <a:lnTo>
                  <a:pt x="1163024" y="1835147"/>
                </a:lnTo>
                <a:lnTo>
                  <a:pt x="1164841" y="1828914"/>
                </a:lnTo>
                <a:cubicBezTo>
                  <a:pt x="1169873" y="1818304"/>
                  <a:pt x="1174073" y="1810258"/>
                  <a:pt x="1177444" y="1804777"/>
                </a:cubicBezTo>
                <a:lnTo>
                  <a:pt x="1189471" y="1782359"/>
                </a:lnTo>
                <a:close/>
                <a:moveTo>
                  <a:pt x="862433" y="1935071"/>
                </a:moveTo>
                <a:lnTo>
                  <a:pt x="862972" y="1936160"/>
                </a:lnTo>
                <a:lnTo>
                  <a:pt x="865460" y="1937485"/>
                </a:lnTo>
                <a:close/>
                <a:moveTo>
                  <a:pt x="1887070" y="1432571"/>
                </a:moveTo>
                <a:lnTo>
                  <a:pt x="1867070" y="1490233"/>
                </a:lnTo>
                <a:cubicBezTo>
                  <a:pt x="1874001" y="1497052"/>
                  <a:pt x="1880167" y="1504186"/>
                  <a:pt x="1885568" y="1511637"/>
                </a:cubicBezTo>
                <a:lnTo>
                  <a:pt x="1891461" y="1519824"/>
                </a:lnTo>
                <a:lnTo>
                  <a:pt x="1892181" y="1518950"/>
                </a:lnTo>
                <a:cubicBezTo>
                  <a:pt x="1892506" y="1518515"/>
                  <a:pt x="1892908" y="1518314"/>
                  <a:pt x="1893387" y="1518344"/>
                </a:cubicBezTo>
                <a:cubicBezTo>
                  <a:pt x="1887016" y="1509311"/>
                  <a:pt x="1879079" y="1500198"/>
                  <a:pt x="1869577" y="1491003"/>
                </a:cubicBezTo>
                <a:lnTo>
                  <a:pt x="1888214" y="1440872"/>
                </a:lnTo>
                <a:close/>
                <a:moveTo>
                  <a:pt x="1097136" y="1785982"/>
                </a:moveTo>
                <a:cubicBezTo>
                  <a:pt x="1091917" y="1788689"/>
                  <a:pt x="1086915" y="1792746"/>
                  <a:pt x="1082132" y="1798154"/>
                </a:cubicBezTo>
                <a:cubicBezTo>
                  <a:pt x="1074098" y="1810266"/>
                  <a:pt x="1070094" y="1832063"/>
                  <a:pt x="1070120" y="1863546"/>
                </a:cubicBezTo>
                <a:cubicBezTo>
                  <a:pt x="1070143" y="1890712"/>
                  <a:pt x="1074723" y="1911756"/>
                  <a:pt x="1083861" y="1926679"/>
                </a:cubicBezTo>
                <a:cubicBezTo>
                  <a:pt x="1088431" y="1934140"/>
                  <a:pt x="1093839" y="1939734"/>
                  <a:pt x="1100087" y="1943462"/>
                </a:cubicBezTo>
                <a:lnTo>
                  <a:pt x="1104056" y="1945124"/>
                </a:lnTo>
                <a:lnTo>
                  <a:pt x="1098148" y="1941413"/>
                </a:lnTo>
                <a:cubicBezTo>
                  <a:pt x="1092607" y="1936789"/>
                  <a:pt x="1088046" y="1930492"/>
                  <a:pt x="1084465" y="1922523"/>
                </a:cubicBezTo>
                <a:cubicBezTo>
                  <a:pt x="1077302" y="1906585"/>
                  <a:pt x="1073711" y="1886651"/>
                  <a:pt x="1073691" y="1862722"/>
                </a:cubicBezTo>
                <a:cubicBezTo>
                  <a:pt x="1073648" y="1810461"/>
                  <a:pt x="1088443" y="1784317"/>
                  <a:pt x="1118077" y="1784293"/>
                </a:cubicBezTo>
                <a:lnTo>
                  <a:pt x="1132011" y="1787604"/>
                </a:lnTo>
                <a:lnTo>
                  <a:pt x="1128355" y="1784956"/>
                </a:lnTo>
                <a:cubicBezTo>
                  <a:pt x="1123766" y="1782925"/>
                  <a:pt x="1118797" y="1781911"/>
                  <a:pt x="1113449" y="1781915"/>
                </a:cubicBezTo>
                <a:cubicBezTo>
                  <a:pt x="1107794" y="1781920"/>
                  <a:pt x="1102355" y="1783276"/>
                  <a:pt x="1097136" y="1785982"/>
                </a:cubicBezTo>
                <a:close/>
                <a:moveTo>
                  <a:pt x="1081839" y="1771252"/>
                </a:moveTo>
                <a:cubicBezTo>
                  <a:pt x="1091808" y="1766364"/>
                  <a:pt x="1102768" y="1763916"/>
                  <a:pt x="1114718" y="1763906"/>
                </a:cubicBezTo>
                <a:cubicBezTo>
                  <a:pt x="1125963" y="1763897"/>
                  <a:pt x="1138743" y="1766659"/>
                  <a:pt x="1153060" y="1772195"/>
                </a:cubicBezTo>
                <a:cubicBezTo>
                  <a:pt x="1159960" y="1774877"/>
                  <a:pt x="1165617" y="1776216"/>
                  <a:pt x="1170034" y="1776213"/>
                </a:cubicBezTo>
                <a:cubicBezTo>
                  <a:pt x="1174583" y="1776209"/>
                  <a:pt x="1179151" y="1774795"/>
                  <a:pt x="1183737" y="1771971"/>
                </a:cubicBezTo>
                <a:lnTo>
                  <a:pt x="1189358" y="1775199"/>
                </a:lnTo>
                <a:lnTo>
                  <a:pt x="1184455" y="1782007"/>
                </a:lnTo>
                <a:cubicBezTo>
                  <a:pt x="1177767" y="1796038"/>
                  <a:pt x="1171127" y="1810918"/>
                  <a:pt x="1164533" y="1826647"/>
                </a:cubicBezTo>
                <a:lnTo>
                  <a:pt x="1162230" y="1831209"/>
                </a:lnTo>
                <a:lnTo>
                  <a:pt x="1155944" y="1829163"/>
                </a:lnTo>
                <a:cubicBezTo>
                  <a:pt x="1154790" y="1821546"/>
                  <a:pt x="1152966" y="1814816"/>
                  <a:pt x="1150474" y="1808973"/>
                </a:cubicBezTo>
                <a:lnTo>
                  <a:pt x="1147065" y="1803632"/>
                </a:lnTo>
                <a:lnTo>
                  <a:pt x="1147066" y="1804516"/>
                </a:lnTo>
                <a:cubicBezTo>
                  <a:pt x="1135374" y="1797477"/>
                  <a:pt x="1125948" y="1793960"/>
                  <a:pt x="1118789" y="1793966"/>
                </a:cubicBezTo>
                <a:cubicBezTo>
                  <a:pt x="1095631" y="1793985"/>
                  <a:pt x="1084071" y="1817012"/>
                  <a:pt x="1084109" y="1863046"/>
                </a:cubicBezTo>
                <a:cubicBezTo>
                  <a:pt x="1084128" y="1884609"/>
                  <a:pt x="1086952" y="1902361"/>
                  <a:pt x="1092584" y="1916301"/>
                </a:cubicBezTo>
                <a:cubicBezTo>
                  <a:pt x="1098215" y="1930241"/>
                  <a:pt x="1106589" y="1939440"/>
                  <a:pt x="1117705" y="1943897"/>
                </a:cubicBezTo>
                <a:lnTo>
                  <a:pt x="1117709" y="1948593"/>
                </a:lnTo>
                <a:lnTo>
                  <a:pt x="1121349" y="1949043"/>
                </a:lnTo>
                <a:cubicBezTo>
                  <a:pt x="1134089" y="1949032"/>
                  <a:pt x="1144256" y="1944770"/>
                  <a:pt x="1151849" y="1936255"/>
                </a:cubicBezTo>
                <a:cubicBezTo>
                  <a:pt x="1159442" y="1927741"/>
                  <a:pt x="1163980" y="1915345"/>
                  <a:pt x="1165463" y="1899067"/>
                </a:cubicBezTo>
                <a:cubicBezTo>
                  <a:pt x="1166017" y="1893168"/>
                  <a:pt x="1168661" y="1890216"/>
                  <a:pt x="1173394" y="1890212"/>
                </a:cubicBezTo>
                <a:cubicBezTo>
                  <a:pt x="1179272" y="1890207"/>
                  <a:pt x="1182213" y="1894355"/>
                  <a:pt x="1182220" y="1902655"/>
                </a:cubicBezTo>
                <a:cubicBezTo>
                  <a:pt x="1182228" y="1912397"/>
                  <a:pt x="1179998" y="1922554"/>
                  <a:pt x="1175530" y="1933124"/>
                </a:cubicBezTo>
                <a:cubicBezTo>
                  <a:pt x="1165986" y="1955720"/>
                  <a:pt x="1146366" y="1967030"/>
                  <a:pt x="1116669" y="1967055"/>
                </a:cubicBezTo>
                <a:cubicBezTo>
                  <a:pt x="1110098" y="1967060"/>
                  <a:pt x="1103867" y="1966492"/>
                  <a:pt x="1097976" y="1965349"/>
                </a:cubicBezTo>
                <a:lnTo>
                  <a:pt x="1085474" y="1961483"/>
                </a:lnTo>
                <a:lnTo>
                  <a:pt x="1096407" y="1965790"/>
                </a:lnTo>
                <a:cubicBezTo>
                  <a:pt x="1104420" y="1967828"/>
                  <a:pt x="1112673" y="1968844"/>
                  <a:pt x="1121168" y="1968837"/>
                </a:cubicBezTo>
                <a:cubicBezTo>
                  <a:pt x="1139613" y="1968822"/>
                  <a:pt x="1154605" y="1962943"/>
                  <a:pt x="1166146" y="1951201"/>
                </a:cubicBezTo>
                <a:cubicBezTo>
                  <a:pt x="1171788" y="1945458"/>
                  <a:pt x="1175955" y="1939008"/>
                  <a:pt x="1178644" y="1931851"/>
                </a:cubicBezTo>
                <a:cubicBezTo>
                  <a:pt x="1181333" y="1924693"/>
                  <a:pt x="1183149" y="1915063"/>
                  <a:pt x="1184093" y="1902961"/>
                </a:cubicBezTo>
                <a:lnTo>
                  <a:pt x="1184743" y="1896860"/>
                </a:lnTo>
                <a:lnTo>
                  <a:pt x="1194715" y="1899896"/>
                </a:lnTo>
                <a:cubicBezTo>
                  <a:pt x="1193101" y="1926073"/>
                  <a:pt x="1186075" y="1945740"/>
                  <a:pt x="1173636" y="1958896"/>
                </a:cubicBezTo>
                <a:cubicBezTo>
                  <a:pt x="1161198" y="1972053"/>
                  <a:pt x="1143808" y="1978641"/>
                  <a:pt x="1121467" y="1978659"/>
                </a:cubicBezTo>
                <a:cubicBezTo>
                  <a:pt x="1104522" y="1978674"/>
                  <a:pt x="1088398" y="1973238"/>
                  <a:pt x="1073095" y="1962352"/>
                </a:cubicBezTo>
                <a:lnTo>
                  <a:pt x="1073090" y="1956606"/>
                </a:lnTo>
                <a:lnTo>
                  <a:pt x="1079512" y="1959135"/>
                </a:lnTo>
                <a:lnTo>
                  <a:pt x="1066708" y="1951607"/>
                </a:lnTo>
                <a:cubicBezTo>
                  <a:pt x="1062176" y="1948168"/>
                  <a:pt x="1057984" y="1944156"/>
                  <a:pt x="1054132" y="1939569"/>
                </a:cubicBezTo>
                <a:cubicBezTo>
                  <a:pt x="1038723" y="1921223"/>
                  <a:pt x="1031006" y="1896527"/>
                  <a:pt x="1030980" y="1865479"/>
                </a:cubicBezTo>
                <a:cubicBezTo>
                  <a:pt x="1030956" y="1836840"/>
                  <a:pt x="1038931" y="1812757"/>
                  <a:pt x="1054906" y="1793228"/>
                </a:cubicBezTo>
                <a:cubicBezTo>
                  <a:pt x="1062893" y="1783464"/>
                  <a:pt x="1071871" y="1776139"/>
                  <a:pt x="1081839" y="1771252"/>
                </a:cubicBezTo>
                <a:close/>
                <a:moveTo>
                  <a:pt x="1859432" y="1396722"/>
                </a:moveTo>
                <a:lnTo>
                  <a:pt x="1932802" y="1396661"/>
                </a:lnTo>
                <a:lnTo>
                  <a:pt x="1917643" y="1417542"/>
                </a:lnTo>
                <a:lnTo>
                  <a:pt x="1940146" y="1477505"/>
                </a:lnTo>
                <a:lnTo>
                  <a:pt x="1941358" y="1475909"/>
                </a:lnTo>
                <a:lnTo>
                  <a:pt x="1919715" y="1419191"/>
                </a:lnTo>
                <a:lnTo>
                  <a:pt x="1937292" y="1398991"/>
                </a:lnTo>
                <a:lnTo>
                  <a:pt x="1945064" y="1402476"/>
                </a:lnTo>
                <a:lnTo>
                  <a:pt x="1930344" y="1421273"/>
                </a:lnTo>
                <a:lnTo>
                  <a:pt x="1948575" y="1470561"/>
                </a:lnTo>
                <a:lnTo>
                  <a:pt x="1952009" y="1467643"/>
                </a:lnTo>
                <a:cubicBezTo>
                  <a:pt x="1955202" y="1465084"/>
                  <a:pt x="1958437" y="1463014"/>
                  <a:pt x="1961715" y="1461435"/>
                </a:cubicBezTo>
                <a:cubicBezTo>
                  <a:pt x="1965140" y="1473872"/>
                  <a:pt x="1969539" y="1485775"/>
                  <a:pt x="1974911" y="1497145"/>
                </a:cubicBezTo>
                <a:cubicBezTo>
                  <a:pt x="1969823" y="1496910"/>
                  <a:pt x="1966739" y="1496793"/>
                  <a:pt x="1965658" y="1496794"/>
                </a:cubicBezTo>
                <a:cubicBezTo>
                  <a:pt x="1957095" y="1496802"/>
                  <a:pt x="1951377" y="1497665"/>
                  <a:pt x="1948503" y="1499385"/>
                </a:cubicBezTo>
                <a:lnTo>
                  <a:pt x="1974515" y="1568167"/>
                </a:lnTo>
                <a:lnTo>
                  <a:pt x="1975926" y="1569531"/>
                </a:lnTo>
                <a:lnTo>
                  <a:pt x="1950865" y="1500970"/>
                </a:lnTo>
                <a:cubicBezTo>
                  <a:pt x="1955933" y="1499381"/>
                  <a:pt x="1960719" y="1498585"/>
                  <a:pt x="1965222" y="1498581"/>
                </a:cubicBezTo>
                <a:lnTo>
                  <a:pt x="1977828" y="1499764"/>
                </a:lnTo>
                <a:lnTo>
                  <a:pt x="1965428" y="1465664"/>
                </a:lnTo>
                <a:lnTo>
                  <a:pt x="1975686" y="1469593"/>
                </a:lnTo>
                <a:cubicBezTo>
                  <a:pt x="1977977" y="1478931"/>
                  <a:pt x="1983463" y="1492537"/>
                  <a:pt x="1992142" y="1510411"/>
                </a:cubicBezTo>
                <a:cubicBezTo>
                  <a:pt x="1987638" y="1510125"/>
                  <a:pt x="1985288" y="1509982"/>
                  <a:pt x="1985088" y="1509983"/>
                </a:cubicBezTo>
                <a:lnTo>
                  <a:pt x="1973268" y="1508974"/>
                </a:lnTo>
                <a:lnTo>
                  <a:pt x="1962128" y="1508274"/>
                </a:lnTo>
                <a:lnTo>
                  <a:pt x="1985986" y="1568308"/>
                </a:lnTo>
                <a:lnTo>
                  <a:pt x="2019068" y="1601674"/>
                </a:lnTo>
                <a:lnTo>
                  <a:pt x="1929857" y="1601748"/>
                </a:lnTo>
                <a:lnTo>
                  <a:pt x="1925695" y="1591929"/>
                </a:lnTo>
                <a:lnTo>
                  <a:pt x="2003181" y="1591865"/>
                </a:lnTo>
                <a:lnTo>
                  <a:pt x="1987304" y="1580530"/>
                </a:lnTo>
                <a:lnTo>
                  <a:pt x="1996878" y="1589786"/>
                </a:lnTo>
                <a:lnTo>
                  <a:pt x="1917085" y="1589853"/>
                </a:lnTo>
                <a:lnTo>
                  <a:pt x="1937206" y="1569033"/>
                </a:lnTo>
                <a:lnTo>
                  <a:pt x="1922838" y="1530312"/>
                </a:lnTo>
                <a:cubicBezTo>
                  <a:pt x="1914569" y="1540343"/>
                  <a:pt x="1907240" y="1550613"/>
                  <a:pt x="1900850" y="1561121"/>
                </a:cubicBezTo>
                <a:lnTo>
                  <a:pt x="1892982" y="1559161"/>
                </a:lnTo>
                <a:lnTo>
                  <a:pt x="1919670" y="1523004"/>
                </a:lnTo>
                <a:lnTo>
                  <a:pt x="1918855" y="1520393"/>
                </a:lnTo>
                <a:cubicBezTo>
                  <a:pt x="1909636" y="1529361"/>
                  <a:pt x="1900473" y="1540556"/>
                  <a:pt x="1891364" y="1553979"/>
                </a:cubicBezTo>
                <a:lnTo>
                  <a:pt x="1886096" y="1548355"/>
                </a:lnTo>
                <a:lnTo>
                  <a:pt x="1867909" y="1522484"/>
                </a:lnTo>
                <a:lnTo>
                  <a:pt x="1861800" y="1541115"/>
                </a:lnTo>
                <a:cubicBezTo>
                  <a:pt x="1860294" y="1547376"/>
                  <a:pt x="1859544" y="1553005"/>
                  <a:pt x="1859548" y="1558003"/>
                </a:cubicBezTo>
                <a:cubicBezTo>
                  <a:pt x="1859553" y="1563716"/>
                  <a:pt x="1860536" y="1568539"/>
                  <a:pt x="1862498" y="1572473"/>
                </a:cubicBezTo>
                <a:cubicBezTo>
                  <a:pt x="1864460" y="1576406"/>
                  <a:pt x="1869369" y="1583214"/>
                  <a:pt x="1877225" y="1592895"/>
                </a:cubicBezTo>
                <a:cubicBezTo>
                  <a:pt x="1877928" y="1593786"/>
                  <a:pt x="1879243" y="1596751"/>
                  <a:pt x="1881171" y="1601789"/>
                </a:cubicBezTo>
                <a:lnTo>
                  <a:pt x="1797707" y="1601858"/>
                </a:lnTo>
                <a:lnTo>
                  <a:pt x="1793345" y="1592039"/>
                </a:lnTo>
                <a:lnTo>
                  <a:pt x="1864382" y="1591980"/>
                </a:lnTo>
                <a:lnTo>
                  <a:pt x="1862778" y="1589898"/>
                </a:lnTo>
                <a:lnTo>
                  <a:pt x="1785756" y="1589962"/>
                </a:lnTo>
                <a:cubicBezTo>
                  <a:pt x="1800240" y="1579275"/>
                  <a:pt x="1811428" y="1568014"/>
                  <a:pt x="1819318" y="1556180"/>
                </a:cubicBezTo>
                <a:cubicBezTo>
                  <a:pt x="1825236" y="1547305"/>
                  <a:pt x="1831209" y="1534500"/>
                  <a:pt x="1837235" y="1517765"/>
                </a:cubicBezTo>
                <a:lnTo>
                  <a:pt x="1843035" y="1500449"/>
                </a:lnTo>
                <a:lnTo>
                  <a:pt x="1821134" y="1494006"/>
                </a:lnTo>
                <a:cubicBezTo>
                  <a:pt x="1826664" y="1483467"/>
                  <a:pt x="1831333" y="1473327"/>
                  <a:pt x="1835138" y="1463585"/>
                </a:cubicBezTo>
                <a:cubicBezTo>
                  <a:pt x="1838836" y="1465420"/>
                  <a:pt x="1841069" y="1466713"/>
                  <a:pt x="1841839" y="1467465"/>
                </a:cubicBezTo>
                <a:lnTo>
                  <a:pt x="1848673" y="1474707"/>
                </a:lnTo>
                <a:cubicBezTo>
                  <a:pt x="1850298" y="1475661"/>
                  <a:pt x="1851482" y="1476958"/>
                  <a:pt x="1852227" y="1478600"/>
                </a:cubicBezTo>
                <a:lnTo>
                  <a:pt x="1853222" y="1476057"/>
                </a:lnTo>
                <a:lnTo>
                  <a:pt x="1851793" y="1475398"/>
                </a:lnTo>
                <a:cubicBezTo>
                  <a:pt x="1847220" y="1471382"/>
                  <a:pt x="1843396" y="1468155"/>
                  <a:pt x="1840323" y="1465717"/>
                </a:cubicBezTo>
                <a:lnTo>
                  <a:pt x="1837891" y="1462945"/>
                </a:lnTo>
                <a:lnTo>
                  <a:pt x="1842483" y="1456135"/>
                </a:lnTo>
                <a:cubicBezTo>
                  <a:pt x="1849355" y="1459939"/>
                  <a:pt x="1854136" y="1463876"/>
                  <a:pt x="1856824" y="1467943"/>
                </a:cubicBezTo>
                <a:lnTo>
                  <a:pt x="1874916" y="1417017"/>
                </a:lnTo>
                <a:close/>
                <a:moveTo>
                  <a:pt x="863747" y="1871364"/>
                </a:moveTo>
                <a:lnTo>
                  <a:pt x="872144" y="1875627"/>
                </a:lnTo>
                <a:lnTo>
                  <a:pt x="895641" y="1881442"/>
                </a:lnTo>
                <a:cubicBezTo>
                  <a:pt x="911868" y="1885484"/>
                  <a:pt x="922859" y="1889059"/>
                  <a:pt x="928614" y="1892166"/>
                </a:cubicBezTo>
                <a:lnTo>
                  <a:pt x="934568" y="1897363"/>
                </a:lnTo>
                <a:lnTo>
                  <a:pt x="930724" y="1891394"/>
                </a:lnTo>
                <a:cubicBezTo>
                  <a:pt x="920087" y="1885835"/>
                  <a:pt x="903090" y="1880778"/>
                  <a:pt x="879733" y="1876221"/>
                </a:cubicBezTo>
                <a:close/>
                <a:moveTo>
                  <a:pt x="1559966" y="1507104"/>
                </a:moveTo>
                <a:lnTo>
                  <a:pt x="1695671" y="1506991"/>
                </a:lnTo>
                <a:lnTo>
                  <a:pt x="1688943" y="1487028"/>
                </a:lnTo>
                <a:lnTo>
                  <a:pt x="1699237" y="1491580"/>
                </a:lnTo>
                <a:lnTo>
                  <a:pt x="1707181" y="1516953"/>
                </a:lnTo>
                <a:lnTo>
                  <a:pt x="1564678" y="1517072"/>
                </a:lnTo>
                <a:close/>
                <a:moveTo>
                  <a:pt x="964499" y="1774730"/>
                </a:moveTo>
                <a:lnTo>
                  <a:pt x="972516" y="1778400"/>
                </a:lnTo>
                <a:lnTo>
                  <a:pt x="971202" y="1778815"/>
                </a:lnTo>
                <a:cubicBezTo>
                  <a:pt x="966982" y="1788459"/>
                  <a:pt x="963583" y="1795727"/>
                  <a:pt x="961005" y="1800620"/>
                </a:cubicBezTo>
                <a:cubicBezTo>
                  <a:pt x="953979" y="1816141"/>
                  <a:pt x="949946" y="1824888"/>
                  <a:pt x="948904" y="1826861"/>
                </a:cubicBezTo>
                <a:lnTo>
                  <a:pt x="946771" y="1829084"/>
                </a:lnTo>
                <a:lnTo>
                  <a:pt x="939164" y="1826265"/>
                </a:lnTo>
                <a:lnTo>
                  <a:pt x="939977" y="1822171"/>
                </a:lnTo>
                <a:cubicBezTo>
                  <a:pt x="942804" y="1815710"/>
                  <a:pt x="946914" y="1807264"/>
                  <a:pt x="952307" y="1796832"/>
                </a:cubicBezTo>
                <a:lnTo>
                  <a:pt x="962320" y="1777320"/>
                </a:lnTo>
                <a:close/>
                <a:moveTo>
                  <a:pt x="2114882" y="1217351"/>
                </a:moveTo>
                <a:lnTo>
                  <a:pt x="2119608" y="1220115"/>
                </a:lnTo>
                <a:lnTo>
                  <a:pt x="2123136" y="1220979"/>
                </a:lnTo>
                <a:lnTo>
                  <a:pt x="2125754" y="1222129"/>
                </a:lnTo>
                <a:lnTo>
                  <a:pt x="2131086" y="1222926"/>
                </a:lnTo>
                <a:lnTo>
                  <a:pt x="2158484" y="1229636"/>
                </a:lnTo>
                <a:cubicBezTo>
                  <a:pt x="2177923" y="1229620"/>
                  <a:pt x="2193562" y="1223696"/>
                  <a:pt x="2205399" y="1211863"/>
                </a:cubicBezTo>
                <a:cubicBezTo>
                  <a:pt x="2204241" y="1211774"/>
                  <a:pt x="2203401" y="1211189"/>
                  <a:pt x="2202882" y="1210107"/>
                </a:cubicBezTo>
                <a:cubicBezTo>
                  <a:pt x="2189587" y="1221030"/>
                  <a:pt x="2173662" y="1226498"/>
                  <a:pt x="2155105" y="1226514"/>
                </a:cubicBezTo>
                <a:lnTo>
                  <a:pt x="2131086" y="1222926"/>
                </a:lnTo>
                <a:lnTo>
                  <a:pt x="2123136" y="1220979"/>
                </a:lnTo>
                <a:close/>
                <a:moveTo>
                  <a:pt x="1547542" y="1483451"/>
                </a:moveTo>
                <a:lnTo>
                  <a:pt x="1685171" y="1483336"/>
                </a:lnTo>
                <a:lnTo>
                  <a:pt x="1692580" y="1506547"/>
                </a:lnTo>
                <a:lnTo>
                  <a:pt x="1554523" y="1506662"/>
                </a:lnTo>
                <a:close/>
                <a:moveTo>
                  <a:pt x="1376473" y="1563168"/>
                </a:moveTo>
                <a:lnTo>
                  <a:pt x="1377013" y="1564257"/>
                </a:lnTo>
                <a:lnTo>
                  <a:pt x="1379501" y="1565582"/>
                </a:lnTo>
                <a:close/>
                <a:moveTo>
                  <a:pt x="866332" y="1791050"/>
                </a:moveTo>
                <a:cubicBezTo>
                  <a:pt x="860074" y="1796313"/>
                  <a:pt x="856947" y="1802863"/>
                  <a:pt x="856954" y="1810702"/>
                </a:cubicBezTo>
                <a:lnTo>
                  <a:pt x="864741" y="1827590"/>
                </a:lnTo>
                <a:lnTo>
                  <a:pt x="859635" y="1813562"/>
                </a:lnTo>
                <a:cubicBezTo>
                  <a:pt x="859628" y="1805054"/>
                  <a:pt x="862650" y="1798148"/>
                  <a:pt x="868701" y="1792843"/>
                </a:cubicBezTo>
                <a:cubicBezTo>
                  <a:pt x="874752" y="1787538"/>
                  <a:pt x="882539" y="1784882"/>
                  <a:pt x="892061" y="1784874"/>
                </a:cubicBezTo>
                <a:cubicBezTo>
                  <a:pt x="896501" y="1784870"/>
                  <a:pt x="900687" y="1785351"/>
                  <a:pt x="904618" y="1786315"/>
                </a:cubicBezTo>
                <a:lnTo>
                  <a:pt x="907356" y="1787393"/>
                </a:lnTo>
                <a:lnTo>
                  <a:pt x="904992" y="1785909"/>
                </a:lnTo>
                <a:cubicBezTo>
                  <a:pt x="900297" y="1784061"/>
                  <a:pt x="895327" y="1783139"/>
                  <a:pt x="890083" y="1783143"/>
                </a:cubicBezTo>
                <a:cubicBezTo>
                  <a:pt x="880508" y="1783151"/>
                  <a:pt x="872592" y="1785787"/>
                  <a:pt x="866332" y="1791050"/>
                </a:cubicBezTo>
                <a:close/>
                <a:moveTo>
                  <a:pt x="862449" y="1769549"/>
                </a:moveTo>
                <a:cubicBezTo>
                  <a:pt x="869969" y="1767012"/>
                  <a:pt x="878336" y="1765740"/>
                  <a:pt x="887550" y="1765732"/>
                </a:cubicBezTo>
                <a:cubicBezTo>
                  <a:pt x="899102" y="1765723"/>
                  <a:pt x="912638" y="1767808"/>
                  <a:pt x="928155" y="1771989"/>
                </a:cubicBezTo>
                <a:cubicBezTo>
                  <a:pt x="934914" y="1773842"/>
                  <a:pt x="939905" y="1774767"/>
                  <a:pt x="943128" y="1774765"/>
                </a:cubicBezTo>
                <a:cubicBezTo>
                  <a:pt x="947348" y="1774761"/>
                  <a:pt x="952491" y="1773114"/>
                  <a:pt x="958558" y="1769824"/>
                </a:cubicBezTo>
                <a:lnTo>
                  <a:pt x="963462" y="1772378"/>
                </a:lnTo>
                <a:cubicBezTo>
                  <a:pt x="958172" y="1780917"/>
                  <a:pt x="954060" y="1788792"/>
                  <a:pt x="951127" y="1796005"/>
                </a:cubicBezTo>
                <a:cubicBezTo>
                  <a:pt x="945169" y="1810692"/>
                  <a:pt x="941158" y="1819792"/>
                  <a:pt x="939095" y="1823307"/>
                </a:cubicBezTo>
                <a:lnTo>
                  <a:pt x="934692" y="1825561"/>
                </a:lnTo>
                <a:cubicBezTo>
                  <a:pt x="933095" y="1823171"/>
                  <a:pt x="932152" y="1821399"/>
                  <a:pt x="931864" y="1820246"/>
                </a:cubicBezTo>
                <a:lnTo>
                  <a:pt x="928530" y="1810530"/>
                </a:lnTo>
                <a:lnTo>
                  <a:pt x="926258" y="1811665"/>
                </a:lnTo>
                <a:cubicBezTo>
                  <a:pt x="915030" y="1800279"/>
                  <a:pt x="903719" y="1794591"/>
                  <a:pt x="892322" y="1794601"/>
                </a:cubicBezTo>
                <a:cubicBezTo>
                  <a:pt x="885760" y="1794606"/>
                  <a:pt x="880357" y="1796479"/>
                  <a:pt x="876114" y="1800219"/>
                </a:cubicBezTo>
                <a:cubicBezTo>
                  <a:pt x="871871" y="1803959"/>
                  <a:pt x="869751" y="1808695"/>
                  <a:pt x="869756" y="1814428"/>
                </a:cubicBezTo>
                <a:cubicBezTo>
                  <a:pt x="869762" y="1820708"/>
                  <a:pt x="874283" y="1827323"/>
                  <a:pt x="883321" y="1834271"/>
                </a:cubicBezTo>
                <a:lnTo>
                  <a:pt x="885739" y="1836437"/>
                </a:lnTo>
                <a:lnTo>
                  <a:pt x="884827" y="1838190"/>
                </a:lnTo>
                <a:lnTo>
                  <a:pt x="891471" y="1841213"/>
                </a:lnTo>
                <a:lnTo>
                  <a:pt x="916113" y="1847178"/>
                </a:lnTo>
                <a:cubicBezTo>
                  <a:pt x="934458" y="1851588"/>
                  <a:pt x="948219" y="1858664"/>
                  <a:pt x="957398" y="1868406"/>
                </a:cubicBezTo>
                <a:lnTo>
                  <a:pt x="957441" y="1868474"/>
                </a:lnTo>
                <a:lnTo>
                  <a:pt x="957436" y="1863650"/>
                </a:lnTo>
                <a:cubicBezTo>
                  <a:pt x="974724" y="1874732"/>
                  <a:pt x="983375" y="1889436"/>
                  <a:pt x="983390" y="1907760"/>
                </a:cubicBezTo>
                <a:cubicBezTo>
                  <a:pt x="983406" y="1927190"/>
                  <a:pt x="975905" y="1943641"/>
                  <a:pt x="960887" y="1957114"/>
                </a:cubicBezTo>
                <a:cubicBezTo>
                  <a:pt x="945869" y="1970587"/>
                  <a:pt x="927643" y="1977333"/>
                  <a:pt x="906208" y="1977351"/>
                </a:cubicBezTo>
                <a:cubicBezTo>
                  <a:pt x="895330" y="1977360"/>
                  <a:pt x="885598" y="1976276"/>
                  <a:pt x="877012" y="1974098"/>
                </a:cubicBezTo>
                <a:lnTo>
                  <a:pt x="853665" y="1968390"/>
                </a:lnTo>
                <a:cubicBezTo>
                  <a:pt x="848339" y="1967055"/>
                  <a:pt x="842750" y="1966390"/>
                  <a:pt x="836899" y="1966395"/>
                </a:cubicBezTo>
                <a:cubicBezTo>
                  <a:pt x="831847" y="1966399"/>
                  <a:pt x="826215" y="1967525"/>
                  <a:pt x="820005" y="1969772"/>
                </a:cubicBezTo>
                <a:lnTo>
                  <a:pt x="816849" y="1961073"/>
                </a:lnTo>
                <a:cubicBezTo>
                  <a:pt x="823462" y="1957780"/>
                  <a:pt x="829609" y="1956132"/>
                  <a:pt x="835293" y="1956127"/>
                </a:cubicBezTo>
                <a:cubicBezTo>
                  <a:pt x="841324" y="1956122"/>
                  <a:pt x="848829" y="1957172"/>
                  <a:pt x="857808" y="1959276"/>
                </a:cubicBezTo>
                <a:lnTo>
                  <a:pt x="878481" y="1964263"/>
                </a:lnTo>
                <a:cubicBezTo>
                  <a:pt x="887163" y="1966349"/>
                  <a:pt x="896366" y="1967387"/>
                  <a:pt x="906091" y="1967379"/>
                </a:cubicBezTo>
                <a:cubicBezTo>
                  <a:pt x="924767" y="1967364"/>
                  <a:pt x="940636" y="1961416"/>
                  <a:pt x="953698" y="1949536"/>
                </a:cubicBezTo>
                <a:cubicBezTo>
                  <a:pt x="966759" y="1937656"/>
                  <a:pt x="973283" y="1923352"/>
                  <a:pt x="973269" y="1906625"/>
                </a:cubicBezTo>
                <a:cubicBezTo>
                  <a:pt x="973263" y="1899578"/>
                  <a:pt x="971941" y="1892895"/>
                  <a:pt x="969303" y="1886575"/>
                </a:cubicBezTo>
                <a:lnTo>
                  <a:pt x="959692" y="1872094"/>
                </a:lnTo>
                <a:lnTo>
                  <a:pt x="967728" y="1885018"/>
                </a:lnTo>
                <a:cubicBezTo>
                  <a:pt x="970026" y="1891222"/>
                  <a:pt x="971178" y="1898092"/>
                  <a:pt x="971184" y="1905629"/>
                </a:cubicBezTo>
                <a:cubicBezTo>
                  <a:pt x="971198" y="1922429"/>
                  <a:pt x="964885" y="1936545"/>
                  <a:pt x="952245" y="1947977"/>
                </a:cubicBezTo>
                <a:cubicBezTo>
                  <a:pt x="939605" y="1959408"/>
                  <a:pt x="924023" y="1965132"/>
                  <a:pt x="905498" y="1965147"/>
                </a:cubicBezTo>
                <a:cubicBezTo>
                  <a:pt x="894037" y="1965157"/>
                  <a:pt x="881382" y="1963458"/>
                  <a:pt x="867534" y="1960051"/>
                </a:cubicBezTo>
                <a:lnTo>
                  <a:pt x="849141" y="1955532"/>
                </a:lnTo>
                <a:cubicBezTo>
                  <a:pt x="843273" y="1954140"/>
                  <a:pt x="838267" y="1953446"/>
                  <a:pt x="834123" y="1953449"/>
                </a:cubicBezTo>
                <a:cubicBezTo>
                  <a:pt x="828762" y="1953454"/>
                  <a:pt x="822270" y="1955348"/>
                  <a:pt x="814648" y="1959130"/>
                </a:cubicBezTo>
                <a:lnTo>
                  <a:pt x="811590" y="1954001"/>
                </a:lnTo>
                <a:cubicBezTo>
                  <a:pt x="823781" y="1935046"/>
                  <a:pt x="832538" y="1916776"/>
                  <a:pt x="837859" y="1899191"/>
                </a:cubicBezTo>
                <a:lnTo>
                  <a:pt x="845360" y="1900608"/>
                </a:lnTo>
                <a:lnTo>
                  <a:pt x="862432" y="1935069"/>
                </a:lnTo>
                <a:lnTo>
                  <a:pt x="849637" y="1907111"/>
                </a:lnTo>
                <a:lnTo>
                  <a:pt x="858986" y="1905736"/>
                </a:lnTo>
                <a:cubicBezTo>
                  <a:pt x="862794" y="1923857"/>
                  <a:pt x="872666" y="1936621"/>
                  <a:pt x="888603" y="1944025"/>
                </a:cubicBezTo>
                <a:lnTo>
                  <a:pt x="888605" y="1946308"/>
                </a:lnTo>
                <a:lnTo>
                  <a:pt x="901084" y="1948036"/>
                </a:lnTo>
                <a:cubicBezTo>
                  <a:pt x="913431" y="1948025"/>
                  <a:pt x="923120" y="1945258"/>
                  <a:pt x="930150" y="1939733"/>
                </a:cubicBezTo>
                <a:cubicBezTo>
                  <a:pt x="937181" y="1934208"/>
                  <a:pt x="940692" y="1926823"/>
                  <a:pt x="940685" y="1917579"/>
                </a:cubicBezTo>
                <a:lnTo>
                  <a:pt x="939359" y="1909827"/>
                </a:lnTo>
                <a:lnTo>
                  <a:pt x="936456" y="1911187"/>
                </a:lnTo>
                <a:cubicBezTo>
                  <a:pt x="931294" y="1905811"/>
                  <a:pt x="926293" y="1902019"/>
                  <a:pt x="921452" y="1899811"/>
                </a:cubicBezTo>
                <a:cubicBezTo>
                  <a:pt x="916612" y="1897604"/>
                  <a:pt x="907048" y="1894829"/>
                  <a:pt x="892761" y="1891488"/>
                </a:cubicBezTo>
                <a:cubicBezTo>
                  <a:pt x="871518" y="1886591"/>
                  <a:pt x="857033" y="1882242"/>
                  <a:pt x="849305" y="1878440"/>
                </a:cubicBezTo>
                <a:cubicBezTo>
                  <a:pt x="841578" y="1874638"/>
                  <a:pt x="836908" y="1867992"/>
                  <a:pt x="835295" y="1858501"/>
                </a:cubicBezTo>
                <a:lnTo>
                  <a:pt x="844853" y="1861879"/>
                </a:lnTo>
                <a:lnTo>
                  <a:pt x="838137" y="1857388"/>
                </a:lnTo>
                <a:cubicBezTo>
                  <a:pt x="829368" y="1848528"/>
                  <a:pt x="824978" y="1836245"/>
                  <a:pt x="824964" y="1820539"/>
                </a:cubicBezTo>
                <a:cubicBezTo>
                  <a:pt x="824951" y="1804280"/>
                  <a:pt x="830771" y="1791084"/>
                  <a:pt x="842427" y="1780953"/>
                </a:cubicBezTo>
                <a:cubicBezTo>
                  <a:pt x="848254" y="1775887"/>
                  <a:pt x="854928" y="1772086"/>
                  <a:pt x="862449" y="1769549"/>
                </a:cubicBezTo>
                <a:close/>
                <a:moveTo>
                  <a:pt x="452925" y="1964631"/>
                </a:moveTo>
                <a:lnTo>
                  <a:pt x="613888" y="1964497"/>
                </a:lnTo>
                <a:lnTo>
                  <a:pt x="617666" y="1958929"/>
                </a:lnTo>
                <a:cubicBezTo>
                  <a:pt x="603944" y="1946755"/>
                  <a:pt x="594057" y="1931738"/>
                  <a:pt x="588005" y="1913878"/>
                </a:cubicBezTo>
                <a:lnTo>
                  <a:pt x="598014" y="1916337"/>
                </a:lnTo>
                <a:cubicBezTo>
                  <a:pt x="603559" y="1929215"/>
                  <a:pt x="612873" y="1942427"/>
                  <a:pt x="625954" y="1955974"/>
                </a:cubicBezTo>
                <a:lnTo>
                  <a:pt x="628291" y="1957816"/>
                </a:lnTo>
                <a:lnTo>
                  <a:pt x="619440" y="1974315"/>
                </a:lnTo>
                <a:lnTo>
                  <a:pt x="456529" y="1974451"/>
                </a:lnTo>
                <a:close/>
                <a:moveTo>
                  <a:pt x="811155" y="1775321"/>
                </a:moveTo>
                <a:lnTo>
                  <a:pt x="817369" y="1780995"/>
                </a:lnTo>
                <a:cubicBezTo>
                  <a:pt x="810394" y="1790718"/>
                  <a:pt x="803193" y="1805585"/>
                  <a:pt x="795765" y="1825598"/>
                </a:cubicBezTo>
                <a:lnTo>
                  <a:pt x="793838" y="1828318"/>
                </a:lnTo>
                <a:lnTo>
                  <a:pt x="786350" y="1823546"/>
                </a:lnTo>
                <a:lnTo>
                  <a:pt x="787161" y="1819617"/>
                </a:lnTo>
                <a:cubicBezTo>
                  <a:pt x="794299" y="1799582"/>
                  <a:pt x="801342" y="1785474"/>
                  <a:pt x="808290" y="1777293"/>
                </a:cubicBezTo>
                <a:close/>
                <a:moveTo>
                  <a:pt x="1377787" y="1499460"/>
                </a:moveTo>
                <a:lnTo>
                  <a:pt x="1386185" y="1503723"/>
                </a:lnTo>
                <a:lnTo>
                  <a:pt x="1409681" y="1509539"/>
                </a:lnTo>
                <a:cubicBezTo>
                  <a:pt x="1425908" y="1513581"/>
                  <a:pt x="1436900" y="1517155"/>
                  <a:pt x="1442655" y="1520263"/>
                </a:cubicBezTo>
                <a:lnTo>
                  <a:pt x="1448609" y="1525460"/>
                </a:lnTo>
                <a:lnTo>
                  <a:pt x="1444764" y="1519490"/>
                </a:lnTo>
                <a:cubicBezTo>
                  <a:pt x="1434128" y="1513932"/>
                  <a:pt x="1417131" y="1508874"/>
                  <a:pt x="1393773" y="1504317"/>
                </a:cubicBezTo>
                <a:close/>
                <a:moveTo>
                  <a:pt x="2152728" y="1127742"/>
                </a:moveTo>
                <a:cubicBezTo>
                  <a:pt x="2138315" y="1136632"/>
                  <a:pt x="2131117" y="1149696"/>
                  <a:pt x="2131131" y="1166935"/>
                </a:cubicBezTo>
                <a:cubicBezTo>
                  <a:pt x="2131139" y="1176350"/>
                  <a:pt x="2133478" y="1184314"/>
                  <a:pt x="2138148" y="1190827"/>
                </a:cubicBezTo>
                <a:cubicBezTo>
                  <a:pt x="2142819" y="1197339"/>
                  <a:pt x="2150146" y="1202118"/>
                  <a:pt x="2160132" y="1205162"/>
                </a:cubicBezTo>
                <a:lnTo>
                  <a:pt x="2160134" y="1208529"/>
                </a:lnTo>
                <a:lnTo>
                  <a:pt x="2165002" y="1208035"/>
                </a:lnTo>
                <a:cubicBezTo>
                  <a:pt x="2173782" y="1206212"/>
                  <a:pt x="2181795" y="1201663"/>
                  <a:pt x="2189041" y="1194390"/>
                </a:cubicBezTo>
                <a:cubicBezTo>
                  <a:pt x="2176615" y="1178218"/>
                  <a:pt x="2164510" y="1156003"/>
                  <a:pt x="2152728" y="1127742"/>
                </a:cubicBezTo>
                <a:close/>
                <a:moveTo>
                  <a:pt x="2148126" y="1117098"/>
                </a:moveTo>
                <a:cubicBezTo>
                  <a:pt x="2139533" y="1121197"/>
                  <a:pt x="2132293" y="1127665"/>
                  <a:pt x="2126405" y="1136502"/>
                </a:cubicBezTo>
                <a:cubicBezTo>
                  <a:pt x="2120518" y="1145340"/>
                  <a:pt x="2117579" y="1155504"/>
                  <a:pt x="2117588" y="1166995"/>
                </a:cubicBezTo>
                <a:cubicBezTo>
                  <a:pt x="2117598" y="1179111"/>
                  <a:pt x="2121260" y="1189134"/>
                  <a:pt x="2128575" y="1197067"/>
                </a:cubicBezTo>
                <a:cubicBezTo>
                  <a:pt x="2132233" y="1201033"/>
                  <a:pt x="2136343" y="1204006"/>
                  <a:pt x="2140909" y="1205987"/>
                </a:cubicBezTo>
                <a:lnTo>
                  <a:pt x="2141444" y="1206092"/>
                </a:lnTo>
                <a:lnTo>
                  <a:pt x="2130995" y="1197766"/>
                </a:lnTo>
                <a:cubicBezTo>
                  <a:pt x="2124449" y="1189614"/>
                  <a:pt x="2121171" y="1179825"/>
                  <a:pt x="2121161" y="1168401"/>
                </a:cubicBezTo>
                <a:cubicBezTo>
                  <a:pt x="2121148" y="1152409"/>
                  <a:pt x="2126472" y="1139291"/>
                  <a:pt x="2137136" y="1129045"/>
                </a:cubicBezTo>
                <a:lnTo>
                  <a:pt x="2149072" y="1120136"/>
                </a:lnTo>
                <a:close/>
                <a:moveTo>
                  <a:pt x="732887" y="1788185"/>
                </a:moveTo>
                <a:lnTo>
                  <a:pt x="734003" y="1788184"/>
                </a:lnTo>
                <a:lnTo>
                  <a:pt x="734131" y="1942194"/>
                </a:lnTo>
                <a:lnTo>
                  <a:pt x="735323" y="1943584"/>
                </a:lnTo>
                <a:lnTo>
                  <a:pt x="735196" y="1790116"/>
                </a:lnTo>
                <a:lnTo>
                  <a:pt x="747974" y="1789810"/>
                </a:lnTo>
                <a:lnTo>
                  <a:pt x="765141" y="1792099"/>
                </a:lnTo>
                <a:lnTo>
                  <a:pt x="758718" y="1789013"/>
                </a:lnTo>
                <a:cubicBezTo>
                  <a:pt x="755058" y="1788053"/>
                  <a:pt x="750739" y="1787575"/>
                  <a:pt x="745760" y="1787579"/>
                </a:cubicBezTo>
                <a:cubicBezTo>
                  <a:pt x="741547" y="1787583"/>
                  <a:pt x="737255" y="1787785"/>
                  <a:pt x="732887" y="1788185"/>
                </a:cubicBezTo>
                <a:close/>
                <a:moveTo>
                  <a:pt x="1852675" y="1230040"/>
                </a:moveTo>
                <a:lnTo>
                  <a:pt x="2008105" y="1229910"/>
                </a:lnTo>
                <a:lnTo>
                  <a:pt x="2011286" y="1224143"/>
                </a:lnTo>
                <a:cubicBezTo>
                  <a:pt x="2000813" y="1211746"/>
                  <a:pt x="1992252" y="1197208"/>
                  <a:pt x="1985605" y="1180527"/>
                </a:cubicBezTo>
                <a:lnTo>
                  <a:pt x="1984980" y="1175203"/>
                </a:lnTo>
                <a:lnTo>
                  <a:pt x="1995046" y="1177680"/>
                </a:lnTo>
                <a:lnTo>
                  <a:pt x="1996612" y="1181474"/>
                </a:lnTo>
                <a:cubicBezTo>
                  <a:pt x="2002979" y="1195510"/>
                  <a:pt x="2010827" y="1208863"/>
                  <a:pt x="2020158" y="1221533"/>
                </a:cubicBezTo>
                <a:lnTo>
                  <a:pt x="2021327" y="1223388"/>
                </a:lnTo>
                <a:lnTo>
                  <a:pt x="2013615" y="1239729"/>
                </a:lnTo>
                <a:lnTo>
                  <a:pt x="1857999" y="1239858"/>
                </a:lnTo>
                <a:close/>
                <a:moveTo>
                  <a:pt x="2214800" y="1054100"/>
                </a:moveTo>
                <a:lnTo>
                  <a:pt x="2216920" y="1064381"/>
                </a:lnTo>
                <a:cubicBezTo>
                  <a:pt x="2216936" y="1084554"/>
                  <a:pt x="2203671" y="1098744"/>
                  <a:pt x="2177123" y="1106954"/>
                </a:cubicBezTo>
                <a:cubicBezTo>
                  <a:pt x="2187223" y="1131144"/>
                  <a:pt x="2196903" y="1150902"/>
                  <a:pt x="2206165" y="1166228"/>
                </a:cubicBezTo>
                <a:cubicBezTo>
                  <a:pt x="2206092" y="1164394"/>
                  <a:pt x="2206455" y="1161950"/>
                  <a:pt x="2207253" y="1158895"/>
                </a:cubicBezTo>
                <a:cubicBezTo>
                  <a:pt x="2197337" y="1143993"/>
                  <a:pt x="2189005" y="1127373"/>
                  <a:pt x="2182257" y="1109038"/>
                </a:cubicBezTo>
                <a:lnTo>
                  <a:pt x="2187192" y="1106736"/>
                </a:lnTo>
                <a:cubicBezTo>
                  <a:pt x="2208415" y="1097930"/>
                  <a:pt x="2219020" y="1084709"/>
                  <a:pt x="2219005" y="1067075"/>
                </a:cubicBezTo>
                <a:close/>
                <a:moveTo>
                  <a:pt x="1478539" y="1402827"/>
                </a:moveTo>
                <a:lnTo>
                  <a:pt x="1486556" y="1406497"/>
                </a:lnTo>
                <a:lnTo>
                  <a:pt x="1485242" y="1406912"/>
                </a:lnTo>
                <a:cubicBezTo>
                  <a:pt x="1481023" y="1416555"/>
                  <a:pt x="1477624" y="1423824"/>
                  <a:pt x="1475045" y="1428717"/>
                </a:cubicBezTo>
                <a:cubicBezTo>
                  <a:pt x="1468019" y="1444238"/>
                  <a:pt x="1463986" y="1452985"/>
                  <a:pt x="1462944" y="1454958"/>
                </a:cubicBezTo>
                <a:lnTo>
                  <a:pt x="1460811" y="1457180"/>
                </a:lnTo>
                <a:lnTo>
                  <a:pt x="1453205" y="1454361"/>
                </a:lnTo>
                <a:lnTo>
                  <a:pt x="1454017" y="1450268"/>
                </a:lnTo>
                <a:cubicBezTo>
                  <a:pt x="1456845" y="1443807"/>
                  <a:pt x="1460954" y="1435361"/>
                  <a:pt x="1466347" y="1424929"/>
                </a:cubicBezTo>
                <a:lnTo>
                  <a:pt x="1476360" y="1405417"/>
                </a:lnTo>
                <a:close/>
                <a:moveTo>
                  <a:pt x="499070" y="1867706"/>
                </a:moveTo>
                <a:lnTo>
                  <a:pt x="499133" y="1943608"/>
                </a:lnTo>
                <a:lnTo>
                  <a:pt x="502407" y="1943605"/>
                </a:lnTo>
                <a:lnTo>
                  <a:pt x="502345" y="1868596"/>
                </a:lnTo>
                <a:lnTo>
                  <a:pt x="535166" y="1868568"/>
                </a:lnTo>
                <a:lnTo>
                  <a:pt x="534305" y="1867676"/>
                </a:lnTo>
                <a:close/>
                <a:moveTo>
                  <a:pt x="2182310" y="1055636"/>
                </a:moveTo>
                <a:cubicBezTo>
                  <a:pt x="2178391" y="1055639"/>
                  <a:pt x="2176434" y="1058638"/>
                  <a:pt x="2176439" y="1064631"/>
                </a:cubicBezTo>
                <a:cubicBezTo>
                  <a:pt x="2176443" y="1071106"/>
                  <a:pt x="2178429" y="1078235"/>
                  <a:pt x="2182395" y="1086020"/>
                </a:cubicBezTo>
                <a:cubicBezTo>
                  <a:pt x="2190041" y="1081357"/>
                  <a:pt x="2193859" y="1073970"/>
                  <a:pt x="2193851" y="1063859"/>
                </a:cubicBezTo>
                <a:lnTo>
                  <a:pt x="2191884" y="1058269"/>
                </a:lnTo>
                <a:lnTo>
                  <a:pt x="2191596" y="1058691"/>
                </a:lnTo>
                <a:lnTo>
                  <a:pt x="2187687" y="1057383"/>
                </a:lnTo>
                <a:cubicBezTo>
                  <a:pt x="2185723" y="1056217"/>
                  <a:pt x="2183930" y="1055635"/>
                  <a:pt x="2182310" y="1055636"/>
                </a:cubicBezTo>
                <a:close/>
                <a:moveTo>
                  <a:pt x="557971" y="1826199"/>
                </a:moveTo>
                <a:lnTo>
                  <a:pt x="567797" y="1829281"/>
                </a:lnTo>
                <a:lnTo>
                  <a:pt x="567854" y="1898514"/>
                </a:lnTo>
                <a:lnTo>
                  <a:pt x="558029" y="1895539"/>
                </a:lnTo>
                <a:close/>
                <a:moveTo>
                  <a:pt x="2167820" y="1049419"/>
                </a:moveTo>
                <a:cubicBezTo>
                  <a:pt x="2165622" y="1052114"/>
                  <a:pt x="2164525" y="1056155"/>
                  <a:pt x="2164529" y="1061542"/>
                </a:cubicBezTo>
                <a:lnTo>
                  <a:pt x="2171206" y="1090195"/>
                </a:lnTo>
                <a:lnTo>
                  <a:pt x="2174223" y="1089036"/>
                </a:lnTo>
                <a:lnTo>
                  <a:pt x="2169003" y="1075632"/>
                </a:lnTo>
                <a:cubicBezTo>
                  <a:pt x="2167811" y="1071402"/>
                  <a:pt x="2167214" y="1067529"/>
                  <a:pt x="2167211" y="1064013"/>
                </a:cubicBezTo>
                <a:cubicBezTo>
                  <a:pt x="2167201" y="1052285"/>
                  <a:pt x="2172076" y="1046417"/>
                  <a:pt x="2181835" y="1046409"/>
                </a:cubicBezTo>
                <a:lnTo>
                  <a:pt x="2184828" y="1047311"/>
                </a:lnTo>
                <a:lnTo>
                  <a:pt x="2183984" y="1046673"/>
                </a:lnTo>
                <a:cubicBezTo>
                  <a:pt x="2182073" y="1045803"/>
                  <a:pt x="2179984" y="1045369"/>
                  <a:pt x="2177718" y="1045371"/>
                </a:cubicBezTo>
                <a:cubicBezTo>
                  <a:pt x="2173317" y="1045375"/>
                  <a:pt x="2170018" y="1046724"/>
                  <a:pt x="2167820" y="1049419"/>
                </a:cubicBezTo>
                <a:close/>
                <a:moveTo>
                  <a:pt x="252901" y="1964798"/>
                </a:moveTo>
                <a:lnTo>
                  <a:pt x="413863" y="1964664"/>
                </a:lnTo>
                <a:lnTo>
                  <a:pt x="417641" y="1959096"/>
                </a:lnTo>
                <a:cubicBezTo>
                  <a:pt x="403919" y="1946922"/>
                  <a:pt x="394032" y="1931905"/>
                  <a:pt x="387980" y="1914044"/>
                </a:cubicBezTo>
                <a:lnTo>
                  <a:pt x="397989" y="1916503"/>
                </a:lnTo>
                <a:cubicBezTo>
                  <a:pt x="403534" y="1929382"/>
                  <a:pt x="412847" y="1942594"/>
                  <a:pt x="425929" y="1956140"/>
                </a:cubicBezTo>
                <a:lnTo>
                  <a:pt x="428266" y="1957982"/>
                </a:lnTo>
                <a:lnTo>
                  <a:pt x="419415" y="1974482"/>
                </a:lnTo>
                <a:lnTo>
                  <a:pt x="256504" y="1974618"/>
                </a:lnTo>
                <a:close/>
                <a:moveTo>
                  <a:pt x="1380373" y="1419146"/>
                </a:moveTo>
                <a:cubicBezTo>
                  <a:pt x="1374114" y="1424409"/>
                  <a:pt x="1370988" y="1430960"/>
                  <a:pt x="1370994" y="1438798"/>
                </a:cubicBezTo>
                <a:lnTo>
                  <a:pt x="1378781" y="1455686"/>
                </a:lnTo>
                <a:lnTo>
                  <a:pt x="1373676" y="1441659"/>
                </a:lnTo>
                <a:cubicBezTo>
                  <a:pt x="1373669" y="1433151"/>
                  <a:pt x="1376691" y="1426244"/>
                  <a:pt x="1382742" y="1420940"/>
                </a:cubicBezTo>
                <a:cubicBezTo>
                  <a:pt x="1388793" y="1415635"/>
                  <a:pt x="1396579" y="1412979"/>
                  <a:pt x="1406101" y="1412970"/>
                </a:cubicBezTo>
                <a:cubicBezTo>
                  <a:pt x="1410542" y="1412967"/>
                  <a:pt x="1414727" y="1413447"/>
                  <a:pt x="1418658" y="1414411"/>
                </a:cubicBezTo>
                <a:lnTo>
                  <a:pt x="1421396" y="1415490"/>
                </a:lnTo>
                <a:lnTo>
                  <a:pt x="1419032" y="1414006"/>
                </a:lnTo>
                <a:cubicBezTo>
                  <a:pt x="1414337" y="1412157"/>
                  <a:pt x="1409368" y="1411235"/>
                  <a:pt x="1404123" y="1411240"/>
                </a:cubicBezTo>
                <a:cubicBezTo>
                  <a:pt x="1394548" y="1411248"/>
                  <a:pt x="1386632" y="1413883"/>
                  <a:pt x="1380373" y="1419146"/>
                </a:cubicBezTo>
                <a:close/>
                <a:moveTo>
                  <a:pt x="2150063" y="1040924"/>
                </a:moveTo>
                <a:cubicBezTo>
                  <a:pt x="2157092" y="1032389"/>
                  <a:pt x="2166421" y="1028116"/>
                  <a:pt x="2178047" y="1028107"/>
                </a:cubicBezTo>
                <a:cubicBezTo>
                  <a:pt x="2188766" y="1028098"/>
                  <a:pt x="2197922" y="1031655"/>
                  <a:pt x="2205516" y="1038778"/>
                </a:cubicBezTo>
                <a:lnTo>
                  <a:pt x="2213302" y="1049476"/>
                </a:lnTo>
                <a:lnTo>
                  <a:pt x="2212520" y="1047063"/>
                </a:lnTo>
                <a:lnTo>
                  <a:pt x="2210946" y="1040609"/>
                </a:lnTo>
                <a:cubicBezTo>
                  <a:pt x="2222760" y="1048536"/>
                  <a:pt x="2228672" y="1058084"/>
                  <a:pt x="2228681" y="1069252"/>
                </a:cubicBezTo>
                <a:cubicBezTo>
                  <a:pt x="2228697" y="1088997"/>
                  <a:pt x="2216962" y="1104154"/>
                  <a:pt x="2193472" y="1114724"/>
                </a:cubicBezTo>
                <a:cubicBezTo>
                  <a:pt x="2200028" y="1128935"/>
                  <a:pt x="2205088" y="1140804"/>
                  <a:pt x="2208653" y="1150329"/>
                </a:cubicBezTo>
                <a:cubicBezTo>
                  <a:pt x="2208554" y="1147523"/>
                  <a:pt x="2208502" y="1143898"/>
                  <a:pt x="2208499" y="1139451"/>
                </a:cubicBezTo>
                <a:cubicBezTo>
                  <a:pt x="2208493" y="1132456"/>
                  <a:pt x="2208066" y="1125533"/>
                  <a:pt x="2207219" y="1118681"/>
                </a:cubicBezTo>
                <a:lnTo>
                  <a:pt x="2213454" y="1120160"/>
                </a:lnTo>
                <a:cubicBezTo>
                  <a:pt x="2226265" y="1129984"/>
                  <a:pt x="2239019" y="1137468"/>
                  <a:pt x="2251718" y="1142610"/>
                </a:cubicBezTo>
                <a:cubicBezTo>
                  <a:pt x="2239622" y="1156412"/>
                  <a:pt x="2229178" y="1170812"/>
                  <a:pt x="2220381" y="1185813"/>
                </a:cubicBezTo>
                <a:cubicBezTo>
                  <a:pt x="2230764" y="1200003"/>
                  <a:pt x="2240765" y="1207095"/>
                  <a:pt x="2250381" y="1207087"/>
                </a:cubicBezTo>
                <a:lnTo>
                  <a:pt x="2252410" y="1206377"/>
                </a:lnTo>
                <a:lnTo>
                  <a:pt x="2246436" y="1205330"/>
                </a:lnTo>
                <a:cubicBezTo>
                  <a:pt x="2239144" y="1202708"/>
                  <a:pt x="2232364" y="1196143"/>
                  <a:pt x="2226097" y="1185636"/>
                </a:cubicBezTo>
                <a:cubicBezTo>
                  <a:pt x="2233547" y="1171234"/>
                  <a:pt x="2242573" y="1159015"/>
                  <a:pt x="2253176" y="1148981"/>
                </a:cubicBezTo>
                <a:lnTo>
                  <a:pt x="2259315" y="1153869"/>
                </a:lnTo>
                <a:cubicBezTo>
                  <a:pt x="2253576" y="1160349"/>
                  <a:pt x="2248749" y="1166232"/>
                  <a:pt x="2244836" y="1171516"/>
                </a:cubicBezTo>
                <a:lnTo>
                  <a:pt x="2236121" y="1185125"/>
                </a:lnTo>
                <a:lnTo>
                  <a:pt x="2236361" y="1185239"/>
                </a:lnTo>
                <a:cubicBezTo>
                  <a:pt x="2243836" y="1193853"/>
                  <a:pt x="2250555" y="1198157"/>
                  <a:pt x="2256517" y="1198152"/>
                </a:cubicBezTo>
                <a:cubicBezTo>
                  <a:pt x="2257735" y="1198151"/>
                  <a:pt x="2260528" y="1197849"/>
                  <a:pt x="2264895" y="1197247"/>
                </a:cubicBezTo>
                <a:lnTo>
                  <a:pt x="2264898" y="1200470"/>
                </a:lnTo>
                <a:lnTo>
                  <a:pt x="2267438" y="1199482"/>
                </a:lnTo>
                <a:cubicBezTo>
                  <a:pt x="2272828" y="1199477"/>
                  <a:pt x="2275524" y="1201830"/>
                  <a:pt x="2275528" y="1206538"/>
                </a:cubicBezTo>
                <a:cubicBezTo>
                  <a:pt x="2275532" y="1211714"/>
                  <a:pt x="2271972" y="1216547"/>
                  <a:pt x="2264849" y="1221036"/>
                </a:cubicBezTo>
                <a:cubicBezTo>
                  <a:pt x="2257725" y="1225526"/>
                  <a:pt x="2250671" y="1227773"/>
                  <a:pt x="2243687" y="1227779"/>
                </a:cubicBezTo>
                <a:lnTo>
                  <a:pt x="2230655" y="1225498"/>
                </a:lnTo>
                <a:lnTo>
                  <a:pt x="2238563" y="1228167"/>
                </a:lnTo>
                <a:cubicBezTo>
                  <a:pt x="2242367" y="1229099"/>
                  <a:pt x="2245831" y="1229564"/>
                  <a:pt x="2248956" y="1229561"/>
                </a:cubicBezTo>
                <a:cubicBezTo>
                  <a:pt x="2260066" y="1229552"/>
                  <a:pt x="2268921" y="1223810"/>
                  <a:pt x="2275520" y="1212335"/>
                </a:cubicBezTo>
                <a:lnTo>
                  <a:pt x="2277365" y="1209782"/>
                </a:lnTo>
                <a:lnTo>
                  <a:pt x="2285483" y="1212276"/>
                </a:lnTo>
                <a:cubicBezTo>
                  <a:pt x="2283116" y="1220921"/>
                  <a:pt x="2278787" y="1227573"/>
                  <a:pt x="2272493" y="1232233"/>
                </a:cubicBezTo>
                <a:cubicBezTo>
                  <a:pt x="2266200" y="1236893"/>
                  <a:pt x="2259475" y="1239226"/>
                  <a:pt x="2252319" y="1239232"/>
                </a:cubicBezTo>
                <a:cubicBezTo>
                  <a:pt x="2242520" y="1239240"/>
                  <a:pt x="2233791" y="1236005"/>
                  <a:pt x="2226134" y="1229526"/>
                </a:cubicBezTo>
                <a:lnTo>
                  <a:pt x="2226129" y="1224027"/>
                </a:lnTo>
                <a:lnTo>
                  <a:pt x="2212445" y="1216811"/>
                </a:lnTo>
                <a:cubicBezTo>
                  <a:pt x="2199130" y="1231890"/>
                  <a:pt x="2181146" y="1239440"/>
                  <a:pt x="2158494" y="1239459"/>
                </a:cubicBezTo>
                <a:cubicBezTo>
                  <a:pt x="2137536" y="1239477"/>
                  <a:pt x="2119319" y="1232156"/>
                  <a:pt x="2103843" y="1217499"/>
                </a:cubicBezTo>
                <a:lnTo>
                  <a:pt x="2106915" y="1212694"/>
                </a:lnTo>
                <a:lnTo>
                  <a:pt x="2111090" y="1215135"/>
                </a:lnTo>
                <a:lnTo>
                  <a:pt x="2102160" y="1208923"/>
                </a:lnTo>
                <a:cubicBezTo>
                  <a:pt x="2088348" y="1197178"/>
                  <a:pt x="2081435" y="1182034"/>
                  <a:pt x="2081420" y="1163490"/>
                </a:cubicBezTo>
                <a:cubicBezTo>
                  <a:pt x="2081407" y="1147724"/>
                  <a:pt x="2086353" y="1134731"/>
                  <a:pt x="2096259" y="1124512"/>
                </a:cubicBezTo>
                <a:cubicBezTo>
                  <a:pt x="2106166" y="1114293"/>
                  <a:pt x="2121450" y="1105927"/>
                  <a:pt x="2142114" y="1099416"/>
                </a:cubicBezTo>
                <a:lnTo>
                  <a:pt x="2143434" y="1099236"/>
                </a:lnTo>
                <a:cubicBezTo>
                  <a:pt x="2140844" y="1091353"/>
                  <a:pt x="2139544" y="1083072"/>
                  <a:pt x="2139537" y="1074392"/>
                </a:cubicBezTo>
                <a:cubicBezTo>
                  <a:pt x="2139526" y="1060616"/>
                  <a:pt x="2143035" y="1049460"/>
                  <a:pt x="2150063" y="1040924"/>
                </a:cubicBezTo>
                <a:close/>
                <a:moveTo>
                  <a:pt x="626341" y="1769224"/>
                </a:moveTo>
                <a:lnTo>
                  <a:pt x="808115" y="1769073"/>
                </a:lnTo>
                <a:cubicBezTo>
                  <a:pt x="806998" y="1773625"/>
                  <a:pt x="806348" y="1776096"/>
                  <a:pt x="806164" y="1776486"/>
                </a:cubicBezTo>
                <a:lnTo>
                  <a:pt x="796462" y="1793193"/>
                </a:lnTo>
                <a:cubicBezTo>
                  <a:pt x="792934" y="1799955"/>
                  <a:pt x="789759" y="1807863"/>
                  <a:pt x="786936" y="1816918"/>
                </a:cubicBezTo>
                <a:lnTo>
                  <a:pt x="785041" y="1819970"/>
                </a:lnTo>
                <a:lnTo>
                  <a:pt x="779444" y="1817770"/>
                </a:lnTo>
                <a:lnTo>
                  <a:pt x="778877" y="1815313"/>
                </a:lnTo>
                <a:lnTo>
                  <a:pt x="775537" y="1805964"/>
                </a:lnTo>
                <a:lnTo>
                  <a:pt x="763360" y="1801471"/>
                </a:lnTo>
                <a:cubicBezTo>
                  <a:pt x="758460" y="1800241"/>
                  <a:pt x="753666" y="1799628"/>
                  <a:pt x="748979" y="1799632"/>
                </a:cubicBezTo>
                <a:cubicBezTo>
                  <a:pt x="747035" y="1799633"/>
                  <a:pt x="745742" y="1799682"/>
                  <a:pt x="745101" y="1799777"/>
                </a:cubicBezTo>
                <a:lnTo>
                  <a:pt x="745801" y="1942879"/>
                </a:lnTo>
                <a:lnTo>
                  <a:pt x="769030" y="1974191"/>
                </a:lnTo>
                <a:lnTo>
                  <a:pt x="689949" y="1974256"/>
                </a:lnTo>
                <a:lnTo>
                  <a:pt x="684997" y="1964438"/>
                </a:lnTo>
                <a:lnTo>
                  <a:pt x="754895" y="1964380"/>
                </a:lnTo>
                <a:lnTo>
                  <a:pt x="746416" y="1956522"/>
                </a:lnTo>
                <a:lnTo>
                  <a:pt x="751368" y="1962299"/>
                </a:lnTo>
                <a:lnTo>
                  <a:pt x="678596" y="1962360"/>
                </a:lnTo>
                <a:lnTo>
                  <a:pt x="699007" y="1940872"/>
                </a:lnTo>
                <a:lnTo>
                  <a:pt x="698889" y="1800020"/>
                </a:lnTo>
                <a:lnTo>
                  <a:pt x="691507" y="1799977"/>
                </a:lnTo>
                <a:cubicBezTo>
                  <a:pt x="682318" y="1799985"/>
                  <a:pt x="675900" y="1801686"/>
                  <a:pt x="672253" y="1805080"/>
                </a:cubicBezTo>
                <a:cubicBezTo>
                  <a:pt x="668605" y="1808474"/>
                  <a:pt x="666354" y="1815661"/>
                  <a:pt x="665500" y="1826639"/>
                </a:cubicBezTo>
                <a:lnTo>
                  <a:pt x="655866" y="1826647"/>
                </a:lnTo>
                <a:cubicBezTo>
                  <a:pt x="656995" y="1812359"/>
                  <a:pt x="660252" y="1802707"/>
                  <a:pt x="665638" y="1797692"/>
                </a:cubicBezTo>
                <a:cubicBezTo>
                  <a:pt x="671025" y="1792677"/>
                  <a:pt x="678704" y="1790165"/>
                  <a:pt x="688677" y="1790157"/>
                </a:cubicBezTo>
                <a:lnTo>
                  <a:pt x="700277" y="1790312"/>
                </a:lnTo>
                <a:lnTo>
                  <a:pt x="698882" y="1790290"/>
                </a:lnTo>
                <a:lnTo>
                  <a:pt x="698880" y="1788784"/>
                </a:lnTo>
                <a:cubicBezTo>
                  <a:pt x="695654" y="1788406"/>
                  <a:pt x="691927" y="1788220"/>
                  <a:pt x="687701" y="1788223"/>
                </a:cubicBezTo>
                <a:cubicBezTo>
                  <a:pt x="676016" y="1788233"/>
                  <a:pt x="667689" y="1790529"/>
                  <a:pt x="662723" y="1795113"/>
                </a:cubicBezTo>
                <a:cubicBezTo>
                  <a:pt x="657756" y="1799697"/>
                  <a:pt x="654962" y="1808603"/>
                  <a:pt x="654341" y="1821830"/>
                </a:cubicBezTo>
                <a:lnTo>
                  <a:pt x="647408" y="1821836"/>
                </a:lnTo>
                <a:cubicBezTo>
                  <a:pt x="642817" y="1807041"/>
                  <a:pt x="636178" y="1791410"/>
                  <a:pt x="627492" y="1774944"/>
                </a:cubicBezTo>
                <a:close/>
                <a:moveTo>
                  <a:pt x="605762" y="1776385"/>
                </a:moveTo>
                <a:lnTo>
                  <a:pt x="610634" y="1782571"/>
                </a:lnTo>
                <a:lnTo>
                  <a:pt x="609243" y="1785198"/>
                </a:lnTo>
                <a:cubicBezTo>
                  <a:pt x="597431" y="1801101"/>
                  <a:pt x="588952" y="1814987"/>
                  <a:pt x="583807" y="1826856"/>
                </a:cubicBezTo>
                <a:lnTo>
                  <a:pt x="577277" y="1821320"/>
                </a:lnTo>
                <a:cubicBezTo>
                  <a:pt x="584051" y="1804863"/>
                  <a:pt x="593546" y="1789884"/>
                  <a:pt x="605762" y="1776385"/>
                </a:cubicBezTo>
                <a:close/>
                <a:moveTo>
                  <a:pt x="1376489" y="1397646"/>
                </a:moveTo>
                <a:cubicBezTo>
                  <a:pt x="1384010" y="1395109"/>
                  <a:pt x="1392377" y="1393837"/>
                  <a:pt x="1401590" y="1393829"/>
                </a:cubicBezTo>
                <a:cubicBezTo>
                  <a:pt x="1413143" y="1393819"/>
                  <a:pt x="1426678" y="1395905"/>
                  <a:pt x="1442195" y="1400085"/>
                </a:cubicBezTo>
                <a:cubicBezTo>
                  <a:pt x="1448954" y="1401939"/>
                  <a:pt x="1453946" y="1402864"/>
                  <a:pt x="1457169" y="1402861"/>
                </a:cubicBezTo>
                <a:cubicBezTo>
                  <a:pt x="1461389" y="1402858"/>
                  <a:pt x="1466532" y="1401211"/>
                  <a:pt x="1472598" y="1397921"/>
                </a:cubicBezTo>
                <a:lnTo>
                  <a:pt x="1477503" y="1400475"/>
                </a:lnTo>
                <a:cubicBezTo>
                  <a:pt x="1472212" y="1409013"/>
                  <a:pt x="1468101" y="1416889"/>
                  <a:pt x="1465167" y="1424102"/>
                </a:cubicBezTo>
                <a:cubicBezTo>
                  <a:pt x="1459209" y="1438788"/>
                  <a:pt x="1455199" y="1447889"/>
                  <a:pt x="1453135" y="1451403"/>
                </a:cubicBezTo>
                <a:lnTo>
                  <a:pt x="1448732" y="1453658"/>
                </a:lnTo>
                <a:cubicBezTo>
                  <a:pt x="1447135" y="1451267"/>
                  <a:pt x="1446193" y="1449495"/>
                  <a:pt x="1445905" y="1448342"/>
                </a:cubicBezTo>
                <a:lnTo>
                  <a:pt x="1442570" y="1438626"/>
                </a:lnTo>
                <a:lnTo>
                  <a:pt x="1440298" y="1439761"/>
                </a:lnTo>
                <a:cubicBezTo>
                  <a:pt x="1429071" y="1428376"/>
                  <a:pt x="1417759" y="1422688"/>
                  <a:pt x="1406362" y="1422698"/>
                </a:cubicBezTo>
                <a:cubicBezTo>
                  <a:pt x="1399800" y="1422703"/>
                  <a:pt x="1394398" y="1424576"/>
                  <a:pt x="1390155" y="1428315"/>
                </a:cubicBezTo>
                <a:cubicBezTo>
                  <a:pt x="1385911" y="1432055"/>
                  <a:pt x="1383792" y="1436792"/>
                  <a:pt x="1383797" y="1442525"/>
                </a:cubicBezTo>
                <a:cubicBezTo>
                  <a:pt x="1383802" y="1448805"/>
                  <a:pt x="1388324" y="1455419"/>
                  <a:pt x="1397361" y="1462368"/>
                </a:cubicBezTo>
                <a:lnTo>
                  <a:pt x="1399779" y="1464533"/>
                </a:lnTo>
                <a:lnTo>
                  <a:pt x="1398868" y="1466286"/>
                </a:lnTo>
                <a:lnTo>
                  <a:pt x="1405511" y="1469309"/>
                </a:lnTo>
                <a:lnTo>
                  <a:pt x="1430154" y="1475275"/>
                </a:lnTo>
                <a:cubicBezTo>
                  <a:pt x="1448498" y="1479685"/>
                  <a:pt x="1462260" y="1486760"/>
                  <a:pt x="1471438" y="1496502"/>
                </a:cubicBezTo>
                <a:lnTo>
                  <a:pt x="1471481" y="1496571"/>
                </a:lnTo>
                <a:lnTo>
                  <a:pt x="1471477" y="1491746"/>
                </a:lnTo>
                <a:cubicBezTo>
                  <a:pt x="1488764" y="1502829"/>
                  <a:pt x="1497415" y="1517533"/>
                  <a:pt x="1497430" y="1535857"/>
                </a:cubicBezTo>
                <a:cubicBezTo>
                  <a:pt x="1497446" y="1555287"/>
                  <a:pt x="1489946" y="1571738"/>
                  <a:pt x="1474928" y="1585211"/>
                </a:cubicBezTo>
                <a:cubicBezTo>
                  <a:pt x="1459909" y="1598684"/>
                  <a:pt x="1441683" y="1605429"/>
                  <a:pt x="1420249" y="1605447"/>
                </a:cubicBezTo>
                <a:cubicBezTo>
                  <a:pt x="1409371" y="1605456"/>
                  <a:pt x="1399639" y="1604372"/>
                  <a:pt x="1391053" y="1602195"/>
                </a:cubicBezTo>
                <a:lnTo>
                  <a:pt x="1367705" y="1596487"/>
                </a:lnTo>
                <a:cubicBezTo>
                  <a:pt x="1362379" y="1595152"/>
                  <a:pt x="1356790" y="1594487"/>
                  <a:pt x="1350939" y="1594492"/>
                </a:cubicBezTo>
                <a:cubicBezTo>
                  <a:pt x="1345887" y="1594496"/>
                  <a:pt x="1340256" y="1595621"/>
                  <a:pt x="1334046" y="1597868"/>
                </a:cubicBezTo>
                <a:lnTo>
                  <a:pt x="1330890" y="1589169"/>
                </a:lnTo>
                <a:cubicBezTo>
                  <a:pt x="1337502" y="1585877"/>
                  <a:pt x="1343650" y="1584228"/>
                  <a:pt x="1349333" y="1584224"/>
                </a:cubicBezTo>
                <a:cubicBezTo>
                  <a:pt x="1355364" y="1584219"/>
                  <a:pt x="1362869" y="1585268"/>
                  <a:pt x="1371848" y="1587372"/>
                </a:cubicBezTo>
                <a:lnTo>
                  <a:pt x="1392521" y="1592359"/>
                </a:lnTo>
                <a:cubicBezTo>
                  <a:pt x="1401203" y="1594445"/>
                  <a:pt x="1410406" y="1595484"/>
                  <a:pt x="1420131" y="1595476"/>
                </a:cubicBezTo>
                <a:cubicBezTo>
                  <a:pt x="1438808" y="1595460"/>
                  <a:pt x="1454677" y="1589512"/>
                  <a:pt x="1467738" y="1577633"/>
                </a:cubicBezTo>
                <a:cubicBezTo>
                  <a:pt x="1480800" y="1565753"/>
                  <a:pt x="1487323" y="1551449"/>
                  <a:pt x="1487309" y="1534721"/>
                </a:cubicBezTo>
                <a:cubicBezTo>
                  <a:pt x="1487303" y="1527675"/>
                  <a:pt x="1485981" y="1520992"/>
                  <a:pt x="1483343" y="1514672"/>
                </a:cubicBezTo>
                <a:lnTo>
                  <a:pt x="1473733" y="1500191"/>
                </a:lnTo>
                <a:lnTo>
                  <a:pt x="1481769" y="1513114"/>
                </a:lnTo>
                <a:cubicBezTo>
                  <a:pt x="1484066" y="1519318"/>
                  <a:pt x="1485218" y="1526188"/>
                  <a:pt x="1485225" y="1533725"/>
                </a:cubicBezTo>
                <a:cubicBezTo>
                  <a:pt x="1485239" y="1550526"/>
                  <a:pt x="1478926" y="1564642"/>
                  <a:pt x="1466285" y="1576073"/>
                </a:cubicBezTo>
                <a:cubicBezTo>
                  <a:pt x="1453645" y="1587505"/>
                  <a:pt x="1438063" y="1593228"/>
                  <a:pt x="1419539" y="1593244"/>
                </a:cubicBezTo>
                <a:cubicBezTo>
                  <a:pt x="1408077" y="1593253"/>
                  <a:pt x="1395423" y="1591555"/>
                  <a:pt x="1381574" y="1588148"/>
                </a:cubicBezTo>
                <a:lnTo>
                  <a:pt x="1363181" y="1583629"/>
                </a:lnTo>
                <a:cubicBezTo>
                  <a:pt x="1357313" y="1582237"/>
                  <a:pt x="1352308" y="1581542"/>
                  <a:pt x="1348164" y="1581546"/>
                </a:cubicBezTo>
                <a:cubicBezTo>
                  <a:pt x="1342803" y="1581550"/>
                  <a:pt x="1336311" y="1583444"/>
                  <a:pt x="1328688" y="1587227"/>
                </a:cubicBezTo>
                <a:lnTo>
                  <a:pt x="1325631" y="1582097"/>
                </a:lnTo>
                <a:cubicBezTo>
                  <a:pt x="1337822" y="1563142"/>
                  <a:pt x="1346578" y="1544873"/>
                  <a:pt x="1351900" y="1527288"/>
                </a:cubicBezTo>
                <a:lnTo>
                  <a:pt x="1359400" y="1528705"/>
                </a:lnTo>
                <a:lnTo>
                  <a:pt x="1376471" y="1563164"/>
                </a:lnTo>
                <a:lnTo>
                  <a:pt x="1363678" y="1535208"/>
                </a:lnTo>
                <a:lnTo>
                  <a:pt x="1373027" y="1533833"/>
                </a:lnTo>
                <a:cubicBezTo>
                  <a:pt x="1376834" y="1551954"/>
                  <a:pt x="1386706" y="1564717"/>
                  <a:pt x="1402643" y="1572122"/>
                </a:cubicBezTo>
                <a:lnTo>
                  <a:pt x="1402645" y="1574405"/>
                </a:lnTo>
                <a:lnTo>
                  <a:pt x="1415125" y="1576132"/>
                </a:lnTo>
                <a:cubicBezTo>
                  <a:pt x="1427472" y="1576122"/>
                  <a:pt x="1437160" y="1573354"/>
                  <a:pt x="1444191" y="1567829"/>
                </a:cubicBezTo>
                <a:cubicBezTo>
                  <a:pt x="1451221" y="1562305"/>
                  <a:pt x="1454733" y="1554920"/>
                  <a:pt x="1454725" y="1545675"/>
                </a:cubicBezTo>
                <a:lnTo>
                  <a:pt x="1453399" y="1537924"/>
                </a:lnTo>
                <a:lnTo>
                  <a:pt x="1450497" y="1539284"/>
                </a:lnTo>
                <a:cubicBezTo>
                  <a:pt x="1445334" y="1533907"/>
                  <a:pt x="1440333" y="1530115"/>
                  <a:pt x="1435493" y="1527908"/>
                </a:cubicBezTo>
                <a:cubicBezTo>
                  <a:pt x="1430652" y="1525700"/>
                  <a:pt x="1421089" y="1522926"/>
                  <a:pt x="1406801" y="1519585"/>
                </a:cubicBezTo>
                <a:cubicBezTo>
                  <a:pt x="1385558" y="1514688"/>
                  <a:pt x="1371073" y="1510338"/>
                  <a:pt x="1363345" y="1506537"/>
                </a:cubicBezTo>
                <a:cubicBezTo>
                  <a:pt x="1355618" y="1502735"/>
                  <a:pt x="1350948" y="1496088"/>
                  <a:pt x="1349336" y="1486597"/>
                </a:cubicBezTo>
                <a:lnTo>
                  <a:pt x="1358893" y="1489976"/>
                </a:lnTo>
                <a:lnTo>
                  <a:pt x="1352178" y="1485484"/>
                </a:lnTo>
                <a:cubicBezTo>
                  <a:pt x="1343408" y="1476625"/>
                  <a:pt x="1339018" y="1464342"/>
                  <a:pt x="1339005" y="1448636"/>
                </a:cubicBezTo>
                <a:cubicBezTo>
                  <a:pt x="1338991" y="1432377"/>
                  <a:pt x="1344812" y="1419181"/>
                  <a:pt x="1356467" y="1409049"/>
                </a:cubicBezTo>
                <a:cubicBezTo>
                  <a:pt x="1362295" y="1403983"/>
                  <a:pt x="1368969" y="1400182"/>
                  <a:pt x="1376489" y="1397646"/>
                </a:cubicBezTo>
                <a:close/>
                <a:moveTo>
                  <a:pt x="499003" y="1787776"/>
                </a:moveTo>
                <a:lnTo>
                  <a:pt x="499054" y="1849102"/>
                </a:lnTo>
                <a:lnTo>
                  <a:pt x="502328" y="1849099"/>
                </a:lnTo>
                <a:lnTo>
                  <a:pt x="502279" y="1790005"/>
                </a:lnTo>
                <a:cubicBezTo>
                  <a:pt x="511800" y="1789111"/>
                  <a:pt x="519838" y="1788661"/>
                  <a:pt x="526393" y="1788655"/>
                </a:cubicBezTo>
                <a:lnTo>
                  <a:pt x="536366" y="1789284"/>
                </a:lnTo>
                <a:lnTo>
                  <a:pt x="547959" y="1791006"/>
                </a:lnTo>
                <a:lnTo>
                  <a:pt x="554536" y="1792774"/>
                </a:lnTo>
                <a:lnTo>
                  <a:pt x="553527" y="1791834"/>
                </a:lnTo>
                <a:lnTo>
                  <a:pt x="547959" y="1791006"/>
                </a:lnTo>
                <a:lnTo>
                  <a:pt x="543143" y="1789712"/>
                </a:lnTo>
                <a:lnTo>
                  <a:pt x="536366" y="1789284"/>
                </a:lnTo>
                <a:lnTo>
                  <a:pt x="522136" y="1787171"/>
                </a:lnTo>
                <a:cubicBezTo>
                  <a:pt x="514940" y="1787176"/>
                  <a:pt x="507229" y="1787378"/>
                  <a:pt x="499003" y="1787776"/>
                </a:cubicBezTo>
                <a:close/>
                <a:moveTo>
                  <a:pt x="1219925" y="1428113"/>
                </a:moveTo>
                <a:lnTo>
                  <a:pt x="1220046" y="1573318"/>
                </a:lnTo>
                <a:cubicBezTo>
                  <a:pt x="1228606" y="1573311"/>
                  <a:pt x="1235489" y="1572473"/>
                  <a:pt x="1240694" y="1570804"/>
                </a:cubicBezTo>
                <a:cubicBezTo>
                  <a:pt x="1245898" y="1569134"/>
                  <a:pt x="1250854" y="1565891"/>
                  <a:pt x="1255562" y="1561075"/>
                </a:cubicBezTo>
                <a:cubicBezTo>
                  <a:pt x="1269073" y="1547319"/>
                  <a:pt x="1275815" y="1523947"/>
                  <a:pt x="1275788" y="1490960"/>
                </a:cubicBezTo>
                <a:cubicBezTo>
                  <a:pt x="1275768" y="1466950"/>
                  <a:pt x="1271668" y="1448717"/>
                  <a:pt x="1263487" y="1436262"/>
                </a:cubicBezTo>
                <a:lnTo>
                  <a:pt x="1262235" y="1434879"/>
                </a:lnTo>
                <a:lnTo>
                  <a:pt x="1244255" y="1429586"/>
                </a:lnTo>
                <a:cubicBezTo>
                  <a:pt x="1238212" y="1428363"/>
                  <a:pt x="1232368" y="1427754"/>
                  <a:pt x="1226722" y="1427759"/>
                </a:cubicBezTo>
                <a:cubicBezTo>
                  <a:pt x="1224387" y="1427761"/>
                  <a:pt x="1222122" y="1427879"/>
                  <a:pt x="1219925" y="1428113"/>
                </a:cubicBezTo>
                <a:close/>
                <a:moveTo>
                  <a:pt x="299045" y="1867872"/>
                </a:moveTo>
                <a:lnTo>
                  <a:pt x="299108" y="1943775"/>
                </a:lnTo>
                <a:lnTo>
                  <a:pt x="302382" y="1943772"/>
                </a:lnTo>
                <a:lnTo>
                  <a:pt x="302320" y="1868762"/>
                </a:lnTo>
                <a:lnTo>
                  <a:pt x="335141" y="1868735"/>
                </a:lnTo>
                <a:lnTo>
                  <a:pt x="334280" y="1867843"/>
                </a:lnTo>
                <a:close/>
                <a:moveTo>
                  <a:pt x="357946" y="1826365"/>
                </a:moveTo>
                <a:lnTo>
                  <a:pt x="367771" y="1829448"/>
                </a:lnTo>
                <a:lnTo>
                  <a:pt x="367829" y="1898681"/>
                </a:lnTo>
                <a:lnTo>
                  <a:pt x="358004" y="1895705"/>
                </a:lnTo>
                <a:close/>
                <a:moveTo>
                  <a:pt x="1208157" y="1415421"/>
                </a:moveTo>
                <a:lnTo>
                  <a:pt x="1208289" y="1573328"/>
                </a:lnTo>
                <a:lnTo>
                  <a:pt x="1210223" y="1573326"/>
                </a:lnTo>
                <a:lnTo>
                  <a:pt x="1210095" y="1419540"/>
                </a:lnTo>
                <a:cubicBezTo>
                  <a:pt x="1217033" y="1418474"/>
                  <a:pt x="1222652" y="1417940"/>
                  <a:pt x="1226953" y="1417936"/>
                </a:cubicBezTo>
                <a:lnTo>
                  <a:pt x="1240742" y="1419737"/>
                </a:lnTo>
                <a:lnTo>
                  <a:pt x="1236880" y="1417985"/>
                </a:lnTo>
                <a:cubicBezTo>
                  <a:pt x="1229870" y="1416265"/>
                  <a:pt x="1221539" y="1415410"/>
                  <a:pt x="1211887" y="1415418"/>
                </a:cubicBezTo>
                <a:close/>
                <a:moveTo>
                  <a:pt x="2516123" y="777622"/>
                </a:moveTo>
                <a:lnTo>
                  <a:pt x="2516179" y="845434"/>
                </a:lnTo>
                <a:lnTo>
                  <a:pt x="2517967" y="847351"/>
                </a:lnTo>
                <a:lnTo>
                  <a:pt x="2517910" y="778659"/>
                </a:lnTo>
                <a:lnTo>
                  <a:pt x="2525319" y="778976"/>
                </a:lnTo>
                <a:cubicBezTo>
                  <a:pt x="2537748" y="779859"/>
                  <a:pt x="2546988" y="780298"/>
                  <a:pt x="2553037" y="780293"/>
                </a:cubicBezTo>
                <a:cubicBezTo>
                  <a:pt x="2562055" y="780285"/>
                  <a:pt x="2569197" y="779338"/>
                  <a:pt x="2574463" y="777452"/>
                </a:cubicBezTo>
                <a:lnTo>
                  <a:pt x="2574463" y="777268"/>
                </a:lnTo>
                <a:cubicBezTo>
                  <a:pt x="2567583" y="778683"/>
                  <a:pt x="2557909" y="779396"/>
                  <a:pt x="2545439" y="779406"/>
                </a:cubicBezTo>
                <a:cubicBezTo>
                  <a:pt x="2538695" y="779412"/>
                  <a:pt x="2533636" y="779247"/>
                  <a:pt x="2530261" y="778912"/>
                </a:cubicBezTo>
                <a:close/>
                <a:moveTo>
                  <a:pt x="441833" y="1769378"/>
                </a:moveTo>
                <a:lnTo>
                  <a:pt x="603591" y="1769243"/>
                </a:lnTo>
                <a:lnTo>
                  <a:pt x="600823" y="1776543"/>
                </a:lnTo>
                <a:cubicBezTo>
                  <a:pt x="590993" y="1788604"/>
                  <a:pt x="582327" y="1803042"/>
                  <a:pt x="574825" y="1819855"/>
                </a:cubicBezTo>
                <a:cubicBezTo>
                  <a:pt x="571827" y="1816454"/>
                  <a:pt x="570085" y="1814226"/>
                  <a:pt x="569597" y="1813171"/>
                </a:cubicBezTo>
                <a:lnTo>
                  <a:pt x="569293" y="1812642"/>
                </a:lnTo>
                <a:lnTo>
                  <a:pt x="563744" y="1810460"/>
                </a:lnTo>
                <a:cubicBezTo>
                  <a:pt x="556623" y="1804796"/>
                  <a:pt x="551472" y="1801431"/>
                  <a:pt x="548289" y="1800363"/>
                </a:cubicBezTo>
                <a:cubicBezTo>
                  <a:pt x="545106" y="1799295"/>
                  <a:pt x="538557" y="1798765"/>
                  <a:pt x="528641" y="1798774"/>
                </a:cubicBezTo>
                <a:cubicBezTo>
                  <a:pt x="525632" y="1798776"/>
                  <a:pt x="520148" y="1798996"/>
                  <a:pt x="512189" y="1799434"/>
                </a:cubicBezTo>
                <a:lnTo>
                  <a:pt x="512110" y="1799438"/>
                </a:lnTo>
                <a:lnTo>
                  <a:pt x="512151" y="1849091"/>
                </a:lnTo>
                <a:lnTo>
                  <a:pt x="534294" y="1849073"/>
                </a:lnTo>
                <a:lnTo>
                  <a:pt x="557671" y="1823266"/>
                </a:lnTo>
                <a:lnTo>
                  <a:pt x="557728" y="1891955"/>
                </a:lnTo>
                <a:lnTo>
                  <a:pt x="542971" y="1876659"/>
                </a:lnTo>
                <a:lnTo>
                  <a:pt x="543894" y="1878235"/>
                </a:lnTo>
                <a:lnTo>
                  <a:pt x="512176" y="1878262"/>
                </a:lnTo>
                <a:lnTo>
                  <a:pt x="512230" y="1943597"/>
                </a:lnTo>
                <a:cubicBezTo>
                  <a:pt x="529671" y="1943583"/>
                  <a:pt x="542297" y="1942250"/>
                  <a:pt x="550110" y="1939601"/>
                </a:cubicBezTo>
                <a:cubicBezTo>
                  <a:pt x="557923" y="1936951"/>
                  <a:pt x="564872" y="1931304"/>
                  <a:pt x="570958" y="1922659"/>
                </a:cubicBezTo>
                <a:lnTo>
                  <a:pt x="576085" y="1910864"/>
                </a:lnTo>
                <a:cubicBezTo>
                  <a:pt x="576243" y="1910548"/>
                  <a:pt x="578105" y="1908974"/>
                  <a:pt x="581673" y="1906142"/>
                </a:cubicBezTo>
                <a:cubicBezTo>
                  <a:pt x="585345" y="1918133"/>
                  <a:pt x="588988" y="1927228"/>
                  <a:pt x="592602" y="1933427"/>
                </a:cubicBezTo>
                <a:cubicBezTo>
                  <a:pt x="596217" y="1939626"/>
                  <a:pt x="602560" y="1948594"/>
                  <a:pt x="611631" y="1960332"/>
                </a:cubicBezTo>
                <a:lnTo>
                  <a:pt x="441992" y="1960473"/>
                </a:lnTo>
                <a:lnTo>
                  <a:pt x="464155" y="1939044"/>
                </a:lnTo>
                <a:lnTo>
                  <a:pt x="464104" y="1878302"/>
                </a:lnTo>
                <a:cubicBezTo>
                  <a:pt x="458635" y="1879221"/>
                  <a:pt x="451939" y="1881759"/>
                  <a:pt x="444014" y="1885916"/>
                </a:cubicBezTo>
                <a:lnTo>
                  <a:pt x="439883" y="1879136"/>
                </a:lnTo>
                <a:cubicBezTo>
                  <a:pt x="447002" y="1873490"/>
                  <a:pt x="455073" y="1870110"/>
                  <a:pt x="464096" y="1868995"/>
                </a:cubicBezTo>
                <a:lnTo>
                  <a:pt x="464095" y="1867423"/>
                </a:lnTo>
                <a:cubicBezTo>
                  <a:pt x="464182" y="1867433"/>
                  <a:pt x="464006" y="1867437"/>
                  <a:pt x="463570" y="1867437"/>
                </a:cubicBezTo>
                <a:cubicBezTo>
                  <a:pt x="454455" y="1867445"/>
                  <a:pt x="444419" y="1871075"/>
                  <a:pt x="433462" y="1878327"/>
                </a:cubicBezTo>
                <a:cubicBezTo>
                  <a:pt x="438403" y="1858876"/>
                  <a:pt x="448609" y="1849144"/>
                  <a:pt x="464080" y="1849131"/>
                </a:cubicBezTo>
                <a:lnTo>
                  <a:pt x="464031" y="1791286"/>
                </a:lnTo>
                <a:close/>
                <a:moveTo>
                  <a:pt x="405737" y="1776552"/>
                </a:moveTo>
                <a:lnTo>
                  <a:pt x="410609" y="1782738"/>
                </a:lnTo>
                <a:lnTo>
                  <a:pt x="409218" y="1785365"/>
                </a:lnTo>
                <a:cubicBezTo>
                  <a:pt x="397406" y="1801268"/>
                  <a:pt x="388927" y="1815154"/>
                  <a:pt x="383782" y="1827023"/>
                </a:cubicBezTo>
                <a:lnTo>
                  <a:pt x="377253" y="1821487"/>
                </a:lnTo>
                <a:cubicBezTo>
                  <a:pt x="384026" y="1805029"/>
                  <a:pt x="393521" y="1790051"/>
                  <a:pt x="405737" y="1776552"/>
                </a:cubicBezTo>
                <a:close/>
                <a:moveTo>
                  <a:pt x="1677948" y="1148576"/>
                </a:moveTo>
                <a:cubicBezTo>
                  <a:pt x="1677846" y="1150531"/>
                  <a:pt x="1676862" y="1154422"/>
                  <a:pt x="1674998" y="1160248"/>
                </a:cubicBezTo>
                <a:lnTo>
                  <a:pt x="1670220" y="1175137"/>
                </a:lnTo>
                <a:cubicBezTo>
                  <a:pt x="1667744" y="1182717"/>
                  <a:pt x="1666508" y="1189023"/>
                  <a:pt x="1666512" y="1194055"/>
                </a:cubicBezTo>
                <a:cubicBezTo>
                  <a:pt x="1666516" y="1199112"/>
                  <a:pt x="1667342" y="1203247"/>
                  <a:pt x="1668989" y="1206458"/>
                </a:cubicBezTo>
                <a:lnTo>
                  <a:pt x="1670494" y="1208667"/>
                </a:lnTo>
                <a:lnTo>
                  <a:pt x="1668152" y="1196684"/>
                </a:lnTo>
                <a:cubicBezTo>
                  <a:pt x="1668143" y="1186317"/>
                  <a:pt x="1672191" y="1171753"/>
                  <a:pt x="1680296" y="1152993"/>
                </a:cubicBezTo>
                <a:close/>
                <a:moveTo>
                  <a:pt x="1157852" y="1397306"/>
                </a:moveTo>
                <a:lnTo>
                  <a:pt x="1218378" y="1397256"/>
                </a:lnTo>
                <a:cubicBezTo>
                  <a:pt x="1247164" y="1397232"/>
                  <a:pt x="1266982" y="1402615"/>
                  <a:pt x="1277833" y="1413405"/>
                </a:cubicBezTo>
                <a:lnTo>
                  <a:pt x="1302191" y="1442239"/>
                </a:lnTo>
                <a:lnTo>
                  <a:pt x="1309022" y="1465450"/>
                </a:lnTo>
                <a:lnTo>
                  <a:pt x="1314186" y="1491359"/>
                </a:lnTo>
                <a:cubicBezTo>
                  <a:pt x="1314201" y="1509439"/>
                  <a:pt x="1311925" y="1525051"/>
                  <a:pt x="1307358" y="1538196"/>
                </a:cubicBezTo>
                <a:lnTo>
                  <a:pt x="1287732" y="1568746"/>
                </a:lnTo>
                <a:lnTo>
                  <a:pt x="1285775" y="1570793"/>
                </a:lnTo>
                <a:lnTo>
                  <a:pt x="1259037" y="1585879"/>
                </a:lnTo>
                <a:cubicBezTo>
                  <a:pt x="1248847" y="1588902"/>
                  <a:pt x="1235396" y="1590421"/>
                  <a:pt x="1218686" y="1590435"/>
                </a:cubicBezTo>
                <a:lnTo>
                  <a:pt x="1162288" y="1590481"/>
                </a:lnTo>
                <a:lnTo>
                  <a:pt x="1161305" y="1592566"/>
                </a:lnTo>
                <a:lnTo>
                  <a:pt x="1216809" y="1592520"/>
                </a:lnTo>
                <a:cubicBezTo>
                  <a:pt x="1242567" y="1592498"/>
                  <a:pt x="1262018" y="1588957"/>
                  <a:pt x="1275164" y="1581897"/>
                </a:cubicBezTo>
                <a:lnTo>
                  <a:pt x="1285775" y="1570793"/>
                </a:lnTo>
                <a:lnTo>
                  <a:pt x="1286781" y="1570226"/>
                </a:lnTo>
                <a:lnTo>
                  <a:pt x="1287732" y="1568746"/>
                </a:lnTo>
                <a:lnTo>
                  <a:pt x="1306915" y="1548672"/>
                </a:lnTo>
                <a:cubicBezTo>
                  <a:pt x="1313965" y="1534044"/>
                  <a:pt x="1317481" y="1515864"/>
                  <a:pt x="1317463" y="1494132"/>
                </a:cubicBezTo>
                <a:lnTo>
                  <a:pt x="1309022" y="1465450"/>
                </a:lnTo>
                <a:lnTo>
                  <a:pt x="1305076" y="1445653"/>
                </a:lnTo>
                <a:lnTo>
                  <a:pt x="1302191" y="1442239"/>
                </a:lnTo>
                <a:lnTo>
                  <a:pt x="1298480" y="1429627"/>
                </a:lnTo>
                <a:lnTo>
                  <a:pt x="1292693" y="1423281"/>
                </a:lnTo>
                <a:cubicBezTo>
                  <a:pt x="1292560" y="1423146"/>
                  <a:pt x="1291711" y="1420775"/>
                  <a:pt x="1290148" y="1416169"/>
                </a:cubicBezTo>
                <a:cubicBezTo>
                  <a:pt x="1314874" y="1430025"/>
                  <a:pt x="1327253" y="1455758"/>
                  <a:pt x="1327284" y="1493366"/>
                </a:cubicBezTo>
                <a:cubicBezTo>
                  <a:pt x="1327317" y="1532632"/>
                  <a:pt x="1316765" y="1561686"/>
                  <a:pt x="1295629" y="1580527"/>
                </a:cubicBezTo>
                <a:cubicBezTo>
                  <a:pt x="1279419" y="1595040"/>
                  <a:pt x="1253148" y="1602312"/>
                  <a:pt x="1216817" y="1602343"/>
                </a:cubicBezTo>
                <a:lnTo>
                  <a:pt x="1163834" y="1602387"/>
                </a:lnTo>
                <a:lnTo>
                  <a:pt x="1160797" y="1593641"/>
                </a:lnTo>
                <a:lnTo>
                  <a:pt x="1156667" y="1602393"/>
                </a:lnTo>
                <a:lnTo>
                  <a:pt x="1001051" y="1602522"/>
                </a:lnTo>
                <a:lnTo>
                  <a:pt x="995727" y="1592704"/>
                </a:lnTo>
                <a:lnTo>
                  <a:pt x="1151157" y="1592574"/>
                </a:lnTo>
                <a:lnTo>
                  <a:pt x="1154338" y="1586807"/>
                </a:lnTo>
                <a:cubicBezTo>
                  <a:pt x="1143865" y="1574410"/>
                  <a:pt x="1135304" y="1559872"/>
                  <a:pt x="1128657" y="1543191"/>
                </a:cubicBezTo>
                <a:lnTo>
                  <a:pt x="1128031" y="1537867"/>
                </a:lnTo>
                <a:lnTo>
                  <a:pt x="1138098" y="1540344"/>
                </a:lnTo>
                <a:lnTo>
                  <a:pt x="1139664" y="1544138"/>
                </a:lnTo>
                <a:lnTo>
                  <a:pt x="1162039" y="1582206"/>
                </a:lnTo>
                <a:lnTo>
                  <a:pt x="1173609" y="1570806"/>
                </a:lnTo>
                <a:lnTo>
                  <a:pt x="1173482" y="1418201"/>
                </a:lnTo>
                <a:close/>
                <a:moveTo>
                  <a:pt x="298978" y="1787942"/>
                </a:moveTo>
                <a:lnTo>
                  <a:pt x="299029" y="1849269"/>
                </a:lnTo>
                <a:lnTo>
                  <a:pt x="302304" y="1849266"/>
                </a:lnTo>
                <a:lnTo>
                  <a:pt x="302254" y="1790172"/>
                </a:lnTo>
                <a:cubicBezTo>
                  <a:pt x="311776" y="1789277"/>
                  <a:pt x="319814" y="1788827"/>
                  <a:pt x="326368" y="1788822"/>
                </a:cubicBezTo>
                <a:lnTo>
                  <a:pt x="336344" y="1789451"/>
                </a:lnTo>
                <a:lnTo>
                  <a:pt x="347932" y="1791173"/>
                </a:lnTo>
                <a:lnTo>
                  <a:pt x="354510" y="1792941"/>
                </a:lnTo>
                <a:lnTo>
                  <a:pt x="353502" y="1792000"/>
                </a:lnTo>
                <a:lnTo>
                  <a:pt x="347932" y="1791173"/>
                </a:lnTo>
                <a:lnTo>
                  <a:pt x="343117" y="1789879"/>
                </a:lnTo>
                <a:lnTo>
                  <a:pt x="336344" y="1789451"/>
                </a:lnTo>
                <a:lnTo>
                  <a:pt x="322111" y="1787337"/>
                </a:lnTo>
                <a:cubicBezTo>
                  <a:pt x="314915" y="1787343"/>
                  <a:pt x="307204" y="1787545"/>
                  <a:pt x="298978" y="1787942"/>
                </a:cubicBezTo>
                <a:close/>
                <a:moveTo>
                  <a:pt x="1848501" y="1034781"/>
                </a:moveTo>
                <a:lnTo>
                  <a:pt x="1924413" y="1034717"/>
                </a:lnTo>
                <a:lnTo>
                  <a:pt x="1903781" y="1058898"/>
                </a:lnTo>
                <a:lnTo>
                  <a:pt x="1903907" y="1210670"/>
                </a:lnTo>
                <a:lnTo>
                  <a:pt x="1901619" y="1210672"/>
                </a:lnTo>
                <a:lnTo>
                  <a:pt x="1905545" y="1210988"/>
                </a:lnTo>
                <a:lnTo>
                  <a:pt x="1905417" y="1057911"/>
                </a:lnTo>
                <a:lnTo>
                  <a:pt x="1924756" y="1040263"/>
                </a:lnTo>
                <a:lnTo>
                  <a:pt x="1929385" y="1046852"/>
                </a:lnTo>
                <a:lnTo>
                  <a:pt x="1915243" y="1062051"/>
                </a:lnTo>
                <a:lnTo>
                  <a:pt x="1915368" y="1211400"/>
                </a:lnTo>
                <a:cubicBezTo>
                  <a:pt x="1917469" y="1211586"/>
                  <a:pt x="1920611" y="1211678"/>
                  <a:pt x="1924792" y="1211674"/>
                </a:cubicBezTo>
                <a:cubicBezTo>
                  <a:pt x="1939531" y="1211662"/>
                  <a:pt x="1950578" y="1208470"/>
                  <a:pt x="1957932" y="1202100"/>
                </a:cubicBezTo>
                <a:cubicBezTo>
                  <a:pt x="1965288" y="1195730"/>
                  <a:pt x="1970937" y="1184177"/>
                  <a:pt x="1974880" y="1167442"/>
                </a:cubicBezTo>
                <a:cubicBezTo>
                  <a:pt x="1986485" y="1194937"/>
                  <a:pt x="1997246" y="1215066"/>
                  <a:pt x="2007166" y="1227828"/>
                </a:cubicBezTo>
                <a:lnTo>
                  <a:pt x="1848662" y="1227959"/>
                </a:lnTo>
                <a:lnTo>
                  <a:pt x="1868780" y="1207026"/>
                </a:lnTo>
                <a:lnTo>
                  <a:pt x="1868656" y="1057651"/>
                </a:lnTo>
                <a:close/>
                <a:moveTo>
                  <a:pt x="1712421" y="1087695"/>
                </a:moveTo>
                <a:lnTo>
                  <a:pt x="1699510" y="1126450"/>
                </a:lnTo>
                <a:cubicBezTo>
                  <a:pt x="1700077" y="1126791"/>
                  <a:pt x="1700411" y="1127062"/>
                  <a:pt x="1700510" y="1127263"/>
                </a:cubicBezTo>
                <a:lnTo>
                  <a:pt x="1704631" y="1132532"/>
                </a:lnTo>
                <a:cubicBezTo>
                  <a:pt x="1706790" y="1134665"/>
                  <a:pt x="1709041" y="1137205"/>
                  <a:pt x="1711384" y="1140151"/>
                </a:cubicBezTo>
                <a:lnTo>
                  <a:pt x="1718626" y="1150123"/>
                </a:lnTo>
                <a:lnTo>
                  <a:pt x="1729459" y="1137567"/>
                </a:lnTo>
                <a:close/>
                <a:moveTo>
                  <a:pt x="1705793" y="1070772"/>
                </a:moveTo>
                <a:lnTo>
                  <a:pt x="1685794" y="1128434"/>
                </a:lnTo>
                <a:cubicBezTo>
                  <a:pt x="1692724" y="1135252"/>
                  <a:pt x="1698890" y="1142387"/>
                  <a:pt x="1704292" y="1149838"/>
                </a:cubicBezTo>
                <a:lnTo>
                  <a:pt x="1710185" y="1158025"/>
                </a:lnTo>
                <a:lnTo>
                  <a:pt x="1710904" y="1157151"/>
                </a:lnTo>
                <a:cubicBezTo>
                  <a:pt x="1711229" y="1156716"/>
                  <a:pt x="1711632" y="1156515"/>
                  <a:pt x="1712111" y="1156545"/>
                </a:cubicBezTo>
                <a:cubicBezTo>
                  <a:pt x="1705739" y="1147512"/>
                  <a:pt x="1697803" y="1138398"/>
                  <a:pt x="1688301" y="1129204"/>
                </a:cubicBezTo>
                <a:lnTo>
                  <a:pt x="1706937" y="1079073"/>
                </a:lnTo>
                <a:close/>
                <a:moveTo>
                  <a:pt x="241808" y="1769545"/>
                </a:moveTo>
                <a:lnTo>
                  <a:pt x="403566" y="1769410"/>
                </a:lnTo>
                <a:lnTo>
                  <a:pt x="400798" y="1776709"/>
                </a:lnTo>
                <a:cubicBezTo>
                  <a:pt x="390968" y="1788771"/>
                  <a:pt x="382302" y="1803208"/>
                  <a:pt x="374801" y="1820021"/>
                </a:cubicBezTo>
                <a:cubicBezTo>
                  <a:pt x="371803" y="1816621"/>
                  <a:pt x="370060" y="1814393"/>
                  <a:pt x="369572" y="1813338"/>
                </a:cubicBezTo>
                <a:lnTo>
                  <a:pt x="369268" y="1812808"/>
                </a:lnTo>
                <a:lnTo>
                  <a:pt x="363719" y="1810626"/>
                </a:lnTo>
                <a:cubicBezTo>
                  <a:pt x="356598" y="1804963"/>
                  <a:pt x="351446" y="1801597"/>
                  <a:pt x="348264" y="1800529"/>
                </a:cubicBezTo>
                <a:cubicBezTo>
                  <a:pt x="345081" y="1799462"/>
                  <a:pt x="338531" y="1798932"/>
                  <a:pt x="328616" y="1798940"/>
                </a:cubicBezTo>
                <a:cubicBezTo>
                  <a:pt x="325607" y="1798943"/>
                  <a:pt x="320123" y="1799163"/>
                  <a:pt x="312164" y="1799600"/>
                </a:cubicBezTo>
                <a:lnTo>
                  <a:pt x="312085" y="1799605"/>
                </a:lnTo>
                <a:lnTo>
                  <a:pt x="312126" y="1849258"/>
                </a:lnTo>
                <a:lnTo>
                  <a:pt x="334269" y="1849239"/>
                </a:lnTo>
                <a:lnTo>
                  <a:pt x="357646" y="1823433"/>
                </a:lnTo>
                <a:lnTo>
                  <a:pt x="357703" y="1892122"/>
                </a:lnTo>
                <a:lnTo>
                  <a:pt x="342946" y="1876825"/>
                </a:lnTo>
                <a:lnTo>
                  <a:pt x="343870" y="1878402"/>
                </a:lnTo>
                <a:lnTo>
                  <a:pt x="312150" y="1878428"/>
                </a:lnTo>
                <a:lnTo>
                  <a:pt x="312205" y="1943764"/>
                </a:lnTo>
                <a:cubicBezTo>
                  <a:pt x="329646" y="1943749"/>
                  <a:pt x="342273" y="1942417"/>
                  <a:pt x="350085" y="1939767"/>
                </a:cubicBezTo>
                <a:cubicBezTo>
                  <a:pt x="357898" y="1937118"/>
                  <a:pt x="364847" y="1931470"/>
                  <a:pt x="370933" y="1922825"/>
                </a:cubicBezTo>
                <a:lnTo>
                  <a:pt x="376060" y="1911031"/>
                </a:lnTo>
                <a:cubicBezTo>
                  <a:pt x="376218" y="1910715"/>
                  <a:pt x="378081" y="1909140"/>
                  <a:pt x="381649" y="1906308"/>
                </a:cubicBezTo>
                <a:cubicBezTo>
                  <a:pt x="385320" y="1918300"/>
                  <a:pt x="388963" y="1927395"/>
                  <a:pt x="392578" y="1933594"/>
                </a:cubicBezTo>
                <a:cubicBezTo>
                  <a:pt x="396192" y="1939793"/>
                  <a:pt x="402535" y="1948761"/>
                  <a:pt x="411606" y="1960498"/>
                </a:cubicBezTo>
                <a:lnTo>
                  <a:pt x="241968" y="1960640"/>
                </a:lnTo>
                <a:lnTo>
                  <a:pt x="264129" y="1939211"/>
                </a:lnTo>
                <a:lnTo>
                  <a:pt x="264079" y="1878468"/>
                </a:lnTo>
                <a:cubicBezTo>
                  <a:pt x="258610" y="1879387"/>
                  <a:pt x="251914" y="1881925"/>
                  <a:pt x="243989" y="1886082"/>
                </a:cubicBezTo>
                <a:lnTo>
                  <a:pt x="239858" y="1879302"/>
                </a:lnTo>
                <a:cubicBezTo>
                  <a:pt x="246977" y="1873656"/>
                  <a:pt x="255048" y="1870276"/>
                  <a:pt x="264071" y="1869162"/>
                </a:cubicBezTo>
                <a:lnTo>
                  <a:pt x="264070" y="1867590"/>
                </a:lnTo>
                <a:cubicBezTo>
                  <a:pt x="264157" y="1867599"/>
                  <a:pt x="263982" y="1867604"/>
                  <a:pt x="263544" y="1867604"/>
                </a:cubicBezTo>
                <a:cubicBezTo>
                  <a:pt x="254430" y="1867612"/>
                  <a:pt x="244394" y="1871242"/>
                  <a:pt x="233437" y="1878494"/>
                </a:cubicBezTo>
                <a:cubicBezTo>
                  <a:pt x="238378" y="1859043"/>
                  <a:pt x="248584" y="1849311"/>
                  <a:pt x="264055" y="1849298"/>
                </a:cubicBezTo>
                <a:lnTo>
                  <a:pt x="264007" y="1791453"/>
                </a:lnTo>
                <a:close/>
                <a:moveTo>
                  <a:pt x="195248" y="1791815"/>
                </a:moveTo>
                <a:lnTo>
                  <a:pt x="193464" y="1793997"/>
                </a:lnTo>
                <a:lnTo>
                  <a:pt x="193587" y="1941502"/>
                </a:lnTo>
                <a:lnTo>
                  <a:pt x="195375" y="1943616"/>
                </a:lnTo>
                <a:close/>
                <a:moveTo>
                  <a:pt x="991553" y="1397445"/>
                </a:moveTo>
                <a:lnTo>
                  <a:pt x="1067464" y="1397382"/>
                </a:lnTo>
                <a:lnTo>
                  <a:pt x="1046832" y="1421562"/>
                </a:lnTo>
                <a:lnTo>
                  <a:pt x="1046959" y="1573334"/>
                </a:lnTo>
                <a:lnTo>
                  <a:pt x="1044670" y="1573336"/>
                </a:lnTo>
                <a:lnTo>
                  <a:pt x="1048596" y="1573652"/>
                </a:lnTo>
                <a:lnTo>
                  <a:pt x="1048469" y="1420575"/>
                </a:lnTo>
                <a:lnTo>
                  <a:pt x="1067808" y="1402927"/>
                </a:lnTo>
                <a:lnTo>
                  <a:pt x="1072437" y="1409516"/>
                </a:lnTo>
                <a:lnTo>
                  <a:pt x="1058295" y="1424715"/>
                </a:lnTo>
                <a:lnTo>
                  <a:pt x="1058419" y="1574064"/>
                </a:lnTo>
                <a:cubicBezTo>
                  <a:pt x="1060521" y="1574250"/>
                  <a:pt x="1063663" y="1574341"/>
                  <a:pt x="1067844" y="1574338"/>
                </a:cubicBezTo>
                <a:cubicBezTo>
                  <a:pt x="1082583" y="1574326"/>
                  <a:pt x="1093630" y="1571135"/>
                  <a:pt x="1100984" y="1564764"/>
                </a:cubicBezTo>
                <a:cubicBezTo>
                  <a:pt x="1108339" y="1558394"/>
                  <a:pt x="1113989" y="1546841"/>
                  <a:pt x="1117932" y="1530106"/>
                </a:cubicBezTo>
                <a:cubicBezTo>
                  <a:pt x="1129536" y="1557601"/>
                  <a:pt x="1140298" y="1577730"/>
                  <a:pt x="1150218" y="1590492"/>
                </a:cubicBezTo>
                <a:lnTo>
                  <a:pt x="991714" y="1590624"/>
                </a:lnTo>
                <a:lnTo>
                  <a:pt x="1011832" y="1569689"/>
                </a:lnTo>
                <a:lnTo>
                  <a:pt x="1011708" y="1420315"/>
                </a:lnTo>
                <a:close/>
                <a:moveTo>
                  <a:pt x="2461211" y="672320"/>
                </a:moveTo>
                <a:lnTo>
                  <a:pt x="2535838" y="672258"/>
                </a:lnTo>
                <a:lnTo>
                  <a:pt x="2516056" y="695843"/>
                </a:lnTo>
                <a:lnTo>
                  <a:pt x="2516104" y="755234"/>
                </a:lnTo>
                <a:cubicBezTo>
                  <a:pt x="2516703" y="755338"/>
                  <a:pt x="2517298" y="755461"/>
                  <a:pt x="2517891" y="755602"/>
                </a:cubicBezTo>
                <a:lnTo>
                  <a:pt x="2517840" y="694857"/>
                </a:lnTo>
                <a:lnTo>
                  <a:pt x="2536571" y="677364"/>
                </a:lnTo>
                <a:lnTo>
                  <a:pt x="2542727" y="682884"/>
                </a:lnTo>
                <a:lnTo>
                  <a:pt x="2527666" y="699035"/>
                </a:lnTo>
                <a:lnTo>
                  <a:pt x="2527714" y="756057"/>
                </a:lnTo>
                <a:lnTo>
                  <a:pt x="2529663" y="756237"/>
                </a:lnTo>
                <a:cubicBezTo>
                  <a:pt x="2536847" y="756902"/>
                  <a:pt x="2544034" y="757232"/>
                  <a:pt x="2551225" y="757226"/>
                </a:cubicBezTo>
                <a:cubicBezTo>
                  <a:pt x="2561320" y="757218"/>
                  <a:pt x="2569060" y="756842"/>
                  <a:pt x="2574445" y="756100"/>
                </a:cubicBezTo>
                <a:lnTo>
                  <a:pt x="2574393" y="692929"/>
                </a:lnTo>
                <a:lnTo>
                  <a:pt x="2556522" y="672240"/>
                </a:lnTo>
                <a:lnTo>
                  <a:pt x="2630084" y="672180"/>
                </a:lnTo>
                <a:lnTo>
                  <a:pt x="2609966" y="695827"/>
                </a:lnTo>
                <a:lnTo>
                  <a:pt x="2610090" y="845411"/>
                </a:lnTo>
                <a:lnTo>
                  <a:pt x="2611580" y="847093"/>
                </a:lnTo>
                <a:lnTo>
                  <a:pt x="2611454" y="695112"/>
                </a:lnTo>
                <a:lnTo>
                  <a:pt x="2631041" y="677285"/>
                </a:lnTo>
                <a:lnTo>
                  <a:pt x="2636152" y="683636"/>
                </a:lnTo>
                <a:lnTo>
                  <a:pt x="2621279" y="698973"/>
                </a:lnTo>
                <a:lnTo>
                  <a:pt x="2621401" y="845576"/>
                </a:lnTo>
                <a:lnTo>
                  <a:pt x="2645652" y="877252"/>
                </a:lnTo>
                <a:lnTo>
                  <a:pt x="2565410" y="877318"/>
                </a:lnTo>
                <a:lnTo>
                  <a:pt x="2560086" y="867500"/>
                </a:lnTo>
                <a:lnTo>
                  <a:pt x="2631223" y="867441"/>
                </a:lnTo>
                <a:lnTo>
                  <a:pt x="2622871" y="859838"/>
                </a:lnTo>
                <a:lnTo>
                  <a:pt x="2627764" y="865360"/>
                </a:lnTo>
                <a:lnTo>
                  <a:pt x="2554486" y="865422"/>
                </a:lnTo>
                <a:lnTo>
                  <a:pt x="2574519" y="843997"/>
                </a:lnTo>
                <a:lnTo>
                  <a:pt x="2574471" y="786463"/>
                </a:lnTo>
                <a:cubicBezTo>
                  <a:pt x="2568584" y="788395"/>
                  <a:pt x="2561136" y="789365"/>
                  <a:pt x="2552131" y="789372"/>
                </a:cubicBezTo>
                <a:lnTo>
                  <a:pt x="2527740" y="788164"/>
                </a:lnTo>
                <a:lnTo>
                  <a:pt x="2527788" y="845650"/>
                </a:lnTo>
                <a:lnTo>
                  <a:pt x="2551963" y="877329"/>
                </a:lnTo>
                <a:lnTo>
                  <a:pt x="2472130" y="877396"/>
                </a:lnTo>
                <a:lnTo>
                  <a:pt x="2466627" y="867578"/>
                </a:lnTo>
                <a:lnTo>
                  <a:pt x="2537804" y="867519"/>
                </a:lnTo>
                <a:lnTo>
                  <a:pt x="2531933" y="862331"/>
                </a:lnTo>
                <a:lnTo>
                  <a:pt x="2534830" y="865438"/>
                </a:lnTo>
                <a:lnTo>
                  <a:pt x="2461372" y="865499"/>
                </a:lnTo>
                <a:lnTo>
                  <a:pt x="2480906" y="844056"/>
                </a:lnTo>
                <a:lnTo>
                  <a:pt x="2480856" y="784644"/>
                </a:lnTo>
                <a:cubicBezTo>
                  <a:pt x="2475742" y="784648"/>
                  <a:pt x="2470551" y="787862"/>
                  <a:pt x="2465282" y="794286"/>
                </a:cubicBezTo>
                <a:lnTo>
                  <a:pt x="2458244" y="790948"/>
                </a:lnTo>
                <a:cubicBezTo>
                  <a:pt x="2461530" y="786090"/>
                  <a:pt x="2465057" y="782358"/>
                  <a:pt x="2468825" y="779751"/>
                </a:cubicBezTo>
                <a:lnTo>
                  <a:pt x="2477935" y="776387"/>
                </a:lnTo>
                <a:lnTo>
                  <a:pt x="2469407" y="778706"/>
                </a:lnTo>
                <a:cubicBezTo>
                  <a:pt x="2465717" y="780776"/>
                  <a:pt x="2462150" y="783880"/>
                  <a:pt x="2458707" y="788018"/>
                </a:cubicBezTo>
                <a:lnTo>
                  <a:pt x="2452839" y="784737"/>
                </a:lnTo>
                <a:cubicBezTo>
                  <a:pt x="2459086" y="768243"/>
                  <a:pt x="2468417" y="758776"/>
                  <a:pt x="2480833" y="756336"/>
                </a:cubicBezTo>
                <a:lnTo>
                  <a:pt x="2480782" y="694472"/>
                </a:lnTo>
                <a:close/>
                <a:moveTo>
                  <a:pt x="2439017" y="678590"/>
                </a:moveTo>
                <a:lnTo>
                  <a:pt x="2445231" y="684263"/>
                </a:lnTo>
                <a:cubicBezTo>
                  <a:pt x="2438256" y="693986"/>
                  <a:pt x="2431056" y="708854"/>
                  <a:pt x="2423628" y="728866"/>
                </a:cubicBezTo>
                <a:lnTo>
                  <a:pt x="2421700" y="731587"/>
                </a:lnTo>
                <a:lnTo>
                  <a:pt x="2414212" y="726814"/>
                </a:lnTo>
                <a:lnTo>
                  <a:pt x="2415023" y="722886"/>
                </a:lnTo>
                <a:cubicBezTo>
                  <a:pt x="2422161" y="702850"/>
                  <a:pt x="2429204" y="688742"/>
                  <a:pt x="2436152" y="680561"/>
                </a:cubicBezTo>
                <a:close/>
                <a:moveTo>
                  <a:pt x="1678156" y="1034923"/>
                </a:moveTo>
                <a:lnTo>
                  <a:pt x="1751525" y="1034862"/>
                </a:lnTo>
                <a:lnTo>
                  <a:pt x="1736367" y="1055743"/>
                </a:lnTo>
                <a:lnTo>
                  <a:pt x="1758869" y="1115706"/>
                </a:lnTo>
                <a:lnTo>
                  <a:pt x="1760081" y="1114110"/>
                </a:lnTo>
                <a:lnTo>
                  <a:pt x="1738438" y="1057392"/>
                </a:lnTo>
                <a:lnTo>
                  <a:pt x="1756015" y="1037193"/>
                </a:lnTo>
                <a:lnTo>
                  <a:pt x="1763788" y="1040676"/>
                </a:lnTo>
                <a:lnTo>
                  <a:pt x="1749067" y="1059474"/>
                </a:lnTo>
                <a:lnTo>
                  <a:pt x="1767298" y="1108762"/>
                </a:lnTo>
                <a:lnTo>
                  <a:pt x="1770732" y="1105844"/>
                </a:lnTo>
                <a:cubicBezTo>
                  <a:pt x="1773925" y="1103284"/>
                  <a:pt x="1777161" y="1101215"/>
                  <a:pt x="1780438" y="1099636"/>
                </a:cubicBezTo>
                <a:cubicBezTo>
                  <a:pt x="1783864" y="1112072"/>
                  <a:pt x="1788263" y="1123976"/>
                  <a:pt x="1793634" y="1135346"/>
                </a:cubicBezTo>
                <a:cubicBezTo>
                  <a:pt x="1788546" y="1135111"/>
                  <a:pt x="1785462" y="1134995"/>
                  <a:pt x="1784381" y="1134996"/>
                </a:cubicBezTo>
                <a:cubicBezTo>
                  <a:pt x="1775819" y="1135003"/>
                  <a:pt x="1770101" y="1135866"/>
                  <a:pt x="1767226" y="1137586"/>
                </a:cubicBezTo>
                <a:lnTo>
                  <a:pt x="1793238" y="1206368"/>
                </a:lnTo>
                <a:lnTo>
                  <a:pt x="1794649" y="1207732"/>
                </a:lnTo>
                <a:lnTo>
                  <a:pt x="1769589" y="1139170"/>
                </a:lnTo>
                <a:cubicBezTo>
                  <a:pt x="1774657" y="1137582"/>
                  <a:pt x="1779443" y="1136785"/>
                  <a:pt x="1783945" y="1136782"/>
                </a:cubicBezTo>
                <a:lnTo>
                  <a:pt x="1796551" y="1137965"/>
                </a:lnTo>
                <a:lnTo>
                  <a:pt x="1784151" y="1103865"/>
                </a:lnTo>
                <a:lnTo>
                  <a:pt x="1794409" y="1107793"/>
                </a:lnTo>
                <a:cubicBezTo>
                  <a:pt x="1796701" y="1117132"/>
                  <a:pt x="1802187" y="1130738"/>
                  <a:pt x="1810865" y="1148612"/>
                </a:cubicBezTo>
                <a:cubicBezTo>
                  <a:pt x="1806361" y="1148326"/>
                  <a:pt x="1804011" y="1148183"/>
                  <a:pt x="1803812" y="1148183"/>
                </a:cubicBezTo>
                <a:lnTo>
                  <a:pt x="1791991" y="1147174"/>
                </a:lnTo>
                <a:lnTo>
                  <a:pt x="1780852" y="1146474"/>
                </a:lnTo>
                <a:lnTo>
                  <a:pt x="1804710" y="1206509"/>
                </a:lnTo>
                <a:lnTo>
                  <a:pt x="1837791" y="1239875"/>
                </a:lnTo>
                <a:lnTo>
                  <a:pt x="1748580" y="1239949"/>
                </a:lnTo>
                <a:lnTo>
                  <a:pt x="1744419" y="1230130"/>
                </a:lnTo>
                <a:lnTo>
                  <a:pt x="1821905" y="1230066"/>
                </a:lnTo>
                <a:lnTo>
                  <a:pt x="1806027" y="1218731"/>
                </a:lnTo>
                <a:lnTo>
                  <a:pt x="1815602" y="1227987"/>
                </a:lnTo>
                <a:lnTo>
                  <a:pt x="1735809" y="1228053"/>
                </a:lnTo>
                <a:lnTo>
                  <a:pt x="1755930" y="1207233"/>
                </a:lnTo>
                <a:lnTo>
                  <a:pt x="1741561" y="1168513"/>
                </a:lnTo>
                <a:cubicBezTo>
                  <a:pt x="1733292" y="1178544"/>
                  <a:pt x="1725963" y="1188814"/>
                  <a:pt x="1719574" y="1199322"/>
                </a:cubicBezTo>
                <a:lnTo>
                  <a:pt x="1711705" y="1197361"/>
                </a:lnTo>
                <a:lnTo>
                  <a:pt x="1738394" y="1161204"/>
                </a:lnTo>
                <a:lnTo>
                  <a:pt x="1737578" y="1158594"/>
                </a:lnTo>
                <a:cubicBezTo>
                  <a:pt x="1728360" y="1167562"/>
                  <a:pt x="1719196" y="1178757"/>
                  <a:pt x="1710087" y="1192180"/>
                </a:cubicBezTo>
                <a:lnTo>
                  <a:pt x="1704820" y="1186556"/>
                </a:lnTo>
                <a:lnTo>
                  <a:pt x="1686632" y="1160685"/>
                </a:lnTo>
                <a:lnTo>
                  <a:pt x="1680523" y="1179316"/>
                </a:lnTo>
                <a:cubicBezTo>
                  <a:pt x="1679018" y="1185577"/>
                  <a:pt x="1678267" y="1191206"/>
                  <a:pt x="1678271" y="1196204"/>
                </a:cubicBezTo>
                <a:cubicBezTo>
                  <a:pt x="1678276" y="1201916"/>
                  <a:pt x="1679259" y="1206740"/>
                  <a:pt x="1681222" y="1210673"/>
                </a:cubicBezTo>
                <a:cubicBezTo>
                  <a:pt x="1683184" y="1214607"/>
                  <a:pt x="1688093" y="1221415"/>
                  <a:pt x="1695948" y="1231096"/>
                </a:cubicBezTo>
                <a:cubicBezTo>
                  <a:pt x="1696651" y="1231987"/>
                  <a:pt x="1697967" y="1234951"/>
                  <a:pt x="1699895" y="1239990"/>
                </a:cubicBezTo>
                <a:lnTo>
                  <a:pt x="1616430" y="1240059"/>
                </a:lnTo>
                <a:lnTo>
                  <a:pt x="1612069" y="1230240"/>
                </a:lnTo>
                <a:lnTo>
                  <a:pt x="1683105" y="1230181"/>
                </a:lnTo>
                <a:lnTo>
                  <a:pt x="1681501" y="1228099"/>
                </a:lnTo>
                <a:lnTo>
                  <a:pt x="1604479" y="1228163"/>
                </a:lnTo>
                <a:cubicBezTo>
                  <a:pt x="1618964" y="1217476"/>
                  <a:pt x="1630152" y="1206215"/>
                  <a:pt x="1638042" y="1194381"/>
                </a:cubicBezTo>
                <a:cubicBezTo>
                  <a:pt x="1643960" y="1185506"/>
                  <a:pt x="1649932" y="1172701"/>
                  <a:pt x="1655959" y="1155966"/>
                </a:cubicBezTo>
                <a:lnTo>
                  <a:pt x="1661759" y="1138649"/>
                </a:lnTo>
                <a:lnTo>
                  <a:pt x="1639858" y="1132207"/>
                </a:lnTo>
                <a:cubicBezTo>
                  <a:pt x="1645388" y="1121668"/>
                  <a:pt x="1650056" y="1111527"/>
                  <a:pt x="1653862" y="1101785"/>
                </a:cubicBezTo>
                <a:cubicBezTo>
                  <a:pt x="1657559" y="1103621"/>
                  <a:pt x="1659792" y="1104914"/>
                  <a:pt x="1660562" y="1105666"/>
                </a:cubicBezTo>
                <a:lnTo>
                  <a:pt x="1667396" y="1112908"/>
                </a:lnTo>
                <a:cubicBezTo>
                  <a:pt x="1669021" y="1113862"/>
                  <a:pt x="1670206" y="1115159"/>
                  <a:pt x="1670950" y="1116800"/>
                </a:cubicBezTo>
                <a:lnTo>
                  <a:pt x="1671946" y="1114258"/>
                </a:lnTo>
                <a:lnTo>
                  <a:pt x="1670517" y="1113599"/>
                </a:lnTo>
                <a:cubicBezTo>
                  <a:pt x="1665944" y="1109582"/>
                  <a:pt x="1662120" y="1106356"/>
                  <a:pt x="1659047" y="1103918"/>
                </a:cubicBezTo>
                <a:lnTo>
                  <a:pt x="1656614" y="1101146"/>
                </a:lnTo>
                <a:lnTo>
                  <a:pt x="1661206" y="1094335"/>
                </a:lnTo>
                <a:cubicBezTo>
                  <a:pt x="1668079" y="1098140"/>
                  <a:pt x="1672859" y="1102076"/>
                  <a:pt x="1675548" y="1106144"/>
                </a:cubicBezTo>
                <a:lnTo>
                  <a:pt x="1693639" y="1055218"/>
                </a:lnTo>
                <a:close/>
                <a:moveTo>
                  <a:pt x="865633" y="1419302"/>
                </a:moveTo>
                <a:cubicBezTo>
                  <a:pt x="848327" y="1429783"/>
                  <a:pt x="839692" y="1455954"/>
                  <a:pt x="839727" y="1497816"/>
                </a:cubicBezTo>
                <a:cubicBezTo>
                  <a:pt x="839743" y="1517106"/>
                  <a:pt x="841886" y="1532777"/>
                  <a:pt x="846157" y="1544829"/>
                </a:cubicBezTo>
                <a:lnTo>
                  <a:pt x="853060" y="1553930"/>
                </a:lnTo>
                <a:lnTo>
                  <a:pt x="858814" y="1563898"/>
                </a:lnTo>
                <a:lnTo>
                  <a:pt x="864184" y="1568594"/>
                </a:lnTo>
                <a:lnTo>
                  <a:pt x="865349" y="1570131"/>
                </a:lnTo>
                <a:lnTo>
                  <a:pt x="866418" y="1570549"/>
                </a:lnTo>
                <a:lnTo>
                  <a:pt x="864184" y="1568594"/>
                </a:lnTo>
                <a:lnTo>
                  <a:pt x="853060" y="1553930"/>
                </a:lnTo>
                <a:lnTo>
                  <a:pt x="849606" y="1547947"/>
                </a:lnTo>
                <a:cubicBezTo>
                  <a:pt x="845320" y="1536300"/>
                  <a:pt x="843169" y="1520663"/>
                  <a:pt x="843152" y="1501037"/>
                </a:cubicBezTo>
                <a:cubicBezTo>
                  <a:pt x="843106" y="1445056"/>
                  <a:pt x="858266" y="1417052"/>
                  <a:pt x="888631" y="1417027"/>
                </a:cubicBezTo>
                <a:lnTo>
                  <a:pt x="893422" y="1418259"/>
                </a:lnTo>
                <a:lnTo>
                  <a:pt x="914695" y="1430046"/>
                </a:lnTo>
                <a:lnTo>
                  <a:pt x="920201" y="1436002"/>
                </a:lnTo>
                <a:lnTo>
                  <a:pt x="913609" y="1434438"/>
                </a:lnTo>
                <a:cubicBezTo>
                  <a:pt x="904373" y="1429274"/>
                  <a:pt x="896139" y="1426694"/>
                  <a:pt x="888907" y="1426701"/>
                </a:cubicBezTo>
                <a:cubicBezTo>
                  <a:pt x="865407" y="1426720"/>
                  <a:pt x="853678" y="1450901"/>
                  <a:pt x="853718" y="1499242"/>
                </a:cubicBezTo>
                <a:cubicBezTo>
                  <a:pt x="853748" y="1535094"/>
                  <a:pt x="861695" y="1559336"/>
                  <a:pt x="877559" y="1571969"/>
                </a:cubicBezTo>
                <a:lnTo>
                  <a:pt x="875975" y="1573896"/>
                </a:lnTo>
                <a:lnTo>
                  <a:pt x="885235" y="1574937"/>
                </a:lnTo>
                <a:cubicBezTo>
                  <a:pt x="899138" y="1574925"/>
                  <a:pt x="909818" y="1568204"/>
                  <a:pt x="917274" y="1554773"/>
                </a:cubicBezTo>
                <a:cubicBezTo>
                  <a:pt x="924731" y="1541342"/>
                  <a:pt x="928448" y="1521261"/>
                  <a:pt x="928426" y="1494531"/>
                </a:cubicBezTo>
                <a:cubicBezTo>
                  <a:pt x="928401" y="1464291"/>
                  <a:pt x="925601" y="1443781"/>
                  <a:pt x="920026" y="1433000"/>
                </a:cubicBezTo>
                <a:lnTo>
                  <a:pt x="914695" y="1430046"/>
                </a:lnTo>
                <a:lnTo>
                  <a:pt x="907037" y="1421762"/>
                </a:lnTo>
                <a:lnTo>
                  <a:pt x="893422" y="1418259"/>
                </a:lnTo>
                <a:lnTo>
                  <a:pt x="885829" y="1414053"/>
                </a:lnTo>
                <a:cubicBezTo>
                  <a:pt x="878134" y="1414059"/>
                  <a:pt x="871402" y="1415809"/>
                  <a:pt x="865633" y="1419302"/>
                </a:cubicBezTo>
                <a:close/>
                <a:moveTo>
                  <a:pt x="48221" y="1810248"/>
                </a:moveTo>
                <a:lnTo>
                  <a:pt x="48306" y="1912044"/>
                </a:lnTo>
                <a:lnTo>
                  <a:pt x="50253" y="1926709"/>
                </a:lnTo>
                <a:lnTo>
                  <a:pt x="50254" y="1927508"/>
                </a:lnTo>
                <a:lnTo>
                  <a:pt x="50533" y="1928815"/>
                </a:lnTo>
                <a:lnTo>
                  <a:pt x="52496" y="1943601"/>
                </a:lnTo>
                <a:cubicBezTo>
                  <a:pt x="53886" y="1946321"/>
                  <a:pt x="55704" y="1948657"/>
                  <a:pt x="57949" y="1950608"/>
                </a:cubicBezTo>
                <a:lnTo>
                  <a:pt x="59529" y="1951534"/>
                </a:lnTo>
                <a:lnTo>
                  <a:pt x="54057" y="1945328"/>
                </a:lnTo>
                <a:lnTo>
                  <a:pt x="50533" y="1928815"/>
                </a:lnTo>
                <a:lnTo>
                  <a:pt x="50253" y="1926709"/>
                </a:lnTo>
                <a:lnTo>
                  <a:pt x="50245" y="1916712"/>
                </a:lnTo>
                <a:lnTo>
                  <a:pt x="50173" y="1831047"/>
                </a:lnTo>
                <a:close/>
                <a:moveTo>
                  <a:pt x="2360749" y="691454"/>
                </a:moveTo>
                <a:lnTo>
                  <a:pt x="2361866" y="691453"/>
                </a:lnTo>
                <a:lnTo>
                  <a:pt x="2361994" y="845462"/>
                </a:lnTo>
                <a:lnTo>
                  <a:pt x="2363186" y="846852"/>
                </a:lnTo>
                <a:lnTo>
                  <a:pt x="2363057" y="693384"/>
                </a:lnTo>
                <a:lnTo>
                  <a:pt x="2375836" y="693078"/>
                </a:lnTo>
                <a:lnTo>
                  <a:pt x="2393003" y="695368"/>
                </a:lnTo>
                <a:lnTo>
                  <a:pt x="2386581" y="692281"/>
                </a:lnTo>
                <a:cubicBezTo>
                  <a:pt x="2382920" y="691322"/>
                  <a:pt x="2378601" y="690844"/>
                  <a:pt x="2373623" y="690848"/>
                </a:cubicBezTo>
                <a:cubicBezTo>
                  <a:pt x="2369408" y="690851"/>
                  <a:pt x="2365117" y="691053"/>
                  <a:pt x="2360749" y="691454"/>
                </a:cubicBezTo>
                <a:close/>
                <a:moveTo>
                  <a:pt x="1307328" y="1192504"/>
                </a:moveTo>
                <a:lnTo>
                  <a:pt x="1317016" y="1195298"/>
                </a:lnTo>
                <a:cubicBezTo>
                  <a:pt x="1319039" y="1202528"/>
                  <a:pt x="1320052" y="1208615"/>
                  <a:pt x="1320056" y="1213559"/>
                </a:cubicBezTo>
                <a:cubicBezTo>
                  <a:pt x="1320081" y="1242419"/>
                  <a:pt x="1302422" y="1263364"/>
                  <a:pt x="1267079" y="1276392"/>
                </a:cubicBezTo>
                <a:lnTo>
                  <a:pt x="1263761" y="1267631"/>
                </a:lnTo>
                <a:lnTo>
                  <a:pt x="1268424" y="1265585"/>
                </a:lnTo>
                <a:cubicBezTo>
                  <a:pt x="1284097" y="1259371"/>
                  <a:pt x="1294928" y="1251752"/>
                  <a:pt x="1300919" y="1242729"/>
                </a:cubicBezTo>
                <a:cubicBezTo>
                  <a:pt x="1307038" y="1233467"/>
                  <a:pt x="1310094" y="1224087"/>
                  <a:pt x="1310086" y="1214588"/>
                </a:cubicBezTo>
                <a:cubicBezTo>
                  <a:pt x="1310082" y="1209962"/>
                  <a:pt x="1309162" y="1202601"/>
                  <a:pt x="1307328" y="1192504"/>
                </a:cubicBezTo>
                <a:close/>
                <a:moveTo>
                  <a:pt x="1270961" y="1204203"/>
                </a:moveTo>
                <a:cubicBezTo>
                  <a:pt x="1281041" y="1200489"/>
                  <a:pt x="1291168" y="1195765"/>
                  <a:pt x="1301343" y="1190030"/>
                </a:cubicBezTo>
                <a:cubicBezTo>
                  <a:pt x="1305379" y="1198536"/>
                  <a:pt x="1307400" y="1206188"/>
                  <a:pt x="1307405" y="1212986"/>
                </a:cubicBezTo>
                <a:cubicBezTo>
                  <a:pt x="1307427" y="1238617"/>
                  <a:pt x="1291555" y="1256398"/>
                  <a:pt x="1259790" y="1266329"/>
                </a:cubicBezTo>
                <a:lnTo>
                  <a:pt x="1257044" y="1260737"/>
                </a:lnTo>
                <a:lnTo>
                  <a:pt x="1259692" y="1257616"/>
                </a:lnTo>
                <a:cubicBezTo>
                  <a:pt x="1268897" y="1250000"/>
                  <a:pt x="1273496" y="1240772"/>
                  <a:pt x="1273487" y="1229934"/>
                </a:cubicBezTo>
                <a:cubicBezTo>
                  <a:pt x="1273480" y="1222355"/>
                  <a:pt x="1270903" y="1214644"/>
                  <a:pt x="1265754" y="1206802"/>
                </a:cubicBezTo>
                <a:cubicBezTo>
                  <a:pt x="1268212" y="1205499"/>
                  <a:pt x="1269947" y="1204633"/>
                  <a:pt x="1270961" y="1204203"/>
                </a:cubicBezTo>
                <a:close/>
                <a:moveTo>
                  <a:pt x="851319" y="1402356"/>
                </a:moveTo>
                <a:cubicBezTo>
                  <a:pt x="861506" y="1397861"/>
                  <a:pt x="873008" y="1395609"/>
                  <a:pt x="885825" y="1395598"/>
                </a:cubicBezTo>
                <a:cubicBezTo>
                  <a:pt x="898154" y="1395588"/>
                  <a:pt x="909239" y="1397900"/>
                  <a:pt x="919080" y="1402534"/>
                </a:cubicBezTo>
                <a:lnTo>
                  <a:pt x="929399" y="1409021"/>
                </a:lnTo>
                <a:lnTo>
                  <a:pt x="929394" y="1403043"/>
                </a:lnTo>
                <a:cubicBezTo>
                  <a:pt x="946873" y="1410293"/>
                  <a:pt x="959784" y="1422292"/>
                  <a:pt x="968126" y="1439041"/>
                </a:cubicBezTo>
                <a:cubicBezTo>
                  <a:pt x="976468" y="1455789"/>
                  <a:pt x="980648" y="1475020"/>
                  <a:pt x="980666" y="1496734"/>
                </a:cubicBezTo>
                <a:cubicBezTo>
                  <a:pt x="980693" y="1528737"/>
                  <a:pt x="972492" y="1554701"/>
                  <a:pt x="956064" y="1574626"/>
                </a:cubicBezTo>
                <a:cubicBezTo>
                  <a:pt x="939636" y="1594552"/>
                  <a:pt x="917980" y="1604526"/>
                  <a:pt x="891097" y="1604548"/>
                </a:cubicBezTo>
                <a:cubicBezTo>
                  <a:pt x="873835" y="1604563"/>
                  <a:pt x="857370" y="1598481"/>
                  <a:pt x="841701" y="1586302"/>
                </a:cubicBezTo>
                <a:lnTo>
                  <a:pt x="841696" y="1581096"/>
                </a:lnTo>
                <a:cubicBezTo>
                  <a:pt x="856450" y="1589999"/>
                  <a:pt x="872582" y="1594443"/>
                  <a:pt x="890093" y="1594429"/>
                </a:cubicBezTo>
                <a:cubicBezTo>
                  <a:pt x="913612" y="1594410"/>
                  <a:pt x="932932" y="1585512"/>
                  <a:pt x="948052" y="1567738"/>
                </a:cubicBezTo>
                <a:cubicBezTo>
                  <a:pt x="963172" y="1549964"/>
                  <a:pt x="970720" y="1527136"/>
                  <a:pt x="970697" y="1499254"/>
                </a:cubicBezTo>
                <a:cubicBezTo>
                  <a:pt x="970679" y="1478435"/>
                  <a:pt x="967181" y="1460267"/>
                  <a:pt x="960200" y="1444751"/>
                </a:cubicBezTo>
                <a:cubicBezTo>
                  <a:pt x="956709" y="1436992"/>
                  <a:pt x="952398" y="1430161"/>
                  <a:pt x="947264" y="1424255"/>
                </a:cubicBezTo>
                <a:lnTo>
                  <a:pt x="938555" y="1416974"/>
                </a:lnTo>
                <a:lnTo>
                  <a:pt x="944874" y="1423405"/>
                </a:lnTo>
                <a:cubicBezTo>
                  <a:pt x="959582" y="1441964"/>
                  <a:pt x="966949" y="1466536"/>
                  <a:pt x="966975" y="1497122"/>
                </a:cubicBezTo>
                <a:cubicBezTo>
                  <a:pt x="966999" y="1526105"/>
                  <a:pt x="959766" y="1549340"/>
                  <a:pt x="945278" y="1566829"/>
                </a:cubicBezTo>
                <a:cubicBezTo>
                  <a:pt x="930790" y="1584317"/>
                  <a:pt x="911270" y="1593072"/>
                  <a:pt x="886718" y="1593092"/>
                </a:cubicBezTo>
                <a:cubicBezTo>
                  <a:pt x="867392" y="1593108"/>
                  <a:pt x="850209" y="1586973"/>
                  <a:pt x="835170" y="1574688"/>
                </a:cubicBezTo>
                <a:cubicBezTo>
                  <a:pt x="813133" y="1556614"/>
                  <a:pt x="802100" y="1529930"/>
                  <a:pt x="802071" y="1494634"/>
                </a:cubicBezTo>
                <a:cubicBezTo>
                  <a:pt x="802046" y="1464544"/>
                  <a:pt x="809590" y="1440521"/>
                  <a:pt x="824704" y="1422565"/>
                </a:cubicBezTo>
                <a:cubicBezTo>
                  <a:pt x="832261" y="1413587"/>
                  <a:pt x="841132" y="1406850"/>
                  <a:pt x="851319" y="1402356"/>
                </a:cubicBezTo>
                <a:close/>
                <a:moveTo>
                  <a:pt x="1563362" y="1047669"/>
                </a:moveTo>
                <a:lnTo>
                  <a:pt x="1571134" y="1051190"/>
                </a:lnTo>
                <a:lnTo>
                  <a:pt x="1544564" y="1104388"/>
                </a:lnTo>
                <a:lnTo>
                  <a:pt x="1536619" y="1101262"/>
                </a:lnTo>
                <a:close/>
                <a:moveTo>
                  <a:pt x="771741" y="1420321"/>
                </a:moveTo>
                <a:cubicBezTo>
                  <a:pt x="775667" y="1414323"/>
                  <a:pt x="784319" y="1410352"/>
                  <a:pt x="797694" y="1408408"/>
                </a:cubicBezTo>
                <a:lnTo>
                  <a:pt x="793931" y="1418390"/>
                </a:lnTo>
                <a:cubicBezTo>
                  <a:pt x="786487" y="1420138"/>
                  <a:pt x="781608" y="1423057"/>
                  <a:pt x="779295" y="1427144"/>
                </a:cubicBezTo>
                <a:cubicBezTo>
                  <a:pt x="776982" y="1431232"/>
                  <a:pt x="775831" y="1438633"/>
                  <a:pt x="775840" y="1449347"/>
                </a:cubicBezTo>
                <a:lnTo>
                  <a:pt x="775967" y="1602710"/>
                </a:lnTo>
                <a:lnTo>
                  <a:pt x="739639" y="1602740"/>
                </a:lnTo>
                <a:lnTo>
                  <a:pt x="736656" y="1592920"/>
                </a:lnTo>
                <a:lnTo>
                  <a:pt x="765988" y="1592895"/>
                </a:lnTo>
                <a:lnTo>
                  <a:pt x="765869" y="1450813"/>
                </a:lnTo>
                <a:cubicBezTo>
                  <a:pt x="765857" y="1436482"/>
                  <a:pt x="767814" y="1426318"/>
                  <a:pt x="771741" y="1420321"/>
                </a:cubicBezTo>
                <a:close/>
                <a:moveTo>
                  <a:pt x="11364" y="1769736"/>
                </a:moveTo>
                <a:lnTo>
                  <a:pt x="92924" y="1769669"/>
                </a:lnTo>
                <a:lnTo>
                  <a:pt x="71787" y="1792664"/>
                </a:lnTo>
                <a:lnTo>
                  <a:pt x="110378" y="1910913"/>
                </a:lnTo>
                <a:lnTo>
                  <a:pt x="112323" y="1901091"/>
                </a:lnTo>
                <a:lnTo>
                  <a:pt x="74877" y="1791859"/>
                </a:lnTo>
                <a:lnTo>
                  <a:pt x="97048" y="1775795"/>
                </a:lnTo>
                <a:lnTo>
                  <a:pt x="103150" y="1781434"/>
                </a:lnTo>
                <a:lnTo>
                  <a:pt x="84921" y="1795246"/>
                </a:lnTo>
                <a:lnTo>
                  <a:pt x="116726" y="1892813"/>
                </a:lnTo>
                <a:lnTo>
                  <a:pt x="151193" y="1792412"/>
                </a:lnTo>
                <a:lnTo>
                  <a:pt x="133371" y="1769635"/>
                </a:lnTo>
                <a:lnTo>
                  <a:pt x="213435" y="1769568"/>
                </a:lnTo>
                <a:lnTo>
                  <a:pt x="195396" y="1791634"/>
                </a:lnTo>
                <a:lnTo>
                  <a:pt x="215531" y="1778471"/>
                </a:lnTo>
                <a:lnTo>
                  <a:pt x="221554" y="1784105"/>
                </a:lnTo>
                <a:lnTo>
                  <a:pt x="205076" y="1797276"/>
                </a:lnTo>
                <a:lnTo>
                  <a:pt x="205196" y="1941790"/>
                </a:lnTo>
                <a:lnTo>
                  <a:pt x="230614" y="1974639"/>
                </a:lnTo>
                <a:lnTo>
                  <a:pt x="148261" y="1974708"/>
                </a:lnTo>
                <a:lnTo>
                  <a:pt x="145049" y="1964888"/>
                </a:lnTo>
                <a:lnTo>
                  <a:pt x="215603" y="1964829"/>
                </a:lnTo>
                <a:lnTo>
                  <a:pt x="204978" y="1954974"/>
                </a:lnTo>
                <a:lnTo>
                  <a:pt x="211552" y="1962749"/>
                </a:lnTo>
                <a:lnTo>
                  <a:pt x="138348" y="1962810"/>
                </a:lnTo>
                <a:lnTo>
                  <a:pt x="158612" y="1941369"/>
                </a:lnTo>
                <a:lnTo>
                  <a:pt x="158534" y="1847516"/>
                </a:lnTo>
                <a:lnTo>
                  <a:pt x="117580" y="1974733"/>
                </a:lnTo>
                <a:lnTo>
                  <a:pt x="99102" y="1974749"/>
                </a:lnTo>
                <a:lnTo>
                  <a:pt x="97201" y="1964928"/>
                </a:lnTo>
                <a:lnTo>
                  <a:pt x="110753" y="1964916"/>
                </a:lnTo>
                <a:lnTo>
                  <a:pt x="158521" y="1831548"/>
                </a:lnTo>
                <a:lnTo>
                  <a:pt x="158505" y="1812781"/>
                </a:lnTo>
                <a:lnTo>
                  <a:pt x="109549" y="1962685"/>
                </a:lnTo>
                <a:lnTo>
                  <a:pt x="94952" y="1962697"/>
                </a:lnTo>
                <a:lnTo>
                  <a:pt x="60157" y="1844970"/>
                </a:lnTo>
                <a:lnTo>
                  <a:pt x="60219" y="1919184"/>
                </a:lnTo>
                <a:cubicBezTo>
                  <a:pt x="60227" y="1929316"/>
                  <a:pt x="60849" y="1936316"/>
                  <a:pt x="62084" y="1940185"/>
                </a:cubicBezTo>
                <a:cubicBezTo>
                  <a:pt x="63318" y="1944054"/>
                  <a:pt x="66392" y="1948488"/>
                  <a:pt x="71305" y="1953487"/>
                </a:cubicBezTo>
                <a:lnTo>
                  <a:pt x="85070" y="1974760"/>
                </a:lnTo>
                <a:lnTo>
                  <a:pt x="4029" y="1974828"/>
                </a:lnTo>
                <a:lnTo>
                  <a:pt x="0" y="1965009"/>
                </a:lnTo>
                <a:lnTo>
                  <a:pt x="71665" y="1964949"/>
                </a:lnTo>
                <a:lnTo>
                  <a:pt x="67603" y="1962869"/>
                </a:lnTo>
                <a:lnTo>
                  <a:pt x="1165" y="1962924"/>
                </a:lnTo>
                <a:lnTo>
                  <a:pt x="4869" y="1956224"/>
                </a:lnTo>
                <a:cubicBezTo>
                  <a:pt x="15769" y="1950223"/>
                  <a:pt x="22809" y="1944417"/>
                  <a:pt x="25989" y="1938806"/>
                </a:cubicBezTo>
                <a:cubicBezTo>
                  <a:pt x="29169" y="1933195"/>
                  <a:pt x="30754" y="1924085"/>
                  <a:pt x="30744" y="1911475"/>
                </a:cubicBezTo>
                <a:lnTo>
                  <a:pt x="30645" y="1792105"/>
                </a:lnTo>
                <a:close/>
                <a:moveTo>
                  <a:pt x="1463670" y="1057736"/>
                </a:moveTo>
                <a:cubicBezTo>
                  <a:pt x="1456966" y="1061123"/>
                  <a:pt x="1451199" y="1066201"/>
                  <a:pt x="1446368" y="1072969"/>
                </a:cubicBezTo>
                <a:cubicBezTo>
                  <a:pt x="1436706" y="1086505"/>
                  <a:pt x="1431885" y="1105752"/>
                  <a:pt x="1431906" y="1130710"/>
                </a:cubicBezTo>
                <a:cubicBezTo>
                  <a:pt x="1431920" y="1147694"/>
                  <a:pt x="1434080" y="1162023"/>
                  <a:pt x="1438385" y="1173696"/>
                </a:cubicBezTo>
                <a:lnTo>
                  <a:pt x="1443382" y="1180681"/>
                </a:lnTo>
                <a:lnTo>
                  <a:pt x="1443400" y="1180797"/>
                </a:lnTo>
                <a:cubicBezTo>
                  <a:pt x="1445982" y="1187122"/>
                  <a:pt x="1449793" y="1192778"/>
                  <a:pt x="1454834" y="1197765"/>
                </a:cubicBezTo>
                <a:lnTo>
                  <a:pt x="1456350" y="1198809"/>
                </a:lnTo>
                <a:lnTo>
                  <a:pt x="1457737" y="1200747"/>
                </a:lnTo>
                <a:lnTo>
                  <a:pt x="1465434" y="1205062"/>
                </a:lnTo>
                <a:lnTo>
                  <a:pt x="1456350" y="1198809"/>
                </a:lnTo>
                <a:lnTo>
                  <a:pt x="1443382" y="1180681"/>
                </a:lnTo>
                <a:lnTo>
                  <a:pt x="1435626" y="1129761"/>
                </a:lnTo>
                <a:cubicBezTo>
                  <a:pt x="1435607" y="1106141"/>
                  <a:pt x="1440160" y="1087584"/>
                  <a:pt x="1449286" y="1074092"/>
                </a:cubicBezTo>
                <a:cubicBezTo>
                  <a:pt x="1458412" y="1060600"/>
                  <a:pt x="1471327" y="1053847"/>
                  <a:pt x="1488029" y="1053833"/>
                </a:cubicBezTo>
                <a:cubicBezTo>
                  <a:pt x="1491689" y="1053830"/>
                  <a:pt x="1495193" y="1054223"/>
                  <a:pt x="1498541" y="1055010"/>
                </a:cubicBezTo>
                <a:lnTo>
                  <a:pt x="1506614" y="1058001"/>
                </a:lnTo>
                <a:lnTo>
                  <a:pt x="1502802" y="1055459"/>
                </a:lnTo>
                <a:cubicBezTo>
                  <a:pt x="1497983" y="1053577"/>
                  <a:pt x="1492580" y="1052639"/>
                  <a:pt x="1486593" y="1052644"/>
                </a:cubicBezTo>
                <a:cubicBezTo>
                  <a:pt x="1478016" y="1052651"/>
                  <a:pt x="1470375" y="1054349"/>
                  <a:pt x="1463670" y="1057736"/>
                </a:cubicBezTo>
                <a:close/>
                <a:moveTo>
                  <a:pt x="2254203" y="672492"/>
                </a:moveTo>
                <a:lnTo>
                  <a:pt x="2435977" y="672341"/>
                </a:lnTo>
                <a:cubicBezTo>
                  <a:pt x="2434860" y="676894"/>
                  <a:pt x="2434210" y="679365"/>
                  <a:pt x="2434026" y="679754"/>
                </a:cubicBezTo>
                <a:lnTo>
                  <a:pt x="2424324" y="696461"/>
                </a:lnTo>
                <a:cubicBezTo>
                  <a:pt x="2420796" y="703223"/>
                  <a:pt x="2417621" y="711132"/>
                  <a:pt x="2414797" y="720186"/>
                </a:cubicBezTo>
                <a:lnTo>
                  <a:pt x="2412903" y="723239"/>
                </a:lnTo>
                <a:lnTo>
                  <a:pt x="2407305" y="721039"/>
                </a:lnTo>
                <a:lnTo>
                  <a:pt x="2406739" y="718581"/>
                </a:lnTo>
                <a:lnTo>
                  <a:pt x="2403399" y="709232"/>
                </a:lnTo>
                <a:lnTo>
                  <a:pt x="2391222" y="704739"/>
                </a:lnTo>
                <a:cubicBezTo>
                  <a:pt x="2386322" y="703509"/>
                  <a:pt x="2381529" y="702896"/>
                  <a:pt x="2376841" y="702900"/>
                </a:cubicBezTo>
                <a:cubicBezTo>
                  <a:pt x="2374897" y="702902"/>
                  <a:pt x="2373605" y="702950"/>
                  <a:pt x="2372963" y="703045"/>
                </a:cubicBezTo>
                <a:lnTo>
                  <a:pt x="2373663" y="846148"/>
                </a:lnTo>
                <a:lnTo>
                  <a:pt x="2396892" y="877459"/>
                </a:lnTo>
                <a:lnTo>
                  <a:pt x="2317811" y="877525"/>
                </a:lnTo>
                <a:lnTo>
                  <a:pt x="2312860" y="867706"/>
                </a:lnTo>
                <a:lnTo>
                  <a:pt x="2382757" y="867648"/>
                </a:lnTo>
                <a:lnTo>
                  <a:pt x="2374277" y="859791"/>
                </a:lnTo>
                <a:lnTo>
                  <a:pt x="2379230" y="865568"/>
                </a:lnTo>
                <a:lnTo>
                  <a:pt x="2306458" y="865628"/>
                </a:lnTo>
                <a:lnTo>
                  <a:pt x="2326869" y="844140"/>
                </a:lnTo>
                <a:lnTo>
                  <a:pt x="2326752" y="703288"/>
                </a:lnTo>
                <a:lnTo>
                  <a:pt x="2319369" y="703246"/>
                </a:lnTo>
                <a:cubicBezTo>
                  <a:pt x="2310180" y="703253"/>
                  <a:pt x="2303762" y="704955"/>
                  <a:pt x="2300114" y="708349"/>
                </a:cubicBezTo>
                <a:cubicBezTo>
                  <a:pt x="2296467" y="711743"/>
                  <a:pt x="2294217" y="718929"/>
                  <a:pt x="2293362" y="729908"/>
                </a:cubicBezTo>
                <a:lnTo>
                  <a:pt x="2283727" y="729916"/>
                </a:lnTo>
                <a:cubicBezTo>
                  <a:pt x="2284857" y="715627"/>
                  <a:pt x="2288114" y="705975"/>
                  <a:pt x="2293500" y="700961"/>
                </a:cubicBezTo>
                <a:cubicBezTo>
                  <a:pt x="2298887" y="695945"/>
                  <a:pt x="2306566" y="693434"/>
                  <a:pt x="2316539" y="693425"/>
                </a:cubicBezTo>
                <a:lnTo>
                  <a:pt x="2328139" y="693581"/>
                </a:lnTo>
                <a:lnTo>
                  <a:pt x="2326744" y="693559"/>
                </a:lnTo>
                <a:lnTo>
                  <a:pt x="2326743" y="692052"/>
                </a:lnTo>
                <a:cubicBezTo>
                  <a:pt x="2323516" y="691675"/>
                  <a:pt x="2319789" y="691488"/>
                  <a:pt x="2315564" y="691491"/>
                </a:cubicBezTo>
                <a:cubicBezTo>
                  <a:pt x="2303877" y="691501"/>
                  <a:pt x="2295551" y="693798"/>
                  <a:pt x="2290584" y="698382"/>
                </a:cubicBezTo>
                <a:cubicBezTo>
                  <a:pt x="2285619" y="702965"/>
                  <a:pt x="2282824" y="711871"/>
                  <a:pt x="2282203" y="725099"/>
                </a:cubicBezTo>
                <a:lnTo>
                  <a:pt x="2275271" y="725104"/>
                </a:lnTo>
                <a:cubicBezTo>
                  <a:pt x="2270679" y="710309"/>
                  <a:pt x="2264039" y="694679"/>
                  <a:pt x="2255354" y="678212"/>
                </a:cubicBezTo>
                <a:close/>
                <a:moveTo>
                  <a:pt x="658402" y="1434762"/>
                </a:moveTo>
                <a:lnTo>
                  <a:pt x="658469" y="1515841"/>
                </a:lnTo>
                <a:cubicBezTo>
                  <a:pt x="658491" y="1542179"/>
                  <a:pt x="660126" y="1559159"/>
                  <a:pt x="663374" y="1566781"/>
                </a:cubicBezTo>
                <a:lnTo>
                  <a:pt x="666535" y="1570537"/>
                </a:lnTo>
                <a:lnTo>
                  <a:pt x="661928" y="1557960"/>
                </a:lnTo>
                <a:cubicBezTo>
                  <a:pt x="660832" y="1552835"/>
                  <a:pt x="660281" y="1547064"/>
                  <a:pt x="660276" y="1540647"/>
                </a:cubicBezTo>
                <a:lnTo>
                  <a:pt x="660413" y="1526929"/>
                </a:lnTo>
                <a:lnTo>
                  <a:pt x="660347" y="1447883"/>
                </a:lnTo>
                <a:close/>
                <a:moveTo>
                  <a:pt x="1080964" y="1230683"/>
                </a:moveTo>
                <a:lnTo>
                  <a:pt x="1241927" y="1230549"/>
                </a:lnTo>
                <a:lnTo>
                  <a:pt x="1245705" y="1224981"/>
                </a:lnTo>
                <a:cubicBezTo>
                  <a:pt x="1231983" y="1212807"/>
                  <a:pt x="1222096" y="1197790"/>
                  <a:pt x="1216044" y="1179929"/>
                </a:cubicBezTo>
                <a:lnTo>
                  <a:pt x="1226053" y="1182388"/>
                </a:lnTo>
                <a:cubicBezTo>
                  <a:pt x="1231597" y="1195267"/>
                  <a:pt x="1240911" y="1208479"/>
                  <a:pt x="1253993" y="1222025"/>
                </a:cubicBezTo>
                <a:lnTo>
                  <a:pt x="1256329" y="1223867"/>
                </a:lnTo>
                <a:lnTo>
                  <a:pt x="1247478" y="1240367"/>
                </a:lnTo>
                <a:lnTo>
                  <a:pt x="1084568" y="1240502"/>
                </a:lnTo>
                <a:close/>
                <a:moveTo>
                  <a:pt x="1448324" y="1040159"/>
                </a:moveTo>
                <a:cubicBezTo>
                  <a:pt x="1458242" y="1036192"/>
                  <a:pt x="1468938" y="1034204"/>
                  <a:pt x="1480414" y="1034194"/>
                </a:cubicBezTo>
                <a:cubicBezTo>
                  <a:pt x="1490515" y="1034186"/>
                  <a:pt x="1502165" y="1035984"/>
                  <a:pt x="1515362" y="1039588"/>
                </a:cubicBezTo>
                <a:cubicBezTo>
                  <a:pt x="1528172" y="1043106"/>
                  <a:pt x="1536562" y="1044863"/>
                  <a:pt x="1540530" y="1044860"/>
                </a:cubicBezTo>
                <a:cubicBezTo>
                  <a:pt x="1546195" y="1044855"/>
                  <a:pt x="1553460" y="1043277"/>
                  <a:pt x="1562325" y="1040126"/>
                </a:cubicBezTo>
                <a:lnTo>
                  <a:pt x="1530144" y="1099812"/>
                </a:lnTo>
                <a:cubicBezTo>
                  <a:pt x="1528917" y="1091620"/>
                  <a:pt x="1527084" y="1084535"/>
                  <a:pt x="1524645" y="1078555"/>
                </a:cubicBezTo>
                <a:lnTo>
                  <a:pt x="1523744" y="1077113"/>
                </a:lnTo>
                <a:lnTo>
                  <a:pt x="1520855" y="1075595"/>
                </a:lnTo>
                <a:cubicBezTo>
                  <a:pt x="1507613" y="1067728"/>
                  <a:pt x="1496764" y="1063798"/>
                  <a:pt x="1488305" y="1063805"/>
                </a:cubicBezTo>
                <a:cubicBezTo>
                  <a:pt x="1478061" y="1063813"/>
                  <a:pt x="1469511" y="1066832"/>
                  <a:pt x="1462656" y="1072860"/>
                </a:cubicBezTo>
                <a:cubicBezTo>
                  <a:pt x="1456577" y="1079620"/>
                  <a:pt x="1452310" y="1087498"/>
                  <a:pt x="1449857" y="1096494"/>
                </a:cubicBezTo>
                <a:cubicBezTo>
                  <a:pt x="1447403" y="1105490"/>
                  <a:pt x="1446183" y="1117634"/>
                  <a:pt x="1446196" y="1132926"/>
                </a:cubicBezTo>
                <a:cubicBezTo>
                  <a:pt x="1446212" y="1152324"/>
                  <a:pt x="1448090" y="1166992"/>
                  <a:pt x="1451830" y="1176933"/>
                </a:cubicBezTo>
                <a:cubicBezTo>
                  <a:pt x="1455570" y="1186873"/>
                  <a:pt x="1462839" y="1196160"/>
                  <a:pt x="1473640" y="1204794"/>
                </a:cubicBezTo>
                <a:lnTo>
                  <a:pt x="1473643" y="1208404"/>
                </a:lnTo>
                <a:lnTo>
                  <a:pt x="1482487" y="1210917"/>
                </a:lnTo>
                <a:cubicBezTo>
                  <a:pt x="1487299" y="1211763"/>
                  <a:pt x="1492453" y="1212183"/>
                  <a:pt x="1497951" y="1212178"/>
                </a:cubicBezTo>
                <a:lnTo>
                  <a:pt x="1518443" y="1212161"/>
                </a:lnTo>
                <a:lnTo>
                  <a:pt x="1518385" y="1142361"/>
                </a:lnTo>
                <a:lnTo>
                  <a:pt x="1484627" y="1142389"/>
                </a:lnTo>
                <a:cubicBezTo>
                  <a:pt x="1476286" y="1142396"/>
                  <a:pt x="1470248" y="1141931"/>
                  <a:pt x="1466513" y="1140995"/>
                </a:cubicBezTo>
                <a:cubicBezTo>
                  <a:pt x="1462777" y="1140059"/>
                  <a:pt x="1458783" y="1137676"/>
                  <a:pt x="1454531" y="1133847"/>
                </a:cubicBezTo>
                <a:lnTo>
                  <a:pt x="1454524" y="1125866"/>
                </a:lnTo>
                <a:cubicBezTo>
                  <a:pt x="1460945" y="1128665"/>
                  <a:pt x="1465720" y="1130434"/>
                  <a:pt x="1468850" y="1131171"/>
                </a:cubicBezTo>
                <a:cubicBezTo>
                  <a:pt x="1471980" y="1131909"/>
                  <a:pt x="1477381" y="1132275"/>
                  <a:pt x="1485056" y="1132268"/>
                </a:cubicBezTo>
                <a:lnTo>
                  <a:pt x="1518377" y="1132241"/>
                </a:lnTo>
                <a:lnTo>
                  <a:pt x="1518375" y="1130306"/>
                </a:lnTo>
                <a:lnTo>
                  <a:pt x="1480829" y="1130337"/>
                </a:lnTo>
                <a:lnTo>
                  <a:pt x="1474268" y="1130343"/>
                </a:lnTo>
                <a:cubicBezTo>
                  <a:pt x="1457834" y="1130356"/>
                  <a:pt x="1449611" y="1124116"/>
                  <a:pt x="1449601" y="1111620"/>
                </a:cubicBezTo>
                <a:cubicBezTo>
                  <a:pt x="1449597" y="1106813"/>
                  <a:pt x="1451072" y="1102631"/>
                  <a:pt x="1454027" y="1099076"/>
                </a:cubicBezTo>
                <a:cubicBezTo>
                  <a:pt x="1456983" y="1095522"/>
                  <a:pt x="1460626" y="1093742"/>
                  <a:pt x="1464959" y="1093738"/>
                </a:cubicBezTo>
                <a:cubicBezTo>
                  <a:pt x="1468316" y="1093736"/>
                  <a:pt x="1471257" y="1094962"/>
                  <a:pt x="1473783" y="1097417"/>
                </a:cubicBezTo>
                <a:cubicBezTo>
                  <a:pt x="1476309" y="1099872"/>
                  <a:pt x="1477573" y="1102743"/>
                  <a:pt x="1477576" y="1106030"/>
                </a:cubicBezTo>
                <a:cubicBezTo>
                  <a:pt x="1477578" y="1108963"/>
                  <a:pt x="1476979" y="1111293"/>
                  <a:pt x="1475779" y="1113021"/>
                </a:cubicBezTo>
                <a:lnTo>
                  <a:pt x="1473305" y="1114568"/>
                </a:lnTo>
                <a:lnTo>
                  <a:pt x="1474256" y="1114567"/>
                </a:lnTo>
                <a:lnTo>
                  <a:pt x="1573623" y="1114484"/>
                </a:lnTo>
                <a:lnTo>
                  <a:pt x="1553505" y="1138383"/>
                </a:lnTo>
                <a:lnTo>
                  <a:pt x="1553563" y="1207860"/>
                </a:lnTo>
                <a:lnTo>
                  <a:pt x="1554904" y="1209318"/>
                </a:lnTo>
                <a:lnTo>
                  <a:pt x="1554844" y="1138205"/>
                </a:lnTo>
                <a:lnTo>
                  <a:pt x="1574972" y="1119497"/>
                </a:lnTo>
                <a:lnTo>
                  <a:pt x="1579984" y="1126199"/>
                </a:lnTo>
                <a:lnTo>
                  <a:pt x="1564968" y="1142069"/>
                </a:lnTo>
                <a:lnTo>
                  <a:pt x="1565023" y="1208246"/>
                </a:lnTo>
                <a:lnTo>
                  <a:pt x="1589274" y="1240082"/>
                </a:lnTo>
                <a:lnTo>
                  <a:pt x="1528247" y="1239686"/>
                </a:lnTo>
                <a:lnTo>
                  <a:pt x="1475742" y="1240325"/>
                </a:lnTo>
                <a:cubicBezTo>
                  <a:pt x="1472187" y="1240328"/>
                  <a:pt x="1469534" y="1240233"/>
                  <a:pt x="1467783" y="1240039"/>
                </a:cubicBezTo>
                <a:cubicBezTo>
                  <a:pt x="1461111" y="1239302"/>
                  <a:pt x="1454064" y="1234643"/>
                  <a:pt x="1446645" y="1226062"/>
                </a:cubicBezTo>
                <a:lnTo>
                  <a:pt x="1453333" y="1226057"/>
                </a:lnTo>
                <a:cubicBezTo>
                  <a:pt x="1459952" y="1229027"/>
                  <a:pt x="1469118" y="1230508"/>
                  <a:pt x="1480831" y="1230498"/>
                </a:cubicBezTo>
                <a:lnTo>
                  <a:pt x="1488151" y="1230195"/>
                </a:lnTo>
                <a:lnTo>
                  <a:pt x="1574992" y="1230122"/>
                </a:lnTo>
                <a:lnTo>
                  <a:pt x="1569433" y="1225119"/>
                </a:lnTo>
                <a:lnTo>
                  <a:pt x="1572258" y="1228190"/>
                </a:lnTo>
                <a:lnTo>
                  <a:pt x="1494612" y="1228254"/>
                </a:lnTo>
                <a:lnTo>
                  <a:pt x="1479873" y="1228267"/>
                </a:lnTo>
                <a:cubicBezTo>
                  <a:pt x="1467136" y="1228277"/>
                  <a:pt x="1456554" y="1226713"/>
                  <a:pt x="1448128" y="1223574"/>
                </a:cubicBezTo>
                <a:cubicBezTo>
                  <a:pt x="1439702" y="1220435"/>
                  <a:pt x="1432312" y="1215155"/>
                  <a:pt x="1425959" y="1207734"/>
                </a:cubicBezTo>
                <a:cubicBezTo>
                  <a:pt x="1403559" y="1188786"/>
                  <a:pt x="1392346" y="1163820"/>
                  <a:pt x="1392320" y="1132836"/>
                </a:cubicBezTo>
                <a:cubicBezTo>
                  <a:pt x="1392293" y="1100958"/>
                  <a:pt x="1401822" y="1076010"/>
                  <a:pt x="1420907" y="1057994"/>
                </a:cubicBezTo>
                <a:cubicBezTo>
                  <a:pt x="1429267" y="1050070"/>
                  <a:pt x="1438406" y="1044125"/>
                  <a:pt x="1448324" y="1040159"/>
                </a:cubicBezTo>
                <a:close/>
                <a:moveTo>
                  <a:pt x="2162378" y="672569"/>
                </a:moveTo>
                <a:lnTo>
                  <a:pt x="2237636" y="672506"/>
                </a:lnTo>
                <a:lnTo>
                  <a:pt x="2218102" y="696498"/>
                </a:lnTo>
                <a:lnTo>
                  <a:pt x="2218226" y="845970"/>
                </a:lnTo>
                <a:lnTo>
                  <a:pt x="2219418" y="847247"/>
                </a:lnTo>
                <a:lnTo>
                  <a:pt x="2219291" y="695983"/>
                </a:lnTo>
                <a:lnTo>
                  <a:pt x="2238878" y="677905"/>
                </a:lnTo>
                <a:lnTo>
                  <a:pt x="2244287" y="684007"/>
                </a:lnTo>
                <a:lnTo>
                  <a:pt x="2229416" y="699769"/>
                </a:lnTo>
                <a:lnTo>
                  <a:pt x="2229537" y="846230"/>
                </a:lnTo>
                <a:lnTo>
                  <a:pt x="2254078" y="877578"/>
                </a:lnTo>
                <a:lnTo>
                  <a:pt x="2173832" y="877645"/>
                </a:lnTo>
                <a:lnTo>
                  <a:pt x="2168508" y="867826"/>
                </a:lnTo>
                <a:lnTo>
                  <a:pt x="2239359" y="867768"/>
                </a:lnTo>
                <a:lnTo>
                  <a:pt x="2234551" y="863459"/>
                </a:lnTo>
                <a:lnTo>
                  <a:pt x="2236629" y="865686"/>
                </a:lnTo>
                <a:lnTo>
                  <a:pt x="2162539" y="865748"/>
                </a:lnTo>
                <a:lnTo>
                  <a:pt x="2182803" y="844581"/>
                </a:lnTo>
                <a:lnTo>
                  <a:pt x="2182679" y="695125"/>
                </a:lnTo>
                <a:close/>
                <a:moveTo>
                  <a:pt x="2024700" y="731469"/>
                </a:moveTo>
                <a:lnTo>
                  <a:pt x="1997939" y="837878"/>
                </a:lnTo>
                <a:lnTo>
                  <a:pt x="1999615" y="844185"/>
                </a:lnTo>
                <a:lnTo>
                  <a:pt x="2026492" y="745882"/>
                </a:lnTo>
                <a:close/>
                <a:moveTo>
                  <a:pt x="224016" y="1593347"/>
                </a:moveTo>
                <a:lnTo>
                  <a:pt x="384978" y="1593213"/>
                </a:lnTo>
                <a:lnTo>
                  <a:pt x="388757" y="1587645"/>
                </a:lnTo>
                <a:cubicBezTo>
                  <a:pt x="375034" y="1575471"/>
                  <a:pt x="365147" y="1560454"/>
                  <a:pt x="359096" y="1542593"/>
                </a:cubicBezTo>
                <a:lnTo>
                  <a:pt x="369104" y="1545052"/>
                </a:lnTo>
                <a:cubicBezTo>
                  <a:pt x="374649" y="1557930"/>
                  <a:pt x="383963" y="1571143"/>
                  <a:pt x="397045" y="1584689"/>
                </a:cubicBezTo>
                <a:lnTo>
                  <a:pt x="399381" y="1586532"/>
                </a:lnTo>
                <a:lnTo>
                  <a:pt x="390530" y="1603031"/>
                </a:lnTo>
                <a:lnTo>
                  <a:pt x="227619" y="1603167"/>
                </a:lnTo>
                <a:close/>
                <a:moveTo>
                  <a:pt x="621104" y="1397753"/>
                </a:moveTo>
                <a:lnTo>
                  <a:pt x="701112" y="1397687"/>
                </a:lnTo>
                <a:lnTo>
                  <a:pt x="680375" y="1415559"/>
                </a:lnTo>
                <a:lnTo>
                  <a:pt x="745115" y="1549271"/>
                </a:lnTo>
                <a:lnTo>
                  <a:pt x="745104" y="1535500"/>
                </a:lnTo>
                <a:lnTo>
                  <a:pt x="684357" y="1415934"/>
                </a:lnTo>
                <a:lnTo>
                  <a:pt x="708216" y="1400016"/>
                </a:lnTo>
                <a:lnTo>
                  <a:pt x="713686" y="1406213"/>
                </a:lnTo>
                <a:lnTo>
                  <a:pt x="695577" y="1419013"/>
                </a:lnTo>
                <a:lnTo>
                  <a:pt x="745094" y="1523882"/>
                </a:lnTo>
                <a:lnTo>
                  <a:pt x="745040" y="1458712"/>
                </a:lnTo>
                <a:lnTo>
                  <a:pt x="745033" y="1450977"/>
                </a:lnTo>
                <a:cubicBezTo>
                  <a:pt x="745019" y="1434566"/>
                  <a:pt x="743741" y="1423758"/>
                  <a:pt x="741197" y="1418553"/>
                </a:cubicBezTo>
                <a:cubicBezTo>
                  <a:pt x="738653" y="1413349"/>
                  <a:pt x="731685" y="1406388"/>
                  <a:pt x="720293" y="1397671"/>
                </a:cubicBezTo>
                <a:lnTo>
                  <a:pt x="792637" y="1397611"/>
                </a:lnTo>
                <a:cubicBezTo>
                  <a:pt x="780942" y="1406840"/>
                  <a:pt x="773618" y="1413650"/>
                  <a:pt x="770667" y="1418042"/>
                </a:cubicBezTo>
                <a:cubicBezTo>
                  <a:pt x="766166" y="1424896"/>
                  <a:pt x="763921" y="1435480"/>
                  <a:pt x="763934" y="1449794"/>
                </a:cubicBezTo>
                <a:lnTo>
                  <a:pt x="763941" y="1459279"/>
                </a:lnTo>
                <a:lnTo>
                  <a:pt x="764051" y="1590813"/>
                </a:lnTo>
                <a:lnTo>
                  <a:pt x="734455" y="1590838"/>
                </a:lnTo>
                <a:lnTo>
                  <a:pt x="670327" y="1457225"/>
                </a:lnTo>
                <a:lnTo>
                  <a:pt x="670388" y="1531425"/>
                </a:lnTo>
                <a:lnTo>
                  <a:pt x="670203" y="1539888"/>
                </a:lnTo>
                <a:lnTo>
                  <a:pt x="671957" y="1560685"/>
                </a:lnTo>
                <a:cubicBezTo>
                  <a:pt x="673733" y="1569509"/>
                  <a:pt x="677831" y="1576084"/>
                  <a:pt x="684249" y="1580408"/>
                </a:cubicBezTo>
                <a:lnTo>
                  <a:pt x="685117" y="1582801"/>
                </a:lnTo>
                <a:lnTo>
                  <a:pt x="687124" y="1583713"/>
                </a:lnTo>
                <a:lnTo>
                  <a:pt x="701283" y="1602772"/>
                </a:lnTo>
                <a:lnTo>
                  <a:pt x="617281" y="1602842"/>
                </a:lnTo>
                <a:lnTo>
                  <a:pt x="613678" y="1593022"/>
                </a:lnTo>
                <a:lnTo>
                  <a:pt x="686843" y="1592961"/>
                </a:lnTo>
                <a:lnTo>
                  <a:pt x="680912" y="1590883"/>
                </a:lnTo>
                <a:lnTo>
                  <a:pt x="611198" y="1590941"/>
                </a:lnTo>
                <a:cubicBezTo>
                  <a:pt x="623638" y="1583066"/>
                  <a:pt x="631657" y="1575795"/>
                  <a:pt x="635252" y="1569130"/>
                </a:cubicBezTo>
                <a:cubicBezTo>
                  <a:pt x="638848" y="1562465"/>
                  <a:pt x="640639" y="1550640"/>
                  <a:pt x="640625" y="1533657"/>
                </a:cubicBezTo>
                <a:lnTo>
                  <a:pt x="640529" y="1418385"/>
                </a:lnTo>
                <a:close/>
                <a:moveTo>
                  <a:pt x="1690263" y="868225"/>
                </a:moveTo>
                <a:lnTo>
                  <a:pt x="1851225" y="868091"/>
                </a:lnTo>
                <a:lnTo>
                  <a:pt x="1855004" y="862523"/>
                </a:lnTo>
                <a:cubicBezTo>
                  <a:pt x="1841281" y="850349"/>
                  <a:pt x="1831394" y="835332"/>
                  <a:pt x="1825342" y="817471"/>
                </a:cubicBezTo>
                <a:lnTo>
                  <a:pt x="1835351" y="819930"/>
                </a:lnTo>
                <a:cubicBezTo>
                  <a:pt x="1840896" y="832809"/>
                  <a:pt x="1850210" y="846021"/>
                  <a:pt x="1863291" y="859567"/>
                </a:cubicBezTo>
                <a:lnTo>
                  <a:pt x="1865628" y="861409"/>
                </a:lnTo>
                <a:lnTo>
                  <a:pt x="1856777" y="877909"/>
                </a:lnTo>
                <a:lnTo>
                  <a:pt x="1693865" y="878045"/>
                </a:lnTo>
                <a:close/>
                <a:moveTo>
                  <a:pt x="1127109" y="1133757"/>
                </a:moveTo>
                <a:lnTo>
                  <a:pt x="1127172" y="1209659"/>
                </a:lnTo>
                <a:lnTo>
                  <a:pt x="1130446" y="1209657"/>
                </a:lnTo>
                <a:lnTo>
                  <a:pt x="1130384" y="1134647"/>
                </a:lnTo>
                <a:lnTo>
                  <a:pt x="1163204" y="1134620"/>
                </a:lnTo>
                <a:lnTo>
                  <a:pt x="1162344" y="1133728"/>
                </a:lnTo>
                <a:close/>
                <a:moveTo>
                  <a:pt x="1186010" y="1092250"/>
                </a:moveTo>
                <a:lnTo>
                  <a:pt x="1195835" y="1095333"/>
                </a:lnTo>
                <a:lnTo>
                  <a:pt x="1195893" y="1164566"/>
                </a:lnTo>
                <a:lnTo>
                  <a:pt x="1186068" y="1161590"/>
                </a:lnTo>
                <a:close/>
                <a:moveTo>
                  <a:pt x="627082" y="1355139"/>
                </a:moveTo>
                <a:lnTo>
                  <a:pt x="627090" y="1365309"/>
                </a:lnTo>
                <a:lnTo>
                  <a:pt x="624706" y="1367701"/>
                </a:lnTo>
                <a:cubicBezTo>
                  <a:pt x="616657" y="1375383"/>
                  <a:pt x="609746" y="1383051"/>
                  <a:pt x="603973" y="1390703"/>
                </a:cubicBezTo>
                <a:cubicBezTo>
                  <a:pt x="598200" y="1398355"/>
                  <a:pt x="589525" y="1411399"/>
                  <a:pt x="577947" y="1429834"/>
                </a:cubicBezTo>
                <a:lnTo>
                  <a:pt x="525711" y="1512289"/>
                </a:lnTo>
                <a:lnTo>
                  <a:pt x="525758" y="1567660"/>
                </a:lnTo>
                <a:lnTo>
                  <a:pt x="551746" y="1602897"/>
                </a:lnTo>
                <a:lnTo>
                  <a:pt x="455394" y="1602977"/>
                </a:lnTo>
                <a:lnTo>
                  <a:pt x="452623" y="1593156"/>
                </a:lnTo>
                <a:lnTo>
                  <a:pt x="537906" y="1593085"/>
                </a:lnTo>
                <a:lnTo>
                  <a:pt x="515788" y="1569743"/>
                </a:lnTo>
                <a:lnTo>
                  <a:pt x="515738" y="1509495"/>
                </a:lnTo>
                <a:lnTo>
                  <a:pt x="569863" y="1423857"/>
                </a:lnTo>
                <a:lnTo>
                  <a:pt x="583987" y="1409023"/>
                </a:lnTo>
                <a:cubicBezTo>
                  <a:pt x="595396" y="1385691"/>
                  <a:pt x="609761" y="1367730"/>
                  <a:pt x="627082" y="1355139"/>
                </a:cubicBezTo>
                <a:close/>
                <a:moveTo>
                  <a:pt x="1233800" y="1042437"/>
                </a:moveTo>
                <a:lnTo>
                  <a:pt x="1238673" y="1048623"/>
                </a:lnTo>
                <a:lnTo>
                  <a:pt x="1237282" y="1051249"/>
                </a:lnTo>
                <a:cubicBezTo>
                  <a:pt x="1225470" y="1067153"/>
                  <a:pt x="1216991" y="1081039"/>
                  <a:pt x="1211846" y="1092908"/>
                </a:cubicBezTo>
                <a:lnTo>
                  <a:pt x="1205316" y="1087372"/>
                </a:lnTo>
                <a:cubicBezTo>
                  <a:pt x="1212090" y="1070914"/>
                  <a:pt x="1221584" y="1055936"/>
                  <a:pt x="1233800" y="1042437"/>
                </a:cubicBezTo>
                <a:close/>
                <a:moveTo>
                  <a:pt x="270161" y="1496421"/>
                </a:moveTo>
                <a:lnTo>
                  <a:pt x="270224" y="1572324"/>
                </a:lnTo>
                <a:lnTo>
                  <a:pt x="273498" y="1572321"/>
                </a:lnTo>
                <a:lnTo>
                  <a:pt x="273435" y="1497312"/>
                </a:lnTo>
                <a:lnTo>
                  <a:pt x="306256" y="1497284"/>
                </a:lnTo>
                <a:lnTo>
                  <a:pt x="305395" y="1496392"/>
                </a:lnTo>
                <a:close/>
                <a:moveTo>
                  <a:pt x="329062" y="1454914"/>
                </a:moveTo>
                <a:lnTo>
                  <a:pt x="338887" y="1457996"/>
                </a:lnTo>
                <a:lnTo>
                  <a:pt x="338945" y="1527230"/>
                </a:lnTo>
                <a:lnTo>
                  <a:pt x="329120" y="1524254"/>
                </a:lnTo>
                <a:close/>
                <a:moveTo>
                  <a:pt x="1736407" y="771299"/>
                </a:moveTo>
                <a:lnTo>
                  <a:pt x="1736470" y="847202"/>
                </a:lnTo>
                <a:lnTo>
                  <a:pt x="1739745" y="847199"/>
                </a:lnTo>
                <a:lnTo>
                  <a:pt x="1739681" y="772190"/>
                </a:lnTo>
                <a:lnTo>
                  <a:pt x="1772503" y="772162"/>
                </a:lnTo>
                <a:lnTo>
                  <a:pt x="1771642" y="771270"/>
                </a:lnTo>
                <a:close/>
                <a:moveTo>
                  <a:pt x="1127042" y="1053827"/>
                </a:moveTo>
                <a:lnTo>
                  <a:pt x="1127093" y="1115154"/>
                </a:lnTo>
                <a:lnTo>
                  <a:pt x="1130367" y="1115151"/>
                </a:lnTo>
                <a:lnTo>
                  <a:pt x="1130318" y="1056057"/>
                </a:lnTo>
                <a:cubicBezTo>
                  <a:pt x="1139840" y="1055162"/>
                  <a:pt x="1147877" y="1054712"/>
                  <a:pt x="1154432" y="1054707"/>
                </a:cubicBezTo>
                <a:lnTo>
                  <a:pt x="1164407" y="1055336"/>
                </a:lnTo>
                <a:lnTo>
                  <a:pt x="1175997" y="1057058"/>
                </a:lnTo>
                <a:lnTo>
                  <a:pt x="1182574" y="1058826"/>
                </a:lnTo>
                <a:lnTo>
                  <a:pt x="1181566" y="1057885"/>
                </a:lnTo>
                <a:lnTo>
                  <a:pt x="1175997" y="1057058"/>
                </a:lnTo>
                <a:lnTo>
                  <a:pt x="1171182" y="1055764"/>
                </a:lnTo>
                <a:lnTo>
                  <a:pt x="1164407" y="1055336"/>
                </a:lnTo>
                <a:lnTo>
                  <a:pt x="1150175" y="1053222"/>
                </a:lnTo>
                <a:cubicBezTo>
                  <a:pt x="1142978" y="1053228"/>
                  <a:pt x="1135267" y="1053430"/>
                  <a:pt x="1127042" y="1053827"/>
                </a:cubicBezTo>
                <a:close/>
                <a:moveTo>
                  <a:pt x="1795308" y="729793"/>
                </a:moveTo>
                <a:lnTo>
                  <a:pt x="1805134" y="732875"/>
                </a:lnTo>
                <a:lnTo>
                  <a:pt x="1805191" y="802108"/>
                </a:lnTo>
                <a:lnTo>
                  <a:pt x="1795367" y="799132"/>
                </a:lnTo>
                <a:close/>
                <a:moveTo>
                  <a:pt x="397450" y="1397940"/>
                </a:moveTo>
                <a:lnTo>
                  <a:pt x="477240" y="1397873"/>
                </a:lnTo>
                <a:lnTo>
                  <a:pt x="459164" y="1420054"/>
                </a:lnTo>
                <a:lnTo>
                  <a:pt x="504632" y="1489936"/>
                </a:lnTo>
                <a:lnTo>
                  <a:pt x="506360" y="1485518"/>
                </a:lnTo>
                <a:lnTo>
                  <a:pt x="462985" y="1419263"/>
                </a:lnTo>
                <a:lnTo>
                  <a:pt x="481041" y="1402102"/>
                </a:lnTo>
                <a:lnTo>
                  <a:pt x="487461" y="1407246"/>
                </a:lnTo>
                <a:lnTo>
                  <a:pt x="474196" y="1420200"/>
                </a:lnTo>
                <a:lnTo>
                  <a:pt x="511508" y="1478986"/>
                </a:lnTo>
                <a:lnTo>
                  <a:pt x="541653" y="1428841"/>
                </a:lnTo>
                <a:cubicBezTo>
                  <a:pt x="550811" y="1414293"/>
                  <a:pt x="555387" y="1403628"/>
                  <a:pt x="555381" y="1396846"/>
                </a:cubicBezTo>
                <a:cubicBezTo>
                  <a:pt x="555377" y="1391511"/>
                  <a:pt x="551214" y="1383879"/>
                  <a:pt x="542893" y="1373950"/>
                </a:cubicBezTo>
                <a:cubicBezTo>
                  <a:pt x="572434" y="1366329"/>
                  <a:pt x="596188" y="1357559"/>
                  <a:pt x="614157" y="1347639"/>
                </a:cubicBezTo>
                <a:lnTo>
                  <a:pt x="618307" y="1346392"/>
                </a:lnTo>
                <a:lnTo>
                  <a:pt x="621353" y="1350737"/>
                </a:lnTo>
                <a:lnTo>
                  <a:pt x="619144" y="1354100"/>
                </a:lnTo>
                <a:cubicBezTo>
                  <a:pt x="601806" y="1372147"/>
                  <a:pt x="587560" y="1390420"/>
                  <a:pt x="576406" y="1408918"/>
                </a:cubicBezTo>
                <a:cubicBezTo>
                  <a:pt x="572034" y="1416024"/>
                  <a:pt x="568925" y="1421086"/>
                  <a:pt x="567080" y="1424104"/>
                </a:cubicBezTo>
                <a:lnTo>
                  <a:pt x="513357" y="1510194"/>
                </a:lnTo>
                <a:lnTo>
                  <a:pt x="513405" y="1567393"/>
                </a:lnTo>
                <a:lnTo>
                  <a:pt x="534584" y="1591004"/>
                </a:lnTo>
                <a:lnTo>
                  <a:pt x="457437" y="1591069"/>
                </a:lnTo>
                <a:lnTo>
                  <a:pt x="478430" y="1567341"/>
                </a:lnTo>
                <a:lnTo>
                  <a:pt x="478383" y="1510335"/>
                </a:lnTo>
                <a:lnTo>
                  <a:pt x="443317" y="1456500"/>
                </a:lnTo>
                <a:lnTo>
                  <a:pt x="435718" y="1443880"/>
                </a:lnTo>
                <a:cubicBezTo>
                  <a:pt x="429200" y="1434055"/>
                  <a:pt x="423791" y="1426735"/>
                  <a:pt x="419490" y="1421921"/>
                </a:cubicBezTo>
                <a:cubicBezTo>
                  <a:pt x="415190" y="1417107"/>
                  <a:pt x="408833" y="1411398"/>
                  <a:pt x="400420" y="1404793"/>
                </a:cubicBezTo>
                <a:close/>
                <a:moveTo>
                  <a:pt x="376852" y="1405101"/>
                </a:moveTo>
                <a:lnTo>
                  <a:pt x="381725" y="1411287"/>
                </a:lnTo>
                <a:lnTo>
                  <a:pt x="380334" y="1413914"/>
                </a:lnTo>
                <a:cubicBezTo>
                  <a:pt x="368521" y="1429817"/>
                  <a:pt x="360043" y="1443703"/>
                  <a:pt x="354898" y="1455572"/>
                </a:cubicBezTo>
                <a:lnTo>
                  <a:pt x="348368" y="1450036"/>
                </a:lnTo>
                <a:cubicBezTo>
                  <a:pt x="355142" y="1433578"/>
                  <a:pt x="364637" y="1418600"/>
                  <a:pt x="376852" y="1405101"/>
                </a:cubicBezTo>
                <a:close/>
                <a:moveTo>
                  <a:pt x="1899915" y="672788"/>
                </a:moveTo>
                <a:lnTo>
                  <a:pt x="1977373" y="672723"/>
                </a:lnTo>
                <a:lnTo>
                  <a:pt x="1957400" y="695078"/>
                </a:lnTo>
                <a:lnTo>
                  <a:pt x="1987895" y="811350"/>
                </a:lnTo>
                <a:lnTo>
                  <a:pt x="1989906" y="796680"/>
                </a:lnTo>
                <a:lnTo>
                  <a:pt x="1961661" y="695340"/>
                </a:lnTo>
                <a:lnTo>
                  <a:pt x="1977698" y="681481"/>
                </a:lnTo>
                <a:lnTo>
                  <a:pt x="1984389" y="686521"/>
                </a:lnTo>
                <a:lnTo>
                  <a:pt x="1972288" y="698563"/>
                </a:lnTo>
                <a:lnTo>
                  <a:pt x="1994809" y="786390"/>
                </a:lnTo>
                <a:lnTo>
                  <a:pt x="2023635" y="672685"/>
                </a:lnTo>
                <a:lnTo>
                  <a:pt x="2041997" y="672670"/>
                </a:lnTo>
                <a:lnTo>
                  <a:pt x="2077760" y="810108"/>
                </a:lnTo>
                <a:lnTo>
                  <a:pt x="2079356" y="796610"/>
                </a:lnTo>
                <a:lnTo>
                  <a:pt x="2045692" y="672666"/>
                </a:lnTo>
                <a:lnTo>
                  <a:pt x="2055131" y="672658"/>
                </a:lnTo>
                <a:lnTo>
                  <a:pt x="2084277" y="786316"/>
                </a:lnTo>
                <a:lnTo>
                  <a:pt x="2094986" y="739168"/>
                </a:lnTo>
                <a:cubicBezTo>
                  <a:pt x="2103441" y="708446"/>
                  <a:pt x="2107664" y="688568"/>
                  <a:pt x="2107657" y="679533"/>
                </a:cubicBezTo>
                <a:cubicBezTo>
                  <a:pt x="2107650" y="670259"/>
                  <a:pt x="2102797" y="661802"/>
                  <a:pt x="2093099" y="654163"/>
                </a:cubicBezTo>
                <a:cubicBezTo>
                  <a:pt x="2105873" y="649228"/>
                  <a:pt x="2118644" y="643706"/>
                  <a:pt x="2131415" y="637594"/>
                </a:cubicBezTo>
                <a:cubicBezTo>
                  <a:pt x="2144187" y="631482"/>
                  <a:pt x="2154389" y="625776"/>
                  <a:pt x="2162023" y="620475"/>
                </a:cubicBezTo>
                <a:lnTo>
                  <a:pt x="2167325" y="625272"/>
                </a:lnTo>
                <a:cubicBezTo>
                  <a:pt x="2153495" y="641423"/>
                  <a:pt x="2143196" y="656810"/>
                  <a:pt x="2136429" y="671435"/>
                </a:cubicBezTo>
                <a:cubicBezTo>
                  <a:pt x="2129660" y="686060"/>
                  <a:pt x="2121654" y="710327"/>
                  <a:pt x="2112410" y="744237"/>
                </a:cubicBezTo>
                <a:lnTo>
                  <a:pt x="2087388" y="835473"/>
                </a:lnTo>
                <a:lnTo>
                  <a:pt x="2088804" y="840866"/>
                </a:lnTo>
                <a:lnTo>
                  <a:pt x="2114720" y="745037"/>
                </a:lnTo>
                <a:cubicBezTo>
                  <a:pt x="2122725" y="715851"/>
                  <a:pt x="2130414" y="693349"/>
                  <a:pt x="2137788" y="677532"/>
                </a:cubicBezTo>
                <a:cubicBezTo>
                  <a:pt x="2145162" y="661716"/>
                  <a:pt x="2155622" y="646245"/>
                  <a:pt x="2169169" y="631122"/>
                </a:cubicBezTo>
                <a:lnTo>
                  <a:pt x="2176088" y="636172"/>
                </a:lnTo>
                <a:cubicBezTo>
                  <a:pt x="2164066" y="650444"/>
                  <a:pt x="2154347" y="665540"/>
                  <a:pt x="2146933" y="681458"/>
                </a:cubicBezTo>
                <a:cubicBezTo>
                  <a:pt x="2139519" y="697376"/>
                  <a:pt x="2131904" y="719760"/>
                  <a:pt x="2124088" y="748608"/>
                </a:cubicBezTo>
                <a:lnTo>
                  <a:pt x="2098483" y="841419"/>
                </a:lnTo>
                <a:lnTo>
                  <a:pt x="2126530" y="877684"/>
                </a:lnTo>
                <a:lnTo>
                  <a:pt x="2047156" y="877750"/>
                </a:lnTo>
                <a:lnTo>
                  <a:pt x="2042206" y="867932"/>
                </a:lnTo>
                <a:lnTo>
                  <a:pt x="2111518" y="867874"/>
                </a:lnTo>
                <a:lnTo>
                  <a:pt x="2099351" y="855778"/>
                </a:lnTo>
                <a:lnTo>
                  <a:pt x="2108279" y="865793"/>
                </a:lnTo>
                <a:lnTo>
                  <a:pt x="2035638" y="865853"/>
                </a:lnTo>
                <a:lnTo>
                  <a:pt x="2054736" y="845753"/>
                </a:lnTo>
                <a:lnTo>
                  <a:pt x="2031862" y="756270"/>
                </a:lnTo>
                <a:lnTo>
                  <a:pt x="2009912" y="844090"/>
                </a:lnTo>
                <a:lnTo>
                  <a:pt x="2035038" y="877760"/>
                </a:lnTo>
                <a:lnTo>
                  <a:pt x="1955803" y="877826"/>
                </a:lnTo>
                <a:lnTo>
                  <a:pt x="1951442" y="868007"/>
                </a:lnTo>
                <a:lnTo>
                  <a:pt x="2020900" y="867949"/>
                </a:lnTo>
                <a:lnTo>
                  <a:pt x="2010275" y="857522"/>
                </a:lnTo>
                <a:lnTo>
                  <a:pt x="2017371" y="865869"/>
                </a:lnTo>
                <a:lnTo>
                  <a:pt x="1944582" y="865930"/>
                </a:lnTo>
                <a:lnTo>
                  <a:pt x="1964411" y="845826"/>
                </a:lnTo>
                <a:lnTo>
                  <a:pt x="1922172" y="695896"/>
                </a:lnTo>
                <a:close/>
                <a:moveTo>
                  <a:pt x="1843099" y="679979"/>
                </a:moveTo>
                <a:lnTo>
                  <a:pt x="1847971" y="686165"/>
                </a:lnTo>
                <a:lnTo>
                  <a:pt x="1846580" y="688792"/>
                </a:lnTo>
                <a:cubicBezTo>
                  <a:pt x="1834768" y="704695"/>
                  <a:pt x="1826289" y="718581"/>
                  <a:pt x="1821144" y="730450"/>
                </a:cubicBezTo>
                <a:lnTo>
                  <a:pt x="1814614" y="724914"/>
                </a:lnTo>
                <a:cubicBezTo>
                  <a:pt x="1821389" y="708456"/>
                  <a:pt x="1830883" y="693478"/>
                  <a:pt x="1843099" y="679979"/>
                </a:cubicBezTo>
                <a:close/>
                <a:moveTo>
                  <a:pt x="1038140" y="1058149"/>
                </a:moveTo>
                <a:cubicBezTo>
                  <a:pt x="1042066" y="1052151"/>
                  <a:pt x="1050717" y="1048180"/>
                  <a:pt x="1064093" y="1046236"/>
                </a:cubicBezTo>
                <a:lnTo>
                  <a:pt x="1060329" y="1056218"/>
                </a:lnTo>
                <a:cubicBezTo>
                  <a:pt x="1052885" y="1057966"/>
                  <a:pt x="1048006" y="1060885"/>
                  <a:pt x="1045694" y="1064972"/>
                </a:cubicBezTo>
                <a:cubicBezTo>
                  <a:pt x="1043381" y="1069060"/>
                  <a:pt x="1042229" y="1076461"/>
                  <a:pt x="1042238" y="1087175"/>
                </a:cubicBezTo>
                <a:lnTo>
                  <a:pt x="1042365" y="1240538"/>
                </a:lnTo>
                <a:lnTo>
                  <a:pt x="1006038" y="1240568"/>
                </a:lnTo>
                <a:lnTo>
                  <a:pt x="1003055" y="1230748"/>
                </a:lnTo>
                <a:lnTo>
                  <a:pt x="1032386" y="1230723"/>
                </a:lnTo>
                <a:lnTo>
                  <a:pt x="1032267" y="1088641"/>
                </a:lnTo>
                <a:cubicBezTo>
                  <a:pt x="1032256" y="1074310"/>
                  <a:pt x="1034213" y="1064146"/>
                  <a:pt x="1038140" y="1058149"/>
                </a:cubicBezTo>
                <a:close/>
                <a:moveTo>
                  <a:pt x="1069872" y="1035429"/>
                </a:moveTo>
                <a:lnTo>
                  <a:pt x="1231630" y="1035295"/>
                </a:lnTo>
                <a:lnTo>
                  <a:pt x="1228861" y="1042594"/>
                </a:lnTo>
                <a:cubicBezTo>
                  <a:pt x="1219032" y="1054656"/>
                  <a:pt x="1210366" y="1069093"/>
                  <a:pt x="1202864" y="1085906"/>
                </a:cubicBezTo>
                <a:cubicBezTo>
                  <a:pt x="1199866" y="1082506"/>
                  <a:pt x="1198123" y="1080278"/>
                  <a:pt x="1197636" y="1079223"/>
                </a:cubicBezTo>
                <a:lnTo>
                  <a:pt x="1197332" y="1078693"/>
                </a:lnTo>
                <a:lnTo>
                  <a:pt x="1191783" y="1076511"/>
                </a:lnTo>
                <a:cubicBezTo>
                  <a:pt x="1184662" y="1070848"/>
                  <a:pt x="1179510" y="1067482"/>
                  <a:pt x="1176327" y="1066415"/>
                </a:cubicBezTo>
                <a:cubicBezTo>
                  <a:pt x="1173145" y="1065347"/>
                  <a:pt x="1166595" y="1064817"/>
                  <a:pt x="1156679" y="1064825"/>
                </a:cubicBezTo>
                <a:cubicBezTo>
                  <a:pt x="1153671" y="1064828"/>
                  <a:pt x="1148187" y="1065048"/>
                  <a:pt x="1140228" y="1065485"/>
                </a:cubicBezTo>
                <a:lnTo>
                  <a:pt x="1140149" y="1065490"/>
                </a:lnTo>
                <a:lnTo>
                  <a:pt x="1140190" y="1115143"/>
                </a:lnTo>
                <a:lnTo>
                  <a:pt x="1162333" y="1115124"/>
                </a:lnTo>
                <a:lnTo>
                  <a:pt x="1185710" y="1089318"/>
                </a:lnTo>
                <a:lnTo>
                  <a:pt x="1185767" y="1158007"/>
                </a:lnTo>
                <a:lnTo>
                  <a:pt x="1171009" y="1142710"/>
                </a:lnTo>
                <a:lnTo>
                  <a:pt x="1171933" y="1144287"/>
                </a:lnTo>
                <a:lnTo>
                  <a:pt x="1140215" y="1144313"/>
                </a:lnTo>
                <a:lnTo>
                  <a:pt x="1140269" y="1209649"/>
                </a:lnTo>
                <a:cubicBezTo>
                  <a:pt x="1157709" y="1209634"/>
                  <a:pt x="1170336" y="1208302"/>
                  <a:pt x="1178149" y="1205652"/>
                </a:cubicBezTo>
                <a:cubicBezTo>
                  <a:pt x="1185962" y="1203002"/>
                  <a:pt x="1192911" y="1197355"/>
                  <a:pt x="1198996" y="1188710"/>
                </a:cubicBezTo>
                <a:lnTo>
                  <a:pt x="1204124" y="1176916"/>
                </a:lnTo>
                <a:cubicBezTo>
                  <a:pt x="1204281" y="1176600"/>
                  <a:pt x="1206144" y="1175025"/>
                  <a:pt x="1209712" y="1172193"/>
                </a:cubicBezTo>
                <a:cubicBezTo>
                  <a:pt x="1213384" y="1184185"/>
                  <a:pt x="1217027" y="1193280"/>
                  <a:pt x="1220641" y="1199479"/>
                </a:cubicBezTo>
                <a:cubicBezTo>
                  <a:pt x="1224256" y="1205678"/>
                  <a:pt x="1230599" y="1214646"/>
                  <a:pt x="1239670" y="1226383"/>
                </a:cubicBezTo>
                <a:lnTo>
                  <a:pt x="1070031" y="1226525"/>
                </a:lnTo>
                <a:lnTo>
                  <a:pt x="1092193" y="1205096"/>
                </a:lnTo>
                <a:lnTo>
                  <a:pt x="1092143" y="1144353"/>
                </a:lnTo>
                <a:cubicBezTo>
                  <a:pt x="1086674" y="1145272"/>
                  <a:pt x="1079977" y="1147810"/>
                  <a:pt x="1072053" y="1151967"/>
                </a:cubicBezTo>
                <a:lnTo>
                  <a:pt x="1067921" y="1145187"/>
                </a:lnTo>
                <a:cubicBezTo>
                  <a:pt x="1075041" y="1139541"/>
                  <a:pt x="1083112" y="1136161"/>
                  <a:pt x="1092135" y="1135047"/>
                </a:cubicBezTo>
                <a:lnTo>
                  <a:pt x="1092134" y="1133475"/>
                </a:lnTo>
                <a:cubicBezTo>
                  <a:pt x="1092221" y="1133484"/>
                  <a:pt x="1092045" y="1133489"/>
                  <a:pt x="1091608" y="1133489"/>
                </a:cubicBezTo>
                <a:cubicBezTo>
                  <a:pt x="1082494" y="1133497"/>
                  <a:pt x="1072458" y="1137127"/>
                  <a:pt x="1061501" y="1144379"/>
                </a:cubicBezTo>
                <a:cubicBezTo>
                  <a:pt x="1066442" y="1124928"/>
                  <a:pt x="1076648" y="1115196"/>
                  <a:pt x="1092119" y="1115183"/>
                </a:cubicBezTo>
                <a:lnTo>
                  <a:pt x="1092070" y="1057338"/>
                </a:lnTo>
                <a:close/>
                <a:moveTo>
                  <a:pt x="270094" y="1416491"/>
                </a:moveTo>
                <a:lnTo>
                  <a:pt x="270145" y="1477818"/>
                </a:lnTo>
                <a:lnTo>
                  <a:pt x="273419" y="1477815"/>
                </a:lnTo>
                <a:lnTo>
                  <a:pt x="273370" y="1418721"/>
                </a:lnTo>
                <a:cubicBezTo>
                  <a:pt x="282891" y="1417826"/>
                  <a:pt x="290929" y="1417376"/>
                  <a:pt x="297484" y="1417371"/>
                </a:cubicBezTo>
                <a:lnTo>
                  <a:pt x="307458" y="1418000"/>
                </a:lnTo>
                <a:lnTo>
                  <a:pt x="319049" y="1419722"/>
                </a:lnTo>
                <a:lnTo>
                  <a:pt x="325626" y="1421490"/>
                </a:lnTo>
                <a:lnTo>
                  <a:pt x="324617" y="1420549"/>
                </a:lnTo>
                <a:lnTo>
                  <a:pt x="319049" y="1419722"/>
                </a:lnTo>
                <a:lnTo>
                  <a:pt x="314233" y="1418428"/>
                </a:lnTo>
                <a:lnTo>
                  <a:pt x="307458" y="1418000"/>
                </a:lnTo>
                <a:lnTo>
                  <a:pt x="293227" y="1415886"/>
                </a:lnTo>
                <a:cubicBezTo>
                  <a:pt x="286030" y="1415892"/>
                  <a:pt x="278319" y="1416094"/>
                  <a:pt x="270094" y="1416491"/>
                </a:cubicBezTo>
                <a:close/>
                <a:moveTo>
                  <a:pt x="66099" y="1508658"/>
                </a:moveTo>
                <a:lnTo>
                  <a:pt x="67466" y="1508429"/>
                </a:lnTo>
                <a:lnTo>
                  <a:pt x="67518" y="1569927"/>
                </a:lnTo>
                <a:lnTo>
                  <a:pt x="69455" y="1572432"/>
                </a:lnTo>
                <a:lnTo>
                  <a:pt x="69405" y="1512592"/>
                </a:lnTo>
                <a:lnTo>
                  <a:pt x="74552" y="1511851"/>
                </a:lnTo>
                <a:lnTo>
                  <a:pt x="99360" y="1506860"/>
                </a:lnTo>
                <a:lnTo>
                  <a:pt x="98024" y="1502998"/>
                </a:lnTo>
                <a:close/>
                <a:moveTo>
                  <a:pt x="1736340" y="691370"/>
                </a:moveTo>
                <a:lnTo>
                  <a:pt x="1736391" y="752696"/>
                </a:lnTo>
                <a:lnTo>
                  <a:pt x="1739665" y="752693"/>
                </a:lnTo>
                <a:lnTo>
                  <a:pt x="1739616" y="693599"/>
                </a:lnTo>
                <a:cubicBezTo>
                  <a:pt x="1749138" y="692704"/>
                  <a:pt x="1757175" y="692254"/>
                  <a:pt x="1763730" y="692249"/>
                </a:cubicBezTo>
                <a:lnTo>
                  <a:pt x="1773704" y="692878"/>
                </a:lnTo>
                <a:lnTo>
                  <a:pt x="1785297" y="694600"/>
                </a:lnTo>
                <a:lnTo>
                  <a:pt x="1791872" y="696368"/>
                </a:lnTo>
                <a:lnTo>
                  <a:pt x="1790864" y="695427"/>
                </a:lnTo>
                <a:lnTo>
                  <a:pt x="1785297" y="694600"/>
                </a:lnTo>
                <a:lnTo>
                  <a:pt x="1780480" y="693306"/>
                </a:lnTo>
                <a:lnTo>
                  <a:pt x="1773704" y="692878"/>
                </a:lnTo>
                <a:lnTo>
                  <a:pt x="1759473" y="690764"/>
                </a:lnTo>
                <a:cubicBezTo>
                  <a:pt x="1752277" y="690770"/>
                  <a:pt x="1744566" y="690972"/>
                  <a:pt x="1736340" y="691370"/>
                </a:cubicBezTo>
                <a:close/>
                <a:moveTo>
                  <a:pt x="924800" y="1072590"/>
                </a:moveTo>
                <a:lnTo>
                  <a:pt x="924868" y="1153669"/>
                </a:lnTo>
                <a:cubicBezTo>
                  <a:pt x="924890" y="1180007"/>
                  <a:pt x="926525" y="1196987"/>
                  <a:pt x="929773" y="1204609"/>
                </a:cubicBezTo>
                <a:lnTo>
                  <a:pt x="932933" y="1208365"/>
                </a:lnTo>
                <a:lnTo>
                  <a:pt x="928326" y="1195788"/>
                </a:lnTo>
                <a:cubicBezTo>
                  <a:pt x="927230" y="1190663"/>
                  <a:pt x="926680" y="1184892"/>
                  <a:pt x="926674" y="1178475"/>
                </a:cubicBezTo>
                <a:lnTo>
                  <a:pt x="926812" y="1164757"/>
                </a:lnTo>
                <a:lnTo>
                  <a:pt x="926746" y="1085711"/>
                </a:lnTo>
                <a:close/>
                <a:moveTo>
                  <a:pt x="212924" y="1398094"/>
                </a:moveTo>
                <a:lnTo>
                  <a:pt x="374681" y="1397959"/>
                </a:lnTo>
                <a:lnTo>
                  <a:pt x="371913" y="1405258"/>
                </a:lnTo>
                <a:cubicBezTo>
                  <a:pt x="362084" y="1417320"/>
                  <a:pt x="353418" y="1431757"/>
                  <a:pt x="345916" y="1448570"/>
                </a:cubicBezTo>
                <a:cubicBezTo>
                  <a:pt x="342918" y="1445170"/>
                  <a:pt x="341175" y="1442942"/>
                  <a:pt x="340687" y="1441887"/>
                </a:cubicBezTo>
                <a:lnTo>
                  <a:pt x="340384" y="1441357"/>
                </a:lnTo>
                <a:lnTo>
                  <a:pt x="334834" y="1439176"/>
                </a:lnTo>
                <a:cubicBezTo>
                  <a:pt x="327714" y="1433512"/>
                  <a:pt x="322562" y="1430146"/>
                  <a:pt x="319379" y="1429079"/>
                </a:cubicBezTo>
                <a:cubicBezTo>
                  <a:pt x="316196" y="1428011"/>
                  <a:pt x="309647" y="1427481"/>
                  <a:pt x="299732" y="1427489"/>
                </a:cubicBezTo>
                <a:cubicBezTo>
                  <a:pt x="296722" y="1427492"/>
                  <a:pt x="291238" y="1427712"/>
                  <a:pt x="283279" y="1428149"/>
                </a:cubicBezTo>
                <a:lnTo>
                  <a:pt x="283201" y="1428154"/>
                </a:lnTo>
                <a:lnTo>
                  <a:pt x="283242" y="1477807"/>
                </a:lnTo>
                <a:lnTo>
                  <a:pt x="305385" y="1477788"/>
                </a:lnTo>
                <a:lnTo>
                  <a:pt x="328762" y="1451982"/>
                </a:lnTo>
                <a:lnTo>
                  <a:pt x="328819" y="1520671"/>
                </a:lnTo>
                <a:lnTo>
                  <a:pt x="314061" y="1505374"/>
                </a:lnTo>
                <a:lnTo>
                  <a:pt x="314985" y="1506951"/>
                </a:lnTo>
                <a:lnTo>
                  <a:pt x="283266" y="1506977"/>
                </a:lnTo>
                <a:lnTo>
                  <a:pt x="283321" y="1572313"/>
                </a:lnTo>
                <a:cubicBezTo>
                  <a:pt x="300761" y="1572298"/>
                  <a:pt x="313388" y="1570966"/>
                  <a:pt x="321201" y="1568316"/>
                </a:cubicBezTo>
                <a:cubicBezTo>
                  <a:pt x="329014" y="1565666"/>
                  <a:pt x="335963" y="1560019"/>
                  <a:pt x="342048" y="1551374"/>
                </a:cubicBezTo>
                <a:lnTo>
                  <a:pt x="347176" y="1539580"/>
                </a:lnTo>
                <a:cubicBezTo>
                  <a:pt x="347333" y="1539264"/>
                  <a:pt x="349196" y="1537689"/>
                  <a:pt x="352764" y="1534857"/>
                </a:cubicBezTo>
                <a:cubicBezTo>
                  <a:pt x="356436" y="1546849"/>
                  <a:pt x="360079" y="1555944"/>
                  <a:pt x="363693" y="1562143"/>
                </a:cubicBezTo>
                <a:cubicBezTo>
                  <a:pt x="367307" y="1568342"/>
                  <a:pt x="373650" y="1577310"/>
                  <a:pt x="382721" y="1589047"/>
                </a:cubicBezTo>
                <a:lnTo>
                  <a:pt x="213083" y="1589189"/>
                </a:lnTo>
                <a:lnTo>
                  <a:pt x="235245" y="1567760"/>
                </a:lnTo>
                <a:lnTo>
                  <a:pt x="235195" y="1507017"/>
                </a:lnTo>
                <a:cubicBezTo>
                  <a:pt x="229726" y="1507937"/>
                  <a:pt x="223029" y="1510474"/>
                  <a:pt x="215105" y="1514631"/>
                </a:cubicBezTo>
                <a:lnTo>
                  <a:pt x="210974" y="1507851"/>
                </a:lnTo>
                <a:cubicBezTo>
                  <a:pt x="218092" y="1502205"/>
                  <a:pt x="226164" y="1498825"/>
                  <a:pt x="235187" y="1497711"/>
                </a:cubicBezTo>
                <a:lnTo>
                  <a:pt x="235186" y="1496139"/>
                </a:lnTo>
                <a:cubicBezTo>
                  <a:pt x="235273" y="1496148"/>
                  <a:pt x="235097" y="1496153"/>
                  <a:pt x="234660" y="1496153"/>
                </a:cubicBezTo>
                <a:cubicBezTo>
                  <a:pt x="225546" y="1496161"/>
                  <a:pt x="215510" y="1499791"/>
                  <a:pt x="204552" y="1507043"/>
                </a:cubicBezTo>
                <a:cubicBezTo>
                  <a:pt x="209494" y="1487592"/>
                  <a:pt x="219700" y="1477860"/>
                  <a:pt x="235170" y="1477847"/>
                </a:cubicBezTo>
                <a:lnTo>
                  <a:pt x="235122" y="1420002"/>
                </a:lnTo>
                <a:close/>
                <a:moveTo>
                  <a:pt x="159841" y="1414337"/>
                </a:moveTo>
                <a:cubicBezTo>
                  <a:pt x="173720" y="1424425"/>
                  <a:pt x="180665" y="1436793"/>
                  <a:pt x="180677" y="1451438"/>
                </a:cubicBezTo>
                <a:cubicBezTo>
                  <a:pt x="180697" y="1475142"/>
                  <a:pt x="166471" y="1492706"/>
                  <a:pt x="138001" y="1504131"/>
                </a:cubicBezTo>
                <a:cubicBezTo>
                  <a:pt x="143947" y="1522119"/>
                  <a:pt x="154564" y="1540505"/>
                  <a:pt x="169854" y="1559290"/>
                </a:cubicBezTo>
                <a:cubicBezTo>
                  <a:pt x="179440" y="1571053"/>
                  <a:pt x="192000" y="1582789"/>
                  <a:pt x="207534" y="1594498"/>
                </a:cubicBezTo>
                <a:cubicBezTo>
                  <a:pt x="184056" y="1601514"/>
                  <a:pt x="162782" y="1610963"/>
                  <a:pt x="143713" y="1622847"/>
                </a:cubicBezTo>
                <a:lnTo>
                  <a:pt x="140263" y="1624398"/>
                </a:lnTo>
                <a:lnTo>
                  <a:pt x="134475" y="1618850"/>
                </a:lnTo>
                <a:cubicBezTo>
                  <a:pt x="154140" y="1605045"/>
                  <a:pt x="173929" y="1595791"/>
                  <a:pt x="193841" y="1591086"/>
                </a:cubicBezTo>
                <a:cubicBezTo>
                  <a:pt x="166164" y="1574512"/>
                  <a:pt x="144124" y="1545308"/>
                  <a:pt x="127719" y="1503477"/>
                </a:cubicBezTo>
                <a:lnTo>
                  <a:pt x="126787" y="1498510"/>
                </a:lnTo>
                <a:cubicBezTo>
                  <a:pt x="156480" y="1486993"/>
                  <a:pt x="171317" y="1470332"/>
                  <a:pt x="171299" y="1448528"/>
                </a:cubicBezTo>
                <a:cubicBezTo>
                  <a:pt x="171291" y="1439652"/>
                  <a:pt x="167472" y="1428255"/>
                  <a:pt x="159841" y="1414337"/>
                </a:cubicBezTo>
                <a:close/>
                <a:moveTo>
                  <a:pt x="1679171" y="672972"/>
                </a:moveTo>
                <a:lnTo>
                  <a:pt x="1840928" y="672837"/>
                </a:lnTo>
                <a:lnTo>
                  <a:pt x="1838159" y="680137"/>
                </a:lnTo>
                <a:cubicBezTo>
                  <a:pt x="1828330" y="692198"/>
                  <a:pt x="1819664" y="706635"/>
                  <a:pt x="1812162" y="723449"/>
                </a:cubicBezTo>
                <a:cubicBezTo>
                  <a:pt x="1809165" y="720048"/>
                  <a:pt x="1807422" y="717820"/>
                  <a:pt x="1806934" y="716765"/>
                </a:cubicBezTo>
                <a:lnTo>
                  <a:pt x="1806630" y="716236"/>
                </a:lnTo>
                <a:lnTo>
                  <a:pt x="1801081" y="714053"/>
                </a:lnTo>
                <a:cubicBezTo>
                  <a:pt x="1793961" y="708390"/>
                  <a:pt x="1788808" y="705025"/>
                  <a:pt x="1785625" y="703957"/>
                </a:cubicBezTo>
                <a:cubicBezTo>
                  <a:pt x="1782443" y="702889"/>
                  <a:pt x="1775893" y="702359"/>
                  <a:pt x="1765978" y="702367"/>
                </a:cubicBezTo>
                <a:cubicBezTo>
                  <a:pt x="1762969" y="702370"/>
                  <a:pt x="1757485" y="702590"/>
                  <a:pt x="1749526" y="703028"/>
                </a:cubicBezTo>
                <a:lnTo>
                  <a:pt x="1749447" y="703032"/>
                </a:lnTo>
                <a:lnTo>
                  <a:pt x="1749489" y="752685"/>
                </a:lnTo>
                <a:lnTo>
                  <a:pt x="1771631" y="752667"/>
                </a:lnTo>
                <a:lnTo>
                  <a:pt x="1795008" y="726860"/>
                </a:lnTo>
                <a:lnTo>
                  <a:pt x="1795066" y="795549"/>
                </a:lnTo>
                <a:lnTo>
                  <a:pt x="1780308" y="780252"/>
                </a:lnTo>
                <a:lnTo>
                  <a:pt x="1781231" y="781829"/>
                </a:lnTo>
                <a:lnTo>
                  <a:pt x="1749513" y="781855"/>
                </a:lnTo>
                <a:lnTo>
                  <a:pt x="1749568" y="847191"/>
                </a:lnTo>
                <a:cubicBezTo>
                  <a:pt x="1767008" y="847176"/>
                  <a:pt x="1779634" y="845844"/>
                  <a:pt x="1787447" y="843194"/>
                </a:cubicBezTo>
                <a:cubicBezTo>
                  <a:pt x="1795260" y="840545"/>
                  <a:pt x="1802209" y="834897"/>
                  <a:pt x="1808295" y="826252"/>
                </a:cubicBezTo>
                <a:lnTo>
                  <a:pt x="1813422" y="814458"/>
                </a:lnTo>
                <a:cubicBezTo>
                  <a:pt x="1813579" y="814142"/>
                  <a:pt x="1815443" y="812567"/>
                  <a:pt x="1819010" y="809735"/>
                </a:cubicBezTo>
                <a:cubicBezTo>
                  <a:pt x="1822682" y="821727"/>
                  <a:pt x="1826325" y="830822"/>
                  <a:pt x="1829940" y="837021"/>
                </a:cubicBezTo>
                <a:cubicBezTo>
                  <a:pt x="1833554" y="843220"/>
                  <a:pt x="1839897" y="852188"/>
                  <a:pt x="1848968" y="863925"/>
                </a:cubicBezTo>
                <a:lnTo>
                  <a:pt x="1679329" y="864067"/>
                </a:lnTo>
                <a:lnTo>
                  <a:pt x="1701491" y="842638"/>
                </a:lnTo>
                <a:lnTo>
                  <a:pt x="1701441" y="781896"/>
                </a:lnTo>
                <a:cubicBezTo>
                  <a:pt x="1695973" y="782814"/>
                  <a:pt x="1689276" y="785352"/>
                  <a:pt x="1681351" y="789509"/>
                </a:cubicBezTo>
                <a:lnTo>
                  <a:pt x="1677220" y="782730"/>
                </a:lnTo>
                <a:cubicBezTo>
                  <a:pt x="1684339" y="777084"/>
                  <a:pt x="1692410" y="773704"/>
                  <a:pt x="1701433" y="772589"/>
                </a:cubicBezTo>
                <a:lnTo>
                  <a:pt x="1701432" y="771017"/>
                </a:lnTo>
                <a:cubicBezTo>
                  <a:pt x="1701519" y="771026"/>
                  <a:pt x="1701344" y="771031"/>
                  <a:pt x="1700906" y="771031"/>
                </a:cubicBezTo>
                <a:cubicBezTo>
                  <a:pt x="1691793" y="771039"/>
                  <a:pt x="1681757" y="774669"/>
                  <a:pt x="1670799" y="781921"/>
                </a:cubicBezTo>
                <a:cubicBezTo>
                  <a:pt x="1675740" y="762470"/>
                  <a:pt x="1685947" y="752738"/>
                  <a:pt x="1701416" y="752725"/>
                </a:cubicBezTo>
                <a:lnTo>
                  <a:pt x="1701369" y="694880"/>
                </a:lnTo>
                <a:close/>
                <a:moveTo>
                  <a:pt x="1622920" y="691992"/>
                </a:moveTo>
                <a:cubicBezTo>
                  <a:pt x="1647646" y="705848"/>
                  <a:pt x="1660025" y="731580"/>
                  <a:pt x="1660057" y="769189"/>
                </a:cubicBezTo>
                <a:cubicBezTo>
                  <a:pt x="1660089" y="808454"/>
                  <a:pt x="1649537" y="837508"/>
                  <a:pt x="1628400" y="856349"/>
                </a:cubicBezTo>
                <a:cubicBezTo>
                  <a:pt x="1612190" y="870863"/>
                  <a:pt x="1585920" y="878135"/>
                  <a:pt x="1549589" y="878165"/>
                </a:cubicBezTo>
                <a:lnTo>
                  <a:pt x="1496606" y="878209"/>
                </a:lnTo>
                <a:lnTo>
                  <a:pt x="1493196" y="868389"/>
                </a:lnTo>
                <a:lnTo>
                  <a:pt x="1549581" y="868342"/>
                </a:lnTo>
                <a:cubicBezTo>
                  <a:pt x="1575339" y="868321"/>
                  <a:pt x="1594790" y="864780"/>
                  <a:pt x="1607936" y="857720"/>
                </a:cubicBezTo>
                <a:lnTo>
                  <a:pt x="1618547" y="846615"/>
                </a:lnTo>
                <a:lnTo>
                  <a:pt x="1619553" y="846048"/>
                </a:lnTo>
                <a:lnTo>
                  <a:pt x="1620503" y="844569"/>
                </a:lnTo>
                <a:lnTo>
                  <a:pt x="1639687" y="824494"/>
                </a:lnTo>
                <a:cubicBezTo>
                  <a:pt x="1646737" y="809867"/>
                  <a:pt x="1650252" y="791687"/>
                  <a:pt x="1650234" y="769955"/>
                </a:cubicBezTo>
                <a:lnTo>
                  <a:pt x="1641794" y="741274"/>
                </a:lnTo>
                <a:lnTo>
                  <a:pt x="1637848" y="721476"/>
                </a:lnTo>
                <a:lnTo>
                  <a:pt x="1634963" y="718061"/>
                </a:lnTo>
                <a:lnTo>
                  <a:pt x="1631251" y="705449"/>
                </a:lnTo>
                <a:lnTo>
                  <a:pt x="1625466" y="699103"/>
                </a:lnTo>
                <a:cubicBezTo>
                  <a:pt x="1625331" y="698969"/>
                  <a:pt x="1624484" y="696598"/>
                  <a:pt x="1622920" y="691992"/>
                </a:cubicBezTo>
                <a:close/>
                <a:moveTo>
                  <a:pt x="79155" y="1426296"/>
                </a:moveTo>
                <a:lnTo>
                  <a:pt x="79208" y="1489098"/>
                </a:lnTo>
                <a:lnTo>
                  <a:pt x="101365" y="1483142"/>
                </a:lnTo>
                <a:cubicBezTo>
                  <a:pt x="108206" y="1480511"/>
                  <a:pt x="113810" y="1477419"/>
                  <a:pt x="118176" y="1473868"/>
                </a:cubicBezTo>
                <a:cubicBezTo>
                  <a:pt x="126909" y="1466765"/>
                  <a:pt x="131271" y="1457653"/>
                  <a:pt x="131262" y="1446531"/>
                </a:cubicBezTo>
                <a:lnTo>
                  <a:pt x="129497" y="1438331"/>
                </a:lnTo>
                <a:lnTo>
                  <a:pt x="119770" y="1432909"/>
                </a:lnTo>
                <a:cubicBezTo>
                  <a:pt x="115903" y="1430892"/>
                  <a:pt x="112682" y="1429371"/>
                  <a:pt x="110106" y="1428346"/>
                </a:cubicBezTo>
                <a:cubicBezTo>
                  <a:pt x="104955" y="1426297"/>
                  <a:pt x="98800" y="1425275"/>
                  <a:pt x="91642" y="1425281"/>
                </a:cubicBezTo>
                <a:cubicBezTo>
                  <a:pt x="86069" y="1425286"/>
                  <a:pt x="81907" y="1425624"/>
                  <a:pt x="79155" y="1426296"/>
                </a:cubicBezTo>
                <a:close/>
                <a:moveTo>
                  <a:pt x="887502" y="1035581"/>
                </a:moveTo>
                <a:lnTo>
                  <a:pt x="967511" y="1035515"/>
                </a:lnTo>
                <a:lnTo>
                  <a:pt x="946774" y="1053387"/>
                </a:lnTo>
                <a:lnTo>
                  <a:pt x="1011513" y="1187099"/>
                </a:lnTo>
                <a:lnTo>
                  <a:pt x="1011502" y="1173328"/>
                </a:lnTo>
                <a:lnTo>
                  <a:pt x="950755" y="1053762"/>
                </a:lnTo>
                <a:lnTo>
                  <a:pt x="974615" y="1037844"/>
                </a:lnTo>
                <a:lnTo>
                  <a:pt x="980085" y="1044041"/>
                </a:lnTo>
                <a:lnTo>
                  <a:pt x="961976" y="1056841"/>
                </a:lnTo>
                <a:lnTo>
                  <a:pt x="1011493" y="1161710"/>
                </a:lnTo>
                <a:lnTo>
                  <a:pt x="1011438" y="1096540"/>
                </a:lnTo>
                <a:lnTo>
                  <a:pt x="1011432" y="1088805"/>
                </a:lnTo>
                <a:cubicBezTo>
                  <a:pt x="1011418" y="1072394"/>
                  <a:pt x="1010139" y="1061586"/>
                  <a:pt x="1007595" y="1056381"/>
                </a:cubicBezTo>
                <a:cubicBezTo>
                  <a:pt x="1005052" y="1051177"/>
                  <a:pt x="998084" y="1044216"/>
                  <a:pt x="986691" y="1035499"/>
                </a:cubicBezTo>
                <a:lnTo>
                  <a:pt x="1059035" y="1035439"/>
                </a:lnTo>
                <a:cubicBezTo>
                  <a:pt x="1047340" y="1044668"/>
                  <a:pt x="1040017" y="1051478"/>
                  <a:pt x="1037065" y="1055870"/>
                </a:cubicBezTo>
                <a:cubicBezTo>
                  <a:pt x="1032564" y="1062724"/>
                  <a:pt x="1030320" y="1073308"/>
                  <a:pt x="1030332" y="1087622"/>
                </a:cubicBezTo>
                <a:lnTo>
                  <a:pt x="1030340" y="1097108"/>
                </a:lnTo>
                <a:lnTo>
                  <a:pt x="1030449" y="1228641"/>
                </a:lnTo>
                <a:lnTo>
                  <a:pt x="1000854" y="1228666"/>
                </a:lnTo>
                <a:lnTo>
                  <a:pt x="936725" y="1095053"/>
                </a:lnTo>
                <a:lnTo>
                  <a:pt x="936787" y="1169253"/>
                </a:lnTo>
                <a:lnTo>
                  <a:pt x="936601" y="1177715"/>
                </a:lnTo>
                <a:lnTo>
                  <a:pt x="938355" y="1198513"/>
                </a:lnTo>
                <a:cubicBezTo>
                  <a:pt x="940132" y="1207337"/>
                  <a:pt x="944229" y="1213912"/>
                  <a:pt x="950648" y="1218236"/>
                </a:cubicBezTo>
                <a:lnTo>
                  <a:pt x="951515" y="1220629"/>
                </a:lnTo>
                <a:lnTo>
                  <a:pt x="953523" y="1221541"/>
                </a:lnTo>
                <a:lnTo>
                  <a:pt x="967681" y="1240600"/>
                </a:lnTo>
                <a:lnTo>
                  <a:pt x="883680" y="1240670"/>
                </a:lnTo>
                <a:lnTo>
                  <a:pt x="880077" y="1230850"/>
                </a:lnTo>
                <a:lnTo>
                  <a:pt x="953242" y="1230789"/>
                </a:lnTo>
                <a:lnTo>
                  <a:pt x="947310" y="1228711"/>
                </a:lnTo>
                <a:lnTo>
                  <a:pt x="877596" y="1228769"/>
                </a:lnTo>
                <a:cubicBezTo>
                  <a:pt x="890037" y="1220894"/>
                  <a:pt x="898055" y="1213623"/>
                  <a:pt x="901651" y="1206958"/>
                </a:cubicBezTo>
                <a:cubicBezTo>
                  <a:pt x="905246" y="1200293"/>
                  <a:pt x="907037" y="1188468"/>
                  <a:pt x="907023" y="1171485"/>
                </a:cubicBezTo>
                <a:lnTo>
                  <a:pt x="906927" y="1056213"/>
                </a:lnTo>
                <a:close/>
                <a:moveTo>
                  <a:pt x="67390" y="1416662"/>
                </a:moveTo>
                <a:lnTo>
                  <a:pt x="67451" y="1490593"/>
                </a:lnTo>
                <a:cubicBezTo>
                  <a:pt x="68112" y="1490592"/>
                  <a:pt x="68757" y="1490531"/>
                  <a:pt x="69386" y="1490410"/>
                </a:cubicBezTo>
                <a:lnTo>
                  <a:pt x="69327" y="1418784"/>
                </a:lnTo>
                <a:cubicBezTo>
                  <a:pt x="76473" y="1416871"/>
                  <a:pt x="83877" y="1415912"/>
                  <a:pt x="91537" y="1415905"/>
                </a:cubicBezTo>
                <a:cubicBezTo>
                  <a:pt x="101633" y="1415897"/>
                  <a:pt x="110162" y="1417938"/>
                  <a:pt x="117123" y="1422030"/>
                </a:cubicBezTo>
                <a:lnTo>
                  <a:pt x="124537" y="1428170"/>
                </a:lnTo>
                <a:lnTo>
                  <a:pt x="119634" y="1421961"/>
                </a:lnTo>
                <a:cubicBezTo>
                  <a:pt x="111891" y="1415434"/>
                  <a:pt x="102031" y="1412176"/>
                  <a:pt x="90055" y="1412186"/>
                </a:cubicBezTo>
                <a:cubicBezTo>
                  <a:pt x="80431" y="1412194"/>
                  <a:pt x="72876" y="1413686"/>
                  <a:pt x="67390" y="1416662"/>
                </a:cubicBezTo>
                <a:close/>
                <a:moveTo>
                  <a:pt x="1552696" y="703936"/>
                </a:moveTo>
                <a:lnTo>
                  <a:pt x="1552818" y="849141"/>
                </a:lnTo>
                <a:cubicBezTo>
                  <a:pt x="1561379" y="849133"/>
                  <a:pt x="1568261" y="848295"/>
                  <a:pt x="1573465" y="846626"/>
                </a:cubicBezTo>
                <a:cubicBezTo>
                  <a:pt x="1578670" y="844957"/>
                  <a:pt x="1583626" y="841714"/>
                  <a:pt x="1588333" y="836898"/>
                </a:cubicBezTo>
                <a:cubicBezTo>
                  <a:pt x="1601845" y="823142"/>
                  <a:pt x="1608587" y="799770"/>
                  <a:pt x="1608559" y="766783"/>
                </a:cubicBezTo>
                <a:cubicBezTo>
                  <a:pt x="1608539" y="742773"/>
                  <a:pt x="1604439" y="724540"/>
                  <a:pt x="1596259" y="712084"/>
                </a:cubicBezTo>
                <a:lnTo>
                  <a:pt x="1595007" y="710702"/>
                </a:lnTo>
                <a:lnTo>
                  <a:pt x="1577027" y="705409"/>
                </a:lnTo>
                <a:cubicBezTo>
                  <a:pt x="1570984" y="704186"/>
                  <a:pt x="1565140" y="703577"/>
                  <a:pt x="1559494" y="703581"/>
                </a:cubicBezTo>
                <a:cubicBezTo>
                  <a:pt x="1557159" y="703583"/>
                  <a:pt x="1554894" y="703701"/>
                  <a:pt x="1552696" y="703936"/>
                </a:cubicBezTo>
                <a:close/>
                <a:moveTo>
                  <a:pt x="1540929" y="691244"/>
                </a:moveTo>
                <a:lnTo>
                  <a:pt x="1541060" y="849151"/>
                </a:lnTo>
                <a:lnTo>
                  <a:pt x="1542995" y="849149"/>
                </a:lnTo>
                <a:lnTo>
                  <a:pt x="1542867" y="695363"/>
                </a:lnTo>
                <a:cubicBezTo>
                  <a:pt x="1549805" y="694297"/>
                  <a:pt x="1555425" y="693762"/>
                  <a:pt x="1559725" y="693758"/>
                </a:cubicBezTo>
                <a:lnTo>
                  <a:pt x="1573513" y="695560"/>
                </a:lnTo>
                <a:lnTo>
                  <a:pt x="1569652" y="693807"/>
                </a:lnTo>
                <a:cubicBezTo>
                  <a:pt x="1562642" y="692088"/>
                  <a:pt x="1554311" y="691233"/>
                  <a:pt x="1544659" y="691241"/>
                </a:cubicBezTo>
                <a:close/>
                <a:moveTo>
                  <a:pt x="17239" y="1419332"/>
                </a:moveTo>
                <a:cubicBezTo>
                  <a:pt x="41710" y="1403575"/>
                  <a:pt x="67489" y="1395685"/>
                  <a:pt x="94575" y="1395662"/>
                </a:cubicBezTo>
                <a:cubicBezTo>
                  <a:pt x="115818" y="1395644"/>
                  <a:pt x="133490" y="1400351"/>
                  <a:pt x="147594" y="1409781"/>
                </a:cubicBezTo>
                <a:cubicBezTo>
                  <a:pt x="161696" y="1419211"/>
                  <a:pt x="168754" y="1431343"/>
                  <a:pt x="168767" y="1446176"/>
                </a:cubicBezTo>
                <a:cubicBezTo>
                  <a:pt x="168776" y="1458278"/>
                  <a:pt x="164171" y="1468925"/>
                  <a:pt x="154949" y="1478117"/>
                </a:cubicBezTo>
                <a:cubicBezTo>
                  <a:pt x="145727" y="1487310"/>
                  <a:pt x="134005" y="1493660"/>
                  <a:pt x="119782" y="1497167"/>
                </a:cubicBezTo>
                <a:cubicBezTo>
                  <a:pt x="126305" y="1513439"/>
                  <a:pt x="135266" y="1530217"/>
                  <a:pt x="146666" y="1547501"/>
                </a:cubicBezTo>
                <a:cubicBezTo>
                  <a:pt x="158066" y="1564786"/>
                  <a:pt x="169802" y="1579105"/>
                  <a:pt x="181874" y="1590459"/>
                </a:cubicBezTo>
                <a:lnTo>
                  <a:pt x="177539" y="1592914"/>
                </a:lnTo>
                <a:cubicBezTo>
                  <a:pt x="163302" y="1597787"/>
                  <a:pt x="149341" y="1604676"/>
                  <a:pt x="135655" y="1613580"/>
                </a:cubicBezTo>
                <a:lnTo>
                  <a:pt x="129540" y="1615506"/>
                </a:lnTo>
                <a:lnTo>
                  <a:pt x="128200" y="1609147"/>
                </a:lnTo>
                <a:cubicBezTo>
                  <a:pt x="123464" y="1580672"/>
                  <a:pt x="117359" y="1555540"/>
                  <a:pt x="109886" y="1533750"/>
                </a:cubicBezTo>
                <a:lnTo>
                  <a:pt x="102257" y="1513857"/>
                </a:lnTo>
                <a:lnTo>
                  <a:pt x="78232" y="1521119"/>
                </a:lnTo>
                <a:lnTo>
                  <a:pt x="79234" y="1520993"/>
                </a:lnTo>
                <a:lnTo>
                  <a:pt x="79277" y="1571878"/>
                </a:lnTo>
                <a:lnTo>
                  <a:pt x="104985" y="1603269"/>
                </a:lnTo>
                <a:lnTo>
                  <a:pt x="24781" y="1603335"/>
                </a:lnTo>
                <a:lnTo>
                  <a:pt x="21177" y="1593516"/>
                </a:lnTo>
                <a:lnTo>
                  <a:pt x="90557" y="1593458"/>
                </a:lnTo>
                <a:lnTo>
                  <a:pt x="75877" y="1580736"/>
                </a:lnTo>
                <a:lnTo>
                  <a:pt x="84109" y="1591380"/>
                </a:lnTo>
                <a:lnTo>
                  <a:pt x="13588" y="1591439"/>
                </a:lnTo>
                <a:lnTo>
                  <a:pt x="32543" y="1569747"/>
                </a:lnTo>
                <a:lnTo>
                  <a:pt x="32506" y="1525818"/>
                </a:lnTo>
                <a:lnTo>
                  <a:pt x="19657" y="1529386"/>
                </a:lnTo>
                <a:lnTo>
                  <a:pt x="16225" y="1529859"/>
                </a:lnTo>
                <a:lnTo>
                  <a:pt x="13530" y="1522350"/>
                </a:lnTo>
                <a:cubicBezTo>
                  <a:pt x="19222" y="1519871"/>
                  <a:pt x="23330" y="1518326"/>
                  <a:pt x="25854" y="1517714"/>
                </a:cubicBezTo>
                <a:lnTo>
                  <a:pt x="32498" y="1516075"/>
                </a:lnTo>
                <a:lnTo>
                  <a:pt x="32496" y="1513793"/>
                </a:lnTo>
                <a:cubicBezTo>
                  <a:pt x="29117" y="1513796"/>
                  <a:pt x="23289" y="1515023"/>
                  <a:pt x="15012" y="1517475"/>
                </a:cubicBezTo>
                <a:lnTo>
                  <a:pt x="9441" y="1518191"/>
                </a:lnTo>
                <a:cubicBezTo>
                  <a:pt x="9658" y="1514386"/>
                  <a:pt x="10691" y="1509855"/>
                  <a:pt x="12541" y="1504598"/>
                </a:cubicBezTo>
                <a:cubicBezTo>
                  <a:pt x="12734" y="1504212"/>
                  <a:pt x="13389" y="1502120"/>
                  <a:pt x="14503" y="1498323"/>
                </a:cubicBezTo>
                <a:cubicBezTo>
                  <a:pt x="14615" y="1497983"/>
                  <a:pt x="15007" y="1496832"/>
                  <a:pt x="15679" y="1494868"/>
                </a:cubicBezTo>
                <a:cubicBezTo>
                  <a:pt x="21112" y="1495147"/>
                  <a:pt x="25223" y="1495286"/>
                  <a:pt x="28014" y="1495284"/>
                </a:cubicBezTo>
                <a:cubicBezTo>
                  <a:pt x="30606" y="1495282"/>
                  <a:pt x="32045" y="1495262"/>
                  <a:pt x="32332" y="1495227"/>
                </a:cubicBezTo>
                <a:lnTo>
                  <a:pt x="32276" y="1427740"/>
                </a:lnTo>
                <a:cubicBezTo>
                  <a:pt x="28885" y="1425679"/>
                  <a:pt x="24891" y="1423757"/>
                  <a:pt x="20293" y="1421971"/>
                </a:cubicBezTo>
                <a:close/>
                <a:moveTo>
                  <a:pt x="903005" y="992960"/>
                </a:moveTo>
                <a:lnTo>
                  <a:pt x="903013" y="1003129"/>
                </a:lnTo>
                <a:lnTo>
                  <a:pt x="900630" y="1005521"/>
                </a:lnTo>
                <a:cubicBezTo>
                  <a:pt x="892581" y="1013203"/>
                  <a:pt x="885669" y="1020871"/>
                  <a:pt x="879897" y="1028523"/>
                </a:cubicBezTo>
                <a:cubicBezTo>
                  <a:pt x="874123" y="1036176"/>
                  <a:pt x="865448" y="1049219"/>
                  <a:pt x="853870" y="1067654"/>
                </a:cubicBezTo>
                <a:lnTo>
                  <a:pt x="801635" y="1150109"/>
                </a:lnTo>
                <a:lnTo>
                  <a:pt x="801681" y="1205480"/>
                </a:lnTo>
                <a:lnTo>
                  <a:pt x="827669" y="1240717"/>
                </a:lnTo>
                <a:lnTo>
                  <a:pt x="731317" y="1240797"/>
                </a:lnTo>
                <a:lnTo>
                  <a:pt x="728546" y="1230976"/>
                </a:lnTo>
                <a:lnTo>
                  <a:pt x="813829" y="1230905"/>
                </a:lnTo>
                <a:lnTo>
                  <a:pt x="791711" y="1207562"/>
                </a:lnTo>
                <a:lnTo>
                  <a:pt x="791661" y="1147315"/>
                </a:lnTo>
                <a:lnTo>
                  <a:pt x="845787" y="1061677"/>
                </a:lnTo>
                <a:lnTo>
                  <a:pt x="859911" y="1046843"/>
                </a:lnTo>
                <a:cubicBezTo>
                  <a:pt x="871320" y="1023511"/>
                  <a:pt x="885685" y="1005550"/>
                  <a:pt x="903005" y="992960"/>
                </a:cubicBezTo>
                <a:close/>
                <a:moveTo>
                  <a:pt x="515899" y="1149545"/>
                </a:moveTo>
                <a:cubicBezTo>
                  <a:pt x="515796" y="1151500"/>
                  <a:pt x="514813" y="1155390"/>
                  <a:pt x="512948" y="1161216"/>
                </a:cubicBezTo>
                <a:lnTo>
                  <a:pt x="508170" y="1176105"/>
                </a:lnTo>
                <a:cubicBezTo>
                  <a:pt x="505694" y="1183685"/>
                  <a:pt x="504458" y="1189991"/>
                  <a:pt x="504463" y="1195023"/>
                </a:cubicBezTo>
                <a:cubicBezTo>
                  <a:pt x="504467" y="1200080"/>
                  <a:pt x="505292" y="1204215"/>
                  <a:pt x="506939" y="1207427"/>
                </a:cubicBezTo>
                <a:lnTo>
                  <a:pt x="508445" y="1209636"/>
                </a:lnTo>
                <a:lnTo>
                  <a:pt x="506102" y="1197652"/>
                </a:lnTo>
                <a:cubicBezTo>
                  <a:pt x="506093" y="1187285"/>
                  <a:pt x="510141" y="1172722"/>
                  <a:pt x="518246" y="1153961"/>
                </a:cubicBezTo>
                <a:close/>
                <a:moveTo>
                  <a:pt x="1490624" y="673129"/>
                </a:moveTo>
                <a:lnTo>
                  <a:pt x="1551151" y="673078"/>
                </a:lnTo>
                <a:cubicBezTo>
                  <a:pt x="1579936" y="673054"/>
                  <a:pt x="1599754" y="678438"/>
                  <a:pt x="1610605" y="689228"/>
                </a:cubicBezTo>
                <a:lnTo>
                  <a:pt x="1634963" y="718061"/>
                </a:lnTo>
                <a:lnTo>
                  <a:pt x="1641794" y="741274"/>
                </a:lnTo>
                <a:lnTo>
                  <a:pt x="1646958" y="767181"/>
                </a:lnTo>
                <a:cubicBezTo>
                  <a:pt x="1646973" y="785262"/>
                  <a:pt x="1644696" y="800874"/>
                  <a:pt x="1640129" y="814018"/>
                </a:cubicBezTo>
                <a:lnTo>
                  <a:pt x="1620503" y="844569"/>
                </a:lnTo>
                <a:lnTo>
                  <a:pt x="1618547" y="846615"/>
                </a:lnTo>
                <a:lnTo>
                  <a:pt x="1591809" y="861702"/>
                </a:lnTo>
                <a:cubicBezTo>
                  <a:pt x="1581618" y="864725"/>
                  <a:pt x="1568168" y="866243"/>
                  <a:pt x="1551458" y="866257"/>
                </a:cubicBezTo>
                <a:lnTo>
                  <a:pt x="1486406" y="866311"/>
                </a:lnTo>
                <a:lnTo>
                  <a:pt x="1506382" y="846628"/>
                </a:lnTo>
                <a:lnTo>
                  <a:pt x="1506254" y="694024"/>
                </a:lnTo>
                <a:close/>
                <a:moveTo>
                  <a:pt x="1237071" y="783782"/>
                </a:moveTo>
                <a:lnTo>
                  <a:pt x="1238438" y="783553"/>
                </a:lnTo>
                <a:lnTo>
                  <a:pt x="1238489" y="845052"/>
                </a:lnTo>
                <a:lnTo>
                  <a:pt x="1240426" y="847556"/>
                </a:lnTo>
                <a:lnTo>
                  <a:pt x="1240376" y="787717"/>
                </a:lnTo>
                <a:lnTo>
                  <a:pt x="1245524" y="786975"/>
                </a:lnTo>
                <a:lnTo>
                  <a:pt x="1270332" y="781984"/>
                </a:lnTo>
                <a:lnTo>
                  <a:pt x="1268996" y="778123"/>
                </a:lnTo>
                <a:close/>
                <a:moveTo>
                  <a:pt x="673373" y="1035760"/>
                </a:moveTo>
                <a:lnTo>
                  <a:pt x="753163" y="1035693"/>
                </a:lnTo>
                <a:lnTo>
                  <a:pt x="735088" y="1057874"/>
                </a:lnTo>
                <a:lnTo>
                  <a:pt x="780555" y="1127756"/>
                </a:lnTo>
                <a:lnTo>
                  <a:pt x="782284" y="1123338"/>
                </a:lnTo>
                <a:lnTo>
                  <a:pt x="738908" y="1057083"/>
                </a:lnTo>
                <a:lnTo>
                  <a:pt x="756965" y="1039922"/>
                </a:lnTo>
                <a:lnTo>
                  <a:pt x="763385" y="1045066"/>
                </a:lnTo>
                <a:lnTo>
                  <a:pt x="750119" y="1058020"/>
                </a:lnTo>
                <a:lnTo>
                  <a:pt x="787432" y="1116806"/>
                </a:lnTo>
                <a:lnTo>
                  <a:pt x="817576" y="1066661"/>
                </a:lnTo>
                <a:cubicBezTo>
                  <a:pt x="826734" y="1052113"/>
                  <a:pt x="831310" y="1041448"/>
                  <a:pt x="831304" y="1034666"/>
                </a:cubicBezTo>
                <a:cubicBezTo>
                  <a:pt x="831300" y="1029331"/>
                  <a:pt x="827137" y="1021699"/>
                  <a:pt x="818816" y="1011770"/>
                </a:cubicBezTo>
                <a:cubicBezTo>
                  <a:pt x="848357" y="1004149"/>
                  <a:pt x="872112" y="995379"/>
                  <a:pt x="890081" y="985459"/>
                </a:cubicBezTo>
                <a:lnTo>
                  <a:pt x="894231" y="984212"/>
                </a:lnTo>
                <a:lnTo>
                  <a:pt x="897276" y="988558"/>
                </a:lnTo>
                <a:lnTo>
                  <a:pt x="895067" y="991920"/>
                </a:lnTo>
                <a:cubicBezTo>
                  <a:pt x="877730" y="1009967"/>
                  <a:pt x="863484" y="1028240"/>
                  <a:pt x="852330" y="1046738"/>
                </a:cubicBezTo>
                <a:cubicBezTo>
                  <a:pt x="847957" y="1053844"/>
                  <a:pt x="844849" y="1058906"/>
                  <a:pt x="843003" y="1061924"/>
                </a:cubicBezTo>
                <a:lnTo>
                  <a:pt x="789281" y="1148015"/>
                </a:lnTo>
                <a:lnTo>
                  <a:pt x="789328" y="1205213"/>
                </a:lnTo>
                <a:lnTo>
                  <a:pt x="810507" y="1228825"/>
                </a:lnTo>
                <a:lnTo>
                  <a:pt x="733361" y="1228889"/>
                </a:lnTo>
                <a:lnTo>
                  <a:pt x="754354" y="1205161"/>
                </a:lnTo>
                <a:lnTo>
                  <a:pt x="754306" y="1148155"/>
                </a:lnTo>
                <a:lnTo>
                  <a:pt x="719240" y="1094320"/>
                </a:lnTo>
                <a:lnTo>
                  <a:pt x="711641" y="1081700"/>
                </a:lnTo>
                <a:cubicBezTo>
                  <a:pt x="705124" y="1071875"/>
                  <a:pt x="699714" y="1064555"/>
                  <a:pt x="695414" y="1059741"/>
                </a:cubicBezTo>
                <a:cubicBezTo>
                  <a:pt x="691113" y="1054927"/>
                  <a:pt x="684757" y="1049218"/>
                  <a:pt x="676344" y="1042613"/>
                </a:cubicBezTo>
                <a:close/>
                <a:moveTo>
                  <a:pt x="550371" y="1088664"/>
                </a:moveTo>
                <a:lnTo>
                  <a:pt x="537460" y="1127419"/>
                </a:lnTo>
                <a:cubicBezTo>
                  <a:pt x="538028" y="1127759"/>
                  <a:pt x="538361" y="1128030"/>
                  <a:pt x="538461" y="1128232"/>
                </a:cubicBezTo>
                <a:lnTo>
                  <a:pt x="542581" y="1133500"/>
                </a:lnTo>
                <a:cubicBezTo>
                  <a:pt x="544740" y="1135633"/>
                  <a:pt x="546991" y="1138173"/>
                  <a:pt x="549335" y="1141120"/>
                </a:cubicBezTo>
                <a:lnTo>
                  <a:pt x="556576" y="1151091"/>
                </a:lnTo>
                <a:lnTo>
                  <a:pt x="567410" y="1138535"/>
                </a:lnTo>
                <a:close/>
                <a:moveTo>
                  <a:pt x="1381328" y="673220"/>
                </a:moveTo>
                <a:lnTo>
                  <a:pt x="1456586" y="673157"/>
                </a:lnTo>
                <a:lnTo>
                  <a:pt x="1437052" y="697149"/>
                </a:lnTo>
                <a:lnTo>
                  <a:pt x="1437176" y="846621"/>
                </a:lnTo>
                <a:lnTo>
                  <a:pt x="1438368" y="847898"/>
                </a:lnTo>
                <a:lnTo>
                  <a:pt x="1438242" y="696634"/>
                </a:lnTo>
                <a:lnTo>
                  <a:pt x="1457828" y="678556"/>
                </a:lnTo>
                <a:lnTo>
                  <a:pt x="1463237" y="684658"/>
                </a:lnTo>
                <a:lnTo>
                  <a:pt x="1448365" y="700421"/>
                </a:lnTo>
                <a:lnTo>
                  <a:pt x="1448487" y="846881"/>
                </a:lnTo>
                <a:lnTo>
                  <a:pt x="1473028" y="878229"/>
                </a:lnTo>
                <a:lnTo>
                  <a:pt x="1392782" y="878295"/>
                </a:lnTo>
                <a:lnTo>
                  <a:pt x="1387458" y="868477"/>
                </a:lnTo>
                <a:lnTo>
                  <a:pt x="1458309" y="868418"/>
                </a:lnTo>
                <a:lnTo>
                  <a:pt x="1453501" y="864110"/>
                </a:lnTo>
                <a:lnTo>
                  <a:pt x="1455580" y="866337"/>
                </a:lnTo>
                <a:lnTo>
                  <a:pt x="1381489" y="866399"/>
                </a:lnTo>
                <a:lnTo>
                  <a:pt x="1401754" y="845232"/>
                </a:lnTo>
                <a:lnTo>
                  <a:pt x="1401629" y="695776"/>
                </a:lnTo>
                <a:close/>
                <a:moveTo>
                  <a:pt x="543744" y="1071740"/>
                </a:moveTo>
                <a:lnTo>
                  <a:pt x="523744" y="1129402"/>
                </a:lnTo>
                <a:cubicBezTo>
                  <a:pt x="530675" y="1136221"/>
                  <a:pt x="536841" y="1143355"/>
                  <a:pt x="542242" y="1150806"/>
                </a:cubicBezTo>
                <a:lnTo>
                  <a:pt x="548135" y="1158993"/>
                </a:lnTo>
                <a:lnTo>
                  <a:pt x="548855" y="1158119"/>
                </a:lnTo>
                <a:cubicBezTo>
                  <a:pt x="549180" y="1157685"/>
                  <a:pt x="549582" y="1157483"/>
                  <a:pt x="550061" y="1157513"/>
                </a:cubicBezTo>
                <a:cubicBezTo>
                  <a:pt x="543690" y="1148480"/>
                  <a:pt x="535753" y="1139367"/>
                  <a:pt x="526251" y="1130172"/>
                </a:cubicBezTo>
                <a:lnTo>
                  <a:pt x="544888" y="1080041"/>
                </a:lnTo>
                <a:close/>
                <a:moveTo>
                  <a:pt x="1330812" y="689461"/>
                </a:moveTo>
                <a:cubicBezTo>
                  <a:pt x="1344691" y="699549"/>
                  <a:pt x="1351637" y="711917"/>
                  <a:pt x="1351649" y="726562"/>
                </a:cubicBezTo>
                <a:cubicBezTo>
                  <a:pt x="1351669" y="750266"/>
                  <a:pt x="1337443" y="767830"/>
                  <a:pt x="1308972" y="779255"/>
                </a:cubicBezTo>
                <a:cubicBezTo>
                  <a:pt x="1314919" y="797243"/>
                  <a:pt x="1325536" y="815629"/>
                  <a:pt x="1340825" y="834414"/>
                </a:cubicBezTo>
                <a:cubicBezTo>
                  <a:pt x="1350411" y="846177"/>
                  <a:pt x="1362972" y="857913"/>
                  <a:pt x="1378506" y="869622"/>
                </a:cubicBezTo>
                <a:cubicBezTo>
                  <a:pt x="1355028" y="876638"/>
                  <a:pt x="1333754" y="886088"/>
                  <a:pt x="1314685" y="897971"/>
                </a:cubicBezTo>
                <a:lnTo>
                  <a:pt x="1311235" y="899523"/>
                </a:lnTo>
                <a:lnTo>
                  <a:pt x="1305447" y="893974"/>
                </a:lnTo>
                <a:cubicBezTo>
                  <a:pt x="1325112" y="880170"/>
                  <a:pt x="1344901" y="870915"/>
                  <a:pt x="1364813" y="866210"/>
                </a:cubicBezTo>
                <a:cubicBezTo>
                  <a:pt x="1337136" y="849636"/>
                  <a:pt x="1315095" y="820433"/>
                  <a:pt x="1298691" y="778601"/>
                </a:cubicBezTo>
                <a:lnTo>
                  <a:pt x="1297759" y="773635"/>
                </a:lnTo>
                <a:cubicBezTo>
                  <a:pt x="1327451" y="762118"/>
                  <a:pt x="1342288" y="745457"/>
                  <a:pt x="1342270" y="723652"/>
                </a:cubicBezTo>
                <a:cubicBezTo>
                  <a:pt x="1342263" y="714776"/>
                  <a:pt x="1338444" y="703379"/>
                  <a:pt x="1330812" y="689461"/>
                </a:cubicBezTo>
                <a:close/>
                <a:moveTo>
                  <a:pt x="1250127" y="701420"/>
                </a:moveTo>
                <a:lnTo>
                  <a:pt x="1250179" y="764222"/>
                </a:lnTo>
                <a:lnTo>
                  <a:pt x="1272336" y="758267"/>
                </a:lnTo>
                <a:cubicBezTo>
                  <a:pt x="1279177" y="755635"/>
                  <a:pt x="1284782" y="752543"/>
                  <a:pt x="1289148" y="748992"/>
                </a:cubicBezTo>
                <a:cubicBezTo>
                  <a:pt x="1297881" y="741889"/>
                  <a:pt x="1302243" y="732777"/>
                  <a:pt x="1302234" y="721655"/>
                </a:cubicBezTo>
                <a:lnTo>
                  <a:pt x="1300469" y="713455"/>
                </a:lnTo>
                <a:lnTo>
                  <a:pt x="1290741" y="708034"/>
                </a:lnTo>
                <a:cubicBezTo>
                  <a:pt x="1286875" y="706016"/>
                  <a:pt x="1283654" y="704495"/>
                  <a:pt x="1281078" y="703470"/>
                </a:cubicBezTo>
                <a:cubicBezTo>
                  <a:pt x="1275926" y="701421"/>
                  <a:pt x="1269771" y="700400"/>
                  <a:pt x="1262614" y="700406"/>
                </a:cubicBezTo>
                <a:cubicBezTo>
                  <a:pt x="1257040" y="700410"/>
                  <a:pt x="1252878" y="700748"/>
                  <a:pt x="1250127" y="701420"/>
                </a:cubicBezTo>
                <a:close/>
                <a:moveTo>
                  <a:pt x="1238362" y="691787"/>
                </a:moveTo>
                <a:lnTo>
                  <a:pt x="1238423" y="765717"/>
                </a:lnTo>
                <a:cubicBezTo>
                  <a:pt x="1239084" y="765717"/>
                  <a:pt x="1239728" y="765655"/>
                  <a:pt x="1240358" y="765534"/>
                </a:cubicBezTo>
                <a:lnTo>
                  <a:pt x="1240298" y="693908"/>
                </a:lnTo>
                <a:cubicBezTo>
                  <a:pt x="1247445" y="691996"/>
                  <a:pt x="1254848" y="691036"/>
                  <a:pt x="1262508" y="691029"/>
                </a:cubicBezTo>
                <a:cubicBezTo>
                  <a:pt x="1272605" y="691021"/>
                  <a:pt x="1281133" y="693062"/>
                  <a:pt x="1288095" y="697154"/>
                </a:cubicBezTo>
                <a:lnTo>
                  <a:pt x="1295509" y="703294"/>
                </a:lnTo>
                <a:lnTo>
                  <a:pt x="1290606" y="697085"/>
                </a:lnTo>
                <a:cubicBezTo>
                  <a:pt x="1282862" y="690558"/>
                  <a:pt x="1273002" y="687300"/>
                  <a:pt x="1261027" y="687310"/>
                </a:cubicBezTo>
                <a:cubicBezTo>
                  <a:pt x="1251402" y="687318"/>
                  <a:pt x="1243847" y="688810"/>
                  <a:pt x="1238362" y="691787"/>
                </a:cubicBezTo>
                <a:close/>
                <a:moveTo>
                  <a:pt x="516106" y="1035891"/>
                </a:moveTo>
                <a:lnTo>
                  <a:pt x="589476" y="1035830"/>
                </a:lnTo>
                <a:lnTo>
                  <a:pt x="574317" y="1056711"/>
                </a:lnTo>
                <a:lnTo>
                  <a:pt x="596820" y="1116675"/>
                </a:lnTo>
                <a:lnTo>
                  <a:pt x="598032" y="1115078"/>
                </a:lnTo>
                <a:lnTo>
                  <a:pt x="576389" y="1058360"/>
                </a:lnTo>
                <a:lnTo>
                  <a:pt x="593966" y="1038161"/>
                </a:lnTo>
                <a:lnTo>
                  <a:pt x="601738" y="1041645"/>
                </a:lnTo>
                <a:lnTo>
                  <a:pt x="587017" y="1060442"/>
                </a:lnTo>
                <a:lnTo>
                  <a:pt x="605248" y="1109731"/>
                </a:lnTo>
                <a:lnTo>
                  <a:pt x="608683" y="1106812"/>
                </a:lnTo>
                <a:cubicBezTo>
                  <a:pt x="611876" y="1104253"/>
                  <a:pt x="615111" y="1102183"/>
                  <a:pt x="618389" y="1100604"/>
                </a:cubicBezTo>
                <a:cubicBezTo>
                  <a:pt x="621814" y="1113041"/>
                  <a:pt x="626213" y="1124944"/>
                  <a:pt x="631585" y="1136314"/>
                </a:cubicBezTo>
                <a:cubicBezTo>
                  <a:pt x="626497" y="1136080"/>
                  <a:pt x="623412" y="1135963"/>
                  <a:pt x="622332" y="1135964"/>
                </a:cubicBezTo>
                <a:cubicBezTo>
                  <a:pt x="613769" y="1135971"/>
                  <a:pt x="608051" y="1136835"/>
                  <a:pt x="605177" y="1138555"/>
                </a:cubicBezTo>
                <a:lnTo>
                  <a:pt x="631188" y="1207336"/>
                </a:lnTo>
                <a:lnTo>
                  <a:pt x="632600" y="1208700"/>
                </a:lnTo>
                <a:lnTo>
                  <a:pt x="607539" y="1140139"/>
                </a:lnTo>
                <a:cubicBezTo>
                  <a:pt x="612607" y="1138550"/>
                  <a:pt x="617393" y="1137754"/>
                  <a:pt x="621896" y="1137750"/>
                </a:cubicBezTo>
                <a:lnTo>
                  <a:pt x="634501" y="1138933"/>
                </a:lnTo>
                <a:lnTo>
                  <a:pt x="622102" y="1104833"/>
                </a:lnTo>
                <a:lnTo>
                  <a:pt x="632360" y="1108762"/>
                </a:lnTo>
                <a:cubicBezTo>
                  <a:pt x="634651" y="1118100"/>
                  <a:pt x="640137" y="1131706"/>
                  <a:pt x="648816" y="1149580"/>
                </a:cubicBezTo>
                <a:cubicBezTo>
                  <a:pt x="644312" y="1149294"/>
                  <a:pt x="641961" y="1149151"/>
                  <a:pt x="641763" y="1149151"/>
                </a:cubicBezTo>
                <a:lnTo>
                  <a:pt x="629941" y="1148143"/>
                </a:lnTo>
                <a:lnTo>
                  <a:pt x="618802" y="1147443"/>
                </a:lnTo>
                <a:lnTo>
                  <a:pt x="642660" y="1207477"/>
                </a:lnTo>
                <a:lnTo>
                  <a:pt x="675741" y="1240843"/>
                </a:lnTo>
                <a:lnTo>
                  <a:pt x="586531" y="1240917"/>
                </a:lnTo>
                <a:lnTo>
                  <a:pt x="582369" y="1231098"/>
                </a:lnTo>
                <a:lnTo>
                  <a:pt x="659855" y="1231034"/>
                </a:lnTo>
                <a:lnTo>
                  <a:pt x="643977" y="1219699"/>
                </a:lnTo>
                <a:lnTo>
                  <a:pt x="653551" y="1228955"/>
                </a:lnTo>
                <a:lnTo>
                  <a:pt x="573759" y="1229022"/>
                </a:lnTo>
                <a:lnTo>
                  <a:pt x="593880" y="1208202"/>
                </a:lnTo>
                <a:lnTo>
                  <a:pt x="579511" y="1169481"/>
                </a:lnTo>
                <a:cubicBezTo>
                  <a:pt x="571243" y="1179512"/>
                  <a:pt x="563913" y="1189782"/>
                  <a:pt x="557524" y="1200291"/>
                </a:cubicBezTo>
                <a:lnTo>
                  <a:pt x="549656" y="1198330"/>
                </a:lnTo>
                <a:lnTo>
                  <a:pt x="576344" y="1162173"/>
                </a:lnTo>
                <a:lnTo>
                  <a:pt x="575529" y="1159562"/>
                </a:lnTo>
                <a:cubicBezTo>
                  <a:pt x="566310" y="1168530"/>
                  <a:pt x="557147" y="1179725"/>
                  <a:pt x="548038" y="1193148"/>
                </a:cubicBezTo>
                <a:lnTo>
                  <a:pt x="542770" y="1187525"/>
                </a:lnTo>
                <a:lnTo>
                  <a:pt x="524583" y="1161654"/>
                </a:lnTo>
                <a:lnTo>
                  <a:pt x="518474" y="1180284"/>
                </a:lnTo>
                <a:cubicBezTo>
                  <a:pt x="516968" y="1186545"/>
                  <a:pt x="516218" y="1192174"/>
                  <a:pt x="516222" y="1197172"/>
                </a:cubicBezTo>
                <a:cubicBezTo>
                  <a:pt x="516226" y="1202884"/>
                  <a:pt x="517210" y="1207708"/>
                  <a:pt x="519172" y="1211642"/>
                </a:cubicBezTo>
                <a:cubicBezTo>
                  <a:pt x="521134" y="1215575"/>
                  <a:pt x="526043" y="1222383"/>
                  <a:pt x="533899" y="1232064"/>
                </a:cubicBezTo>
                <a:cubicBezTo>
                  <a:pt x="534602" y="1232955"/>
                  <a:pt x="535917" y="1235920"/>
                  <a:pt x="537845" y="1240958"/>
                </a:cubicBezTo>
                <a:lnTo>
                  <a:pt x="454381" y="1241028"/>
                </a:lnTo>
                <a:lnTo>
                  <a:pt x="450019" y="1231208"/>
                </a:lnTo>
                <a:lnTo>
                  <a:pt x="521056" y="1231149"/>
                </a:lnTo>
                <a:lnTo>
                  <a:pt x="519452" y="1229067"/>
                </a:lnTo>
                <a:lnTo>
                  <a:pt x="442430" y="1229131"/>
                </a:lnTo>
                <a:cubicBezTo>
                  <a:pt x="456914" y="1218444"/>
                  <a:pt x="468102" y="1207183"/>
                  <a:pt x="475992" y="1195350"/>
                </a:cubicBezTo>
                <a:cubicBezTo>
                  <a:pt x="481910" y="1186474"/>
                  <a:pt x="487882" y="1173669"/>
                  <a:pt x="493909" y="1156934"/>
                </a:cubicBezTo>
                <a:lnTo>
                  <a:pt x="499709" y="1139618"/>
                </a:lnTo>
                <a:lnTo>
                  <a:pt x="477808" y="1133175"/>
                </a:lnTo>
                <a:cubicBezTo>
                  <a:pt x="483338" y="1122636"/>
                  <a:pt x="488006" y="1112496"/>
                  <a:pt x="491812" y="1102754"/>
                </a:cubicBezTo>
                <a:cubicBezTo>
                  <a:pt x="495510" y="1104589"/>
                  <a:pt x="497743" y="1105883"/>
                  <a:pt x="498513" y="1106634"/>
                </a:cubicBezTo>
                <a:lnTo>
                  <a:pt x="505346" y="1113876"/>
                </a:lnTo>
                <a:cubicBezTo>
                  <a:pt x="506971" y="1114830"/>
                  <a:pt x="508156" y="1116128"/>
                  <a:pt x="508900" y="1117769"/>
                </a:cubicBezTo>
                <a:lnTo>
                  <a:pt x="509896" y="1115226"/>
                </a:lnTo>
                <a:lnTo>
                  <a:pt x="508467" y="1114567"/>
                </a:lnTo>
                <a:cubicBezTo>
                  <a:pt x="503894" y="1110551"/>
                  <a:pt x="500070" y="1107324"/>
                  <a:pt x="496997" y="1104886"/>
                </a:cubicBezTo>
                <a:lnTo>
                  <a:pt x="494565" y="1102114"/>
                </a:lnTo>
                <a:lnTo>
                  <a:pt x="499157" y="1095304"/>
                </a:lnTo>
                <a:cubicBezTo>
                  <a:pt x="506029" y="1099109"/>
                  <a:pt x="510810" y="1103045"/>
                  <a:pt x="513498" y="1107112"/>
                </a:cubicBezTo>
                <a:lnTo>
                  <a:pt x="531589" y="1056186"/>
                </a:lnTo>
                <a:close/>
                <a:moveTo>
                  <a:pt x="2082000" y="268984"/>
                </a:moveTo>
                <a:lnTo>
                  <a:pt x="2298293" y="268984"/>
                </a:lnTo>
                <a:lnTo>
                  <a:pt x="2303377" y="261506"/>
                </a:lnTo>
                <a:cubicBezTo>
                  <a:pt x="2284952" y="245132"/>
                  <a:pt x="2271683" y="224941"/>
                  <a:pt x="2263571" y="200935"/>
                </a:cubicBezTo>
                <a:lnTo>
                  <a:pt x="2277017" y="204250"/>
                </a:lnTo>
                <a:cubicBezTo>
                  <a:pt x="2284453" y="221562"/>
                  <a:pt x="2296954" y="239326"/>
                  <a:pt x="2314517" y="257544"/>
                </a:cubicBezTo>
                <a:lnTo>
                  <a:pt x="2317655" y="260022"/>
                </a:lnTo>
                <a:lnTo>
                  <a:pt x="2305743" y="282183"/>
                </a:lnTo>
                <a:lnTo>
                  <a:pt x="2086832" y="282183"/>
                </a:lnTo>
                <a:close/>
                <a:moveTo>
                  <a:pt x="1188211" y="694456"/>
                </a:moveTo>
                <a:cubicBezTo>
                  <a:pt x="1212682" y="678699"/>
                  <a:pt x="1238460" y="670809"/>
                  <a:pt x="1265547" y="670786"/>
                </a:cubicBezTo>
                <a:cubicBezTo>
                  <a:pt x="1286789" y="670769"/>
                  <a:pt x="1304462" y="675475"/>
                  <a:pt x="1318565" y="684905"/>
                </a:cubicBezTo>
                <a:cubicBezTo>
                  <a:pt x="1332668" y="694335"/>
                  <a:pt x="1339726" y="706467"/>
                  <a:pt x="1339738" y="721300"/>
                </a:cubicBezTo>
                <a:cubicBezTo>
                  <a:pt x="1339748" y="733402"/>
                  <a:pt x="1335142" y="744049"/>
                  <a:pt x="1325920" y="753242"/>
                </a:cubicBezTo>
                <a:cubicBezTo>
                  <a:pt x="1316698" y="762434"/>
                  <a:pt x="1304976" y="768784"/>
                  <a:pt x="1290753" y="772292"/>
                </a:cubicBezTo>
                <a:cubicBezTo>
                  <a:pt x="1297276" y="788563"/>
                  <a:pt x="1306238" y="805341"/>
                  <a:pt x="1317638" y="822626"/>
                </a:cubicBezTo>
                <a:cubicBezTo>
                  <a:pt x="1329038" y="839910"/>
                  <a:pt x="1340774" y="854230"/>
                  <a:pt x="1352846" y="865583"/>
                </a:cubicBezTo>
                <a:lnTo>
                  <a:pt x="1348511" y="868038"/>
                </a:lnTo>
                <a:cubicBezTo>
                  <a:pt x="1334274" y="872911"/>
                  <a:pt x="1320312" y="879800"/>
                  <a:pt x="1306626" y="888704"/>
                </a:cubicBezTo>
                <a:lnTo>
                  <a:pt x="1300512" y="890630"/>
                </a:lnTo>
                <a:lnTo>
                  <a:pt x="1299172" y="884271"/>
                </a:lnTo>
                <a:cubicBezTo>
                  <a:pt x="1294436" y="855796"/>
                  <a:pt x="1288331" y="830664"/>
                  <a:pt x="1280858" y="808874"/>
                </a:cubicBezTo>
                <a:lnTo>
                  <a:pt x="1273228" y="788981"/>
                </a:lnTo>
                <a:lnTo>
                  <a:pt x="1249204" y="796243"/>
                </a:lnTo>
                <a:lnTo>
                  <a:pt x="1250206" y="796117"/>
                </a:lnTo>
                <a:lnTo>
                  <a:pt x="1250248" y="847002"/>
                </a:lnTo>
                <a:lnTo>
                  <a:pt x="1275957" y="878393"/>
                </a:lnTo>
                <a:lnTo>
                  <a:pt x="1195752" y="878460"/>
                </a:lnTo>
                <a:lnTo>
                  <a:pt x="1192149" y="868640"/>
                </a:lnTo>
                <a:lnTo>
                  <a:pt x="1261529" y="868582"/>
                </a:lnTo>
                <a:lnTo>
                  <a:pt x="1246849" y="855860"/>
                </a:lnTo>
                <a:lnTo>
                  <a:pt x="1255081" y="866504"/>
                </a:lnTo>
                <a:lnTo>
                  <a:pt x="1184559" y="866563"/>
                </a:lnTo>
                <a:lnTo>
                  <a:pt x="1203515" y="844871"/>
                </a:lnTo>
                <a:lnTo>
                  <a:pt x="1203478" y="800942"/>
                </a:lnTo>
                <a:lnTo>
                  <a:pt x="1190628" y="804510"/>
                </a:lnTo>
                <a:lnTo>
                  <a:pt x="1187196" y="804983"/>
                </a:lnTo>
                <a:lnTo>
                  <a:pt x="1184502" y="797474"/>
                </a:lnTo>
                <a:cubicBezTo>
                  <a:pt x="1190194" y="794995"/>
                  <a:pt x="1194301" y="793450"/>
                  <a:pt x="1196825" y="792838"/>
                </a:cubicBezTo>
                <a:lnTo>
                  <a:pt x="1203470" y="791200"/>
                </a:lnTo>
                <a:lnTo>
                  <a:pt x="1203468" y="788917"/>
                </a:lnTo>
                <a:cubicBezTo>
                  <a:pt x="1200088" y="788920"/>
                  <a:pt x="1194260" y="790147"/>
                  <a:pt x="1185984" y="792599"/>
                </a:cubicBezTo>
                <a:lnTo>
                  <a:pt x="1180412" y="793315"/>
                </a:lnTo>
                <a:cubicBezTo>
                  <a:pt x="1180629" y="789510"/>
                  <a:pt x="1181663" y="784979"/>
                  <a:pt x="1183513" y="779722"/>
                </a:cubicBezTo>
                <a:cubicBezTo>
                  <a:pt x="1183706" y="779336"/>
                  <a:pt x="1184360" y="777244"/>
                  <a:pt x="1185475" y="773447"/>
                </a:cubicBezTo>
                <a:cubicBezTo>
                  <a:pt x="1185586" y="773107"/>
                  <a:pt x="1185978" y="771956"/>
                  <a:pt x="1186651" y="769993"/>
                </a:cubicBezTo>
                <a:cubicBezTo>
                  <a:pt x="1192083" y="770272"/>
                  <a:pt x="1196195" y="770410"/>
                  <a:pt x="1198985" y="770408"/>
                </a:cubicBezTo>
                <a:cubicBezTo>
                  <a:pt x="1201577" y="770406"/>
                  <a:pt x="1203017" y="770387"/>
                  <a:pt x="1203304" y="770351"/>
                </a:cubicBezTo>
                <a:lnTo>
                  <a:pt x="1203248" y="702864"/>
                </a:lnTo>
                <a:cubicBezTo>
                  <a:pt x="1199857" y="700804"/>
                  <a:pt x="1195862" y="698881"/>
                  <a:pt x="1191264" y="697096"/>
                </a:cubicBezTo>
                <a:close/>
                <a:moveTo>
                  <a:pt x="310503" y="1094847"/>
                </a:moveTo>
                <a:lnTo>
                  <a:pt x="283741" y="1201256"/>
                </a:lnTo>
                <a:lnTo>
                  <a:pt x="285418" y="1207563"/>
                </a:lnTo>
                <a:lnTo>
                  <a:pt x="312293" y="1109261"/>
                </a:lnTo>
                <a:close/>
                <a:moveTo>
                  <a:pt x="776049" y="868987"/>
                </a:moveTo>
                <a:lnTo>
                  <a:pt x="931479" y="868857"/>
                </a:lnTo>
                <a:lnTo>
                  <a:pt x="934660" y="863090"/>
                </a:lnTo>
                <a:cubicBezTo>
                  <a:pt x="924187" y="850693"/>
                  <a:pt x="915626" y="836155"/>
                  <a:pt x="908979" y="819474"/>
                </a:cubicBezTo>
                <a:lnTo>
                  <a:pt x="908353" y="814150"/>
                </a:lnTo>
                <a:lnTo>
                  <a:pt x="918420" y="816627"/>
                </a:lnTo>
                <a:lnTo>
                  <a:pt x="919986" y="820421"/>
                </a:lnTo>
                <a:cubicBezTo>
                  <a:pt x="926352" y="834457"/>
                  <a:pt x="934201" y="847810"/>
                  <a:pt x="943532" y="860480"/>
                </a:cubicBezTo>
                <a:lnTo>
                  <a:pt x="944700" y="862335"/>
                </a:lnTo>
                <a:lnTo>
                  <a:pt x="936989" y="878675"/>
                </a:lnTo>
                <a:lnTo>
                  <a:pt x="781373" y="878805"/>
                </a:lnTo>
                <a:close/>
                <a:moveTo>
                  <a:pt x="1089520" y="692436"/>
                </a:moveTo>
                <a:cubicBezTo>
                  <a:pt x="1114246" y="706292"/>
                  <a:pt x="1126625" y="732025"/>
                  <a:pt x="1126657" y="769633"/>
                </a:cubicBezTo>
                <a:cubicBezTo>
                  <a:pt x="1126689" y="808899"/>
                  <a:pt x="1116137" y="837953"/>
                  <a:pt x="1095001" y="856794"/>
                </a:cubicBezTo>
                <a:cubicBezTo>
                  <a:pt x="1078790" y="871307"/>
                  <a:pt x="1052520" y="878579"/>
                  <a:pt x="1016189" y="878609"/>
                </a:cubicBezTo>
                <a:lnTo>
                  <a:pt x="963206" y="878653"/>
                </a:lnTo>
                <a:lnTo>
                  <a:pt x="959796" y="868834"/>
                </a:lnTo>
                <a:lnTo>
                  <a:pt x="1016181" y="868787"/>
                </a:lnTo>
                <a:cubicBezTo>
                  <a:pt x="1041939" y="868765"/>
                  <a:pt x="1061391" y="865224"/>
                  <a:pt x="1074536" y="858164"/>
                </a:cubicBezTo>
                <a:lnTo>
                  <a:pt x="1085147" y="847060"/>
                </a:lnTo>
                <a:lnTo>
                  <a:pt x="1086153" y="846492"/>
                </a:lnTo>
                <a:lnTo>
                  <a:pt x="1087104" y="845012"/>
                </a:lnTo>
                <a:lnTo>
                  <a:pt x="1106287" y="824939"/>
                </a:lnTo>
                <a:cubicBezTo>
                  <a:pt x="1113337" y="810311"/>
                  <a:pt x="1116853" y="792132"/>
                  <a:pt x="1116834" y="770400"/>
                </a:cubicBezTo>
                <a:lnTo>
                  <a:pt x="1108394" y="741716"/>
                </a:lnTo>
                <a:lnTo>
                  <a:pt x="1104448" y="721920"/>
                </a:lnTo>
                <a:lnTo>
                  <a:pt x="1101563" y="718506"/>
                </a:lnTo>
                <a:lnTo>
                  <a:pt x="1097852" y="705894"/>
                </a:lnTo>
                <a:lnTo>
                  <a:pt x="1092065" y="699548"/>
                </a:lnTo>
                <a:cubicBezTo>
                  <a:pt x="1091932" y="699413"/>
                  <a:pt x="1091084" y="697042"/>
                  <a:pt x="1089520" y="692436"/>
                </a:cubicBezTo>
                <a:close/>
                <a:moveTo>
                  <a:pt x="1019297" y="704380"/>
                </a:moveTo>
                <a:lnTo>
                  <a:pt x="1019418" y="849585"/>
                </a:lnTo>
                <a:cubicBezTo>
                  <a:pt x="1027979" y="849578"/>
                  <a:pt x="1034861" y="848740"/>
                  <a:pt x="1040066" y="847070"/>
                </a:cubicBezTo>
                <a:cubicBezTo>
                  <a:pt x="1045270" y="845401"/>
                  <a:pt x="1050226" y="842158"/>
                  <a:pt x="1054933" y="837342"/>
                </a:cubicBezTo>
                <a:cubicBezTo>
                  <a:pt x="1068445" y="823586"/>
                  <a:pt x="1075188" y="800214"/>
                  <a:pt x="1075160" y="767227"/>
                </a:cubicBezTo>
                <a:cubicBezTo>
                  <a:pt x="1075140" y="743217"/>
                  <a:pt x="1071040" y="724984"/>
                  <a:pt x="1062859" y="712528"/>
                </a:cubicBezTo>
                <a:lnTo>
                  <a:pt x="1061607" y="711146"/>
                </a:lnTo>
                <a:lnTo>
                  <a:pt x="1043627" y="705853"/>
                </a:lnTo>
                <a:cubicBezTo>
                  <a:pt x="1037584" y="704630"/>
                  <a:pt x="1031740" y="704021"/>
                  <a:pt x="1026094" y="704026"/>
                </a:cubicBezTo>
                <a:cubicBezTo>
                  <a:pt x="1023759" y="704028"/>
                  <a:pt x="1021494" y="704146"/>
                  <a:pt x="1019297" y="704380"/>
                </a:cubicBezTo>
                <a:close/>
                <a:moveTo>
                  <a:pt x="1007529" y="691688"/>
                </a:moveTo>
                <a:lnTo>
                  <a:pt x="1007661" y="849595"/>
                </a:lnTo>
                <a:lnTo>
                  <a:pt x="1009595" y="849593"/>
                </a:lnTo>
                <a:lnTo>
                  <a:pt x="1009467" y="695807"/>
                </a:lnTo>
                <a:cubicBezTo>
                  <a:pt x="1016406" y="694741"/>
                  <a:pt x="1022025" y="694206"/>
                  <a:pt x="1026325" y="694203"/>
                </a:cubicBezTo>
                <a:lnTo>
                  <a:pt x="1040114" y="696004"/>
                </a:lnTo>
                <a:lnTo>
                  <a:pt x="1036252" y="694251"/>
                </a:lnTo>
                <a:cubicBezTo>
                  <a:pt x="1029242" y="692533"/>
                  <a:pt x="1020911" y="691677"/>
                  <a:pt x="1011259" y="691685"/>
                </a:cubicBezTo>
                <a:close/>
                <a:moveTo>
                  <a:pt x="2144115" y="138792"/>
                </a:moveTo>
                <a:lnTo>
                  <a:pt x="2144115" y="240786"/>
                </a:lnTo>
                <a:lnTo>
                  <a:pt x="2148515" y="240786"/>
                </a:lnTo>
                <a:lnTo>
                  <a:pt x="2148515" y="139992"/>
                </a:lnTo>
                <a:lnTo>
                  <a:pt x="2192618" y="139992"/>
                </a:lnTo>
                <a:lnTo>
                  <a:pt x="2191462" y="138792"/>
                </a:lnTo>
                <a:close/>
                <a:moveTo>
                  <a:pt x="2033779" y="178736"/>
                </a:moveTo>
                <a:lnTo>
                  <a:pt x="2047175" y="182827"/>
                </a:lnTo>
                <a:cubicBezTo>
                  <a:pt x="2044977" y="218000"/>
                  <a:pt x="2035514" y="244419"/>
                  <a:pt x="2018785" y="262084"/>
                </a:cubicBezTo>
                <a:cubicBezTo>
                  <a:pt x="2002056" y="279750"/>
                  <a:pt x="1978680" y="288583"/>
                  <a:pt x="1948659" y="288583"/>
                </a:cubicBezTo>
                <a:cubicBezTo>
                  <a:pt x="1925890" y="288582"/>
                  <a:pt x="1904230" y="281260"/>
                  <a:pt x="1883679" y="266615"/>
                </a:cubicBezTo>
                <a:lnTo>
                  <a:pt x="1883679" y="258894"/>
                </a:lnTo>
                <a:lnTo>
                  <a:pt x="1890745" y="260697"/>
                </a:lnTo>
                <a:lnTo>
                  <a:pt x="1894737" y="263733"/>
                </a:lnTo>
                <a:lnTo>
                  <a:pt x="1928061" y="270224"/>
                </a:lnTo>
                <a:lnTo>
                  <a:pt x="1948269" y="275383"/>
                </a:lnTo>
                <a:cubicBezTo>
                  <a:pt x="1973055" y="275383"/>
                  <a:pt x="1993208" y="267500"/>
                  <a:pt x="2008728" y="251735"/>
                </a:cubicBezTo>
                <a:cubicBezTo>
                  <a:pt x="2016317" y="244025"/>
                  <a:pt x="2021922" y="235362"/>
                  <a:pt x="2025544" y="225747"/>
                </a:cubicBezTo>
                <a:cubicBezTo>
                  <a:pt x="2029166" y="216132"/>
                  <a:pt x="2031617" y="203194"/>
                  <a:pt x="2032898" y="186932"/>
                </a:cubicBezTo>
                <a:close/>
                <a:moveTo>
                  <a:pt x="2223310" y="83083"/>
                </a:moveTo>
                <a:lnTo>
                  <a:pt x="2236510" y="87235"/>
                </a:lnTo>
                <a:lnTo>
                  <a:pt x="2236509" y="180267"/>
                </a:lnTo>
                <a:lnTo>
                  <a:pt x="2223310" y="176258"/>
                </a:lnTo>
                <a:close/>
                <a:moveTo>
                  <a:pt x="957224" y="673573"/>
                </a:moveTo>
                <a:lnTo>
                  <a:pt x="1017751" y="673523"/>
                </a:lnTo>
                <a:cubicBezTo>
                  <a:pt x="1046536" y="673499"/>
                  <a:pt x="1066354" y="678882"/>
                  <a:pt x="1077205" y="689672"/>
                </a:cubicBezTo>
                <a:lnTo>
                  <a:pt x="1101563" y="718506"/>
                </a:lnTo>
                <a:lnTo>
                  <a:pt x="1108394" y="741716"/>
                </a:lnTo>
                <a:lnTo>
                  <a:pt x="1113558" y="767626"/>
                </a:lnTo>
                <a:cubicBezTo>
                  <a:pt x="1113573" y="785706"/>
                  <a:pt x="1111297" y="801318"/>
                  <a:pt x="1106729" y="814463"/>
                </a:cubicBezTo>
                <a:lnTo>
                  <a:pt x="1087104" y="845012"/>
                </a:lnTo>
                <a:lnTo>
                  <a:pt x="1085147" y="847060"/>
                </a:lnTo>
                <a:lnTo>
                  <a:pt x="1058409" y="862146"/>
                </a:lnTo>
                <a:cubicBezTo>
                  <a:pt x="1048219" y="865169"/>
                  <a:pt x="1034768" y="866688"/>
                  <a:pt x="1018058" y="866702"/>
                </a:cubicBezTo>
                <a:lnTo>
                  <a:pt x="953006" y="866756"/>
                </a:lnTo>
                <a:lnTo>
                  <a:pt x="972982" y="847073"/>
                </a:lnTo>
                <a:lnTo>
                  <a:pt x="972854" y="694468"/>
                </a:lnTo>
                <a:close/>
                <a:moveTo>
                  <a:pt x="146847" y="1055172"/>
                </a:moveTo>
                <a:cubicBezTo>
                  <a:pt x="171573" y="1069028"/>
                  <a:pt x="183952" y="1094760"/>
                  <a:pt x="183983" y="1132369"/>
                </a:cubicBezTo>
                <a:cubicBezTo>
                  <a:pt x="184016" y="1171635"/>
                  <a:pt x="173464" y="1200688"/>
                  <a:pt x="152328" y="1219529"/>
                </a:cubicBezTo>
                <a:cubicBezTo>
                  <a:pt x="136117" y="1234043"/>
                  <a:pt x="109847" y="1241315"/>
                  <a:pt x="73516" y="1241345"/>
                </a:cubicBezTo>
                <a:lnTo>
                  <a:pt x="20533" y="1241389"/>
                </a:lnTo>
                <a:lnTo>
                  <a:pt x="17123" y="1231569"/>
                </a:lnTo>
                <a:lnTo>
                  <a:pt x="73508" y="1231522"/>
                </a:lnTo>
                <a:cubicBezTo>
                  <a:pt x="99266" y="1231501"/>
                  <a:pt x="118717" y="1227960"/>
                  <a:pt x="131863" y="1220900"/>
                </a:cubicBezTo>
                <a:lnTo>
                  <a:pt x="142474" y="1209796"/>
                </a:lnTo>
                <a:lnTo>
                  <a:pt x="143480" y="1209228"/>
                </a:lnTo>
                <a:lnTo>
                  <a:pt x="144431" y="1207748"/>
                </a:lnTo>
                <a:lnTo>
                  <a:pt x="163614" y="1187674"/>
                </a:lnTo>
                <a:cubicBezTo>
                  <a:pt x="170664" y="1173047"/>
                  <a:pt x="174180" y="1154867"/>
                  <a:pt x="174161" y="1133135"/>
                </a:cubicBezTo>
                <a:lnTo>
                  <a:pt x="165720" y="1104453"/>
                </a:lnTo>
                <a:lnTo>
                  <a:pt x="161774" y="1084656"/>
                </a:lnTo>
                <a:lnTo>
                  <a:pt x="158890" y="1081241"/>
                </a:lnTo>
                <a:lnTo>
                  <a:pt x="155178" y="1068629"/>
                </a:lnTo>
                <a:lnTo>
                  <a:pt x="149392" y="1062283"/>
                </a:lnTo>
                <a:cubicBezTo>
                  <a:pt x="149259" y="1062148"/>
                  <a:pt x="148410" y="1059778"/>
                  <a:pt x="146847" y="1055172"/>
                </a:cubicBezTo>
                <a:close/>
                <a:moveTo>
                  <a:pt x="185717" y="1036166"/>
                </a:moveTo>
                <a:lnTo>
                  <a:pt x="263175" y="1036102"/>
                </a:lnTo>
                <a:lnTo>
                  <a:pt x="243202" y="1058456"/>
                </a:lnTo>
                <a:lnTo>
                  <a:pt x="273697" y="1174729"/>
                </a:lnTo>
                <a:lnTo>
                  <a:pt x="275708" y="1160058"/>
                </a:lnTo>
                <a:lnTo>
                  <a:pt x="247462" y="1058718"/>
                </a:lnTo>
                <a:lnTo>
                  <a:pt x="263501" y="1044859"/>
                </a:lnTo>
                <a:lnTo>
                  <a:pt x="270191" y="1049900"/>
                </a:lnTo>
                <a:lnTo>
                  <a:pt x="258090" y="1061941"/>
                </a:lnTo>
                <a:lnTo>
                  <a:pt x="280610" y="1149769"/>
                </a:lnTo>
                <a:lnTo>
                  <a:pt x="309437" y="1036063"/>
                </a:lnTo>
                <a:lnTo>
                  <a:pt x="327799" y="1036048"/>
                </a:lnTo>
                <a:lnTo>
                  <a:pt x="363563" y="1173486"/>
                </a:lnTo>
                <a:lnTo>
                  <a:pt x="365158" y="1159988"/>
                </a:lnTo>
                <a:lnTo>
                  <a:pt x="331494" y="1036045"/>
                </a:lnTo>
                <a:lnTo>
                  <a:pt x="340933" y="1036037"/>
                </a:lnTo>
                <a:lnTo>
                  <a:pt x="370079" y="1149694"/>
                </a:lnTo>
                <a:lnTo>
                  <a:pt x="380788" y="1102546"/>
                </a:lnTo>
                <a:cubicBezTo>
                  <a:pt x="389243" y="1071825"/>
                  <a:pt x="393466" y="1051946"/>
                  <a:pt x="393459" y="1042911"/>
                </a:cubicBezTo>
                <a:cubicBezTo>
                  <a:pt x="393451" y="1033637"/>
                  <a:pt x="388599" y="1025181"/>
                  <a:pt x="378901" y="1017541"/>
                </a:cubicBezTo>
                <a:cubicBezTo>
                  <a:pt x="391675" y="1012607"/>
                  <a:pt x="404447" y="1007084"/>
                  <a:pt x="417218" y="1000972"/>
                </a:cubicBezTo>
                <a:cubicBezTo>
                  <a:pt x="429989" y="994860"/>
                  <a:pt x="440191" y="989154"/>
                  <a:pt x="447825" y="983853"/>
                </a:cubicBezTo>
                <a:lnTo>
                  <a:pt x="453126" y="988651"/>
                </a:lnTo>
                <a:cubicBezTo>
                  <a:pt x="439297" y="1004801"/>
                  <a:pt x="428999" y="1020188"/>
                  <a:pt x="422231" y="1034813"/>
                </a:cubicBezTo>
                <a:cubicBezTo>
                  <a:pt x="415463" y="1049438"/>
                  <a:pt x="407456" y="1073706"/>
                  <a:pt x="398212" y="1107615"/>
                </a:cubicBezTo>
                <a:lnTo>
                  <a:pt x="373190" y="1198851"/>
                </a:lnTo>
                <a:lnTo>
                  <a:pt x="374605" y="1204244"/>
                </a:lnTo>
                <a:lnTo>
                  <a:pt x="400522" y="1108415"/>
                </a:lnTo>
                <a:cubicBezTo>
                  <a:pt x="408527" y="1079229"/>
                  <a:pt x="416216" y="1056728"/>
                  <a:pt x="423590" y="1040911"/>
                </a:cubicBezTo>
                <a:cubicBezTo>
                  <a:pt x="430964" y="1025094"/>
                  <a:pt x="441424" y="1009624"/>
                  <a:pt x="454971" y="994500"/>
                </a:cubicBezTo>
                <a:lnTo>
                  <a:pt x="461891" y="999550"/>
                </a:lnTo>
                <a:cubicBezTo>
                  <a:pt x="449868" y="1013823"/>
                  <a:pt x="440149" y="1028918"/>
                  <a:pt x="432735" y="1044836"/>
                </a:cubicBezTo>
                <a:cubicBezTo>
                  <a:pt x="425321" y="1060755"/>
                  <a:pt x="417706" y="1083138"/>
                  <a:pt x="409890" y="1111986"/>
                </a:cubicBezTo>
                <a:lnTo>
                  <a:pt x="384285" y="1204797"/>
                </a:lnTo>
                <a:lnTo>
                  <a:pt x="412332" y="1241063"/>
                </a:lnTo>
                <a:lnTo>
                  <a:pt x="332958" y="1241129"/>
                </a:lnTo>
                <a:lnTo>
                  <a:pt x="328008" y="1231310"/>
                </a:lnTo>
                <a:lnTo>
                  <a:pt x="397320" y="1231253"/>
                </a:lnTo>
                <a:lnTo>
                  <a:pt x="385153" y="1219156"/>
                </a:lnTo>
                <a:lnTo>
                  <a:pt x="394082" y="1229171"/>
                </a:lnTo>
                <a:lnTo>
                  <a:pt x="321440" y="1229232"/>
                </a:lnTo>
                <a:lnTo>
                  <a:pt x="340538" y="1209131"/>
                </a:lnTo>
                <a:lnTo>
                  <a:pt x="317664" y="1119649"/>
                </a:lnTo>
                <a:lnTo>
                  <a:pt x="295713" y="1207469"/>
                </a:lnTo>
                <a:lnTo>
                  <a:pt x="320840" y="1241139"/>
                </a:lnTo>
                <a:lnTo>
                  <a:pt x="241605" y="1241205"/>
                </a:lnTo>
                <a:lnTo>
                  <a:pt x="237244" y="1231386"/>
                </a:lnTo>
                <a:lnTo>
                  <a:pt x="306703" y="1231328"/>
                </a:lnTo>
                <a:lnTo>
                  <a:pt x="296077" y="1220901"/>
                </a:lnTo>
                <a:lnTo>
                  <a:pt x="303173" y="1229247"/>
                </a:lnTo>
                <a:lnTo>
                  <a:pt x="230385" y="1229308"/>
                </a:lnTo>
                <a:lnTo>
                  <a:pt x="250213" y="1209204"/>
                </a:lnTo>
                <a:lnTo>
                  <a:pt x="207974" y="1059274"/>
                </a:lnTo>
                <a:close/>
                <a:moveTo>
                  <a:pt x="2287585" y="16199"/>
                </a:moveTo>
                <a:lnTo>
                  <a:pt x="2294125" y="24517"/>
                </a:lnTo>
                <a:lnTo>
                  <a:pt x="2292253" y="28045"/>
                </a:lnTo>
                <a:cubicBezTo>
                  <a:pt x="2276362" y="49403"/>
                  <a:pt x="2264954" y="68052"/>
                  <a:pt x="2258027" y="83995"/>
                </a:cubicBezTo>
                <a:lnTo>
                  <a:pt x="2249259" y="76548"/>
                </a:lnTo>
                <a:cubicBezTo>
                  <a:pt x="2258379" y="54441"/>
                  <a:pt x="2271155" y="34325"/>
                  <a:pt x="2287585" y="16199"/>
                </a:cubicBezTo>
                <a:close/>
                <a:moveTo>
                  <a:pt x="76624" y="1067116"/>
                </a:moveTo>
                <a:lnTo>
                  <a:pt x="76745" y="1212321"/>
                </a:lnTo>
                <a:cubicBezTo>
                  <a:pt x="85305" y="1212314"/>
                  <a:pt x="92188" y="1211475"/>
                  <a:pt x="97392" y="1209806"/>
                </a:cubicBezTo>
                <a:cubicBezTo>
                  <a:pt x="102597" y="1208137"/>
                  <a:pt x="107553" y="1204894"/>
                  <a:pt x="112260" y="1200078"/>
                </a:cubicBezTo>
                <a:cubicBezTo>
                  <a:pt x="125772" y="1186322"/>
                  <a:pt x="132514" y="1162950"/>
                  <a:pt x="132487" y="1129963"/>
                </a:cubicBezTo>
                <a:cubicBezTo>
                  <a:pt x="132467" y="1105953"/>
                  <a:pt x="128366" y="1087720"/>
                  <a:pt x="120186" y="1075264"/>
                </a:cubicBezTo>
                <a:lnTo>
                  <a:pt x="118934" y="1073882"/>
                </a:lnTo>
                <a:lnTo>
                  <a:pt x="100954" y="1068589"/>
                </a:lnTo>
                <a:cubicBezTo>
                  <a:pt x="94911" y="1067366"/>
                  <a:pt x="89067" y="1066756"/>
                  <a:pt x="83421" y="1066761"/>
                </a:cubicBezTo>
                <a:cubicBezTo>
                  <a:pt x="81086" y="1066763"/>
                  <a:pt x="78820" y="1066881"/>
                  <a:pt x="76624" y="1067116"/>
                </a:cubicBezTo>
                <a:close/>
                <a:moveTo>
                  <a:pt x="64856" y="1054424"/>
                </a:moveTo>
                <a:lnTo>
                  <a:pt x="64987" y="1212330"/>
                </a:lnTo>
                <a:lnTo>
                  <a:pt x="66922" y="1212329"/>
                </a:lnTo>
                <a:lnTo>
                  <a:pt x="66794" y="1058543"/>
                </a:lnTo>
                <a:cubicBezTo>
                  <a:pt x="73732" y="1057477"/>
                  <a:pt x="79352" y="1056942"/>
                  <a:pt x="83652" y="1056938"/>
                </a:cubicBezTo>
                <a:lnTo>
                  <a:pt x="97440" y="1058740"/>
                </a:lnTo>
                <a:lnTo>
                  <a:pt x="93579" y="1056987"/>
                </a:lnTo>
                <a:cubicBezTo>
                  <a:pt x="86569" y="1055268"/>
                  <a:pt x="78238" y="1054413"/>
                  <a:pt x="68586" y="1054421"/>
                </a:cubicBezTo>
                <a:close/>
                <a:moveTo>
                  <a:pt x="2144116" y="31386"/>
                </a:moveTo>
                <a:lnTo>
                  <a:pt x="2144116" y="113793"/>
                </a:lnTo>
                <a:lnTo>
                  <a:pt x="2148515" y="113793"/>
                </a:lnTo>
                <a:lnTo>
                  <a:pt x="2148515" y="34385"/>
                </a:lnTo>
                <a:cubicBezTo>
                  <a:pt x="2161310" y="33194"/>
                  <a:pt x="2172112" y="32598"/>
                  <a:pt x="2180920" y="32598"/>
                </a:cubicBezTo>
                <a:cubicBezTo>
                  <a:pt x="2189505" y="32598"/>
                  <a:pt x="2197006" y="33078"/>
                  <a:pt x="2203425" y="34037"/>
                </a:cubicBezTo>
                <a:lnTo>
                  <a:pt x="2219277" y="38312"/>
                </a:lnTo>
                <a:lnTo>
                  <a:pt x="2217376" y="36900"/>
                </a:lnTo>
                <a:cubicBezTo>
                  <a:pt x="2209827" y="32699"/>
                  <a:pt x="2195768" y="30598"/>
                  <a:pt x="2175201" y="30598"/>
                </a:cubicBezTo>
                <a:cubicBezTo>
                  <a:pt x="2165530" y="30599"/>
                  <a:pt x="2155169" y="30861"/>
                  <a:pt x="2144116" y="31386"/>
                </a:cubicBezTo>
                <a:close/>
                <a:moveTo>
                  <a:pt x="771875" y="673728"/>
                </a:moveTo>
                <a:lnTo>
                  <a:pt x="847786" y="673664"/>
                </a:lnTo>
                <a:lnTo>
                  <a:pt x="827155" y="697845"/>
                </a:lnTo>
                <a:lnTo>
                  <a:pt x="827281" y="849617"/>
                </a:lnTo>
                <a:lnTo>
                  <a:pt x="824992" y="849619"/>
                </a:lnTo>
                <a:lnTo>
                  <a:pt x="828918" y="849935"/>
                </a:lnTo>
                <a:lnTo>
                  <a:pt x="828791" y="696858"/>
                </a:lnTo>
                <a:lnTo>
                  <a:pt x="848130" y="679210"/>
                </a:lnTo>
                <a:lnTo>
                  <a:pt x="852759" y="685799"/>
                </a:lnTo>
                <a:lnTo>
                  <a:pt x="838617" y="700998"/>
                </a:lnTo>
                <a:lnTo>
                  <a:pt x="838741" y="850347"/>
                </a:lnTo>
                <a:cubicBezTo>
                  <a:pt x="840843" y="850533"/>
                  <a:pt x="843985" y="850624"/>
                  <a:pt x="848166" y="850621"/>
                </a:cubicBezTo>
                <a:cubicBezTo>
                  <a:pt x="862905" y="850608"/>
                  <a:pt x="873952" y="847417"/>
                  <a:pt x="881306" y="841047"/>
                </a:cubicBezTo>
                <a:cubicBezTo>
                  <a:pt x="888661" y="834677"/>
                  <a:pt x="894311" y="823124"/>
                  <a:pt x="898255" y="806389"/>
                </a:cubicBezTo>
                <a:cubicBezTo>
                  <a:pt x="909858" y="833884"/>
                  <a:pt x="920620" y="854013"/>
                  <a:pt x="930540" y="866774"/>
                </a:cubicBezTo>
                <a:lnTo>
                  <a:pt x="772036" y="866906"/>
                </a:lnTo>
                <a:lnTo>
                  <a:pt x="792154" y="845972"/>
                </a:lnTo>
                <a:lnTo>
                  <a:pt x="792030" y="696598"/>
                </a:lnTo>
                <a:close/>
                <a:moveTo>
                  <a:pt x="14551" y="1036309"/>
                </a:moveTo>
                <a:lnTo>
                  <a:pt x="75077" y="1036258"/>
                </a:lnTo>
                <a:cubicBezTo>
                  <a:pt x="103863" y="1036234"/>
                  <a:pt x="123681" y="1041618"/>
                  <a:pt x="134531" y="1052408"/>
                </a:cubicBezTo>
                <a:lnTo>
                  <a:pt x="158890" y="1081241"/>
                </a:lnTo>
                <a:lnTo>
                  <a:pt x="165720" y="1104453"/>
                </a:lnTo>
                <a:lnTo>
                  <a:pt x="170885" y="1130361"/>
                </a:lnTo>
                <a:cubicBezTo>
                  <a:pt x="170900" y="1148441"/>
                  <a:pt x="168624" y="1164054"/>
                  <a:pt x="164056" y="1177198"/>
                </a:cubicBezTo>
                <a:lnTo>
                  <a:pt x="144431" y="1207748"/>
                </a:lnTo>
                <a:lnTo>
                  <a:pt x="142474" y="1209796"/>
                </a:lnTo>
                <a:lnTo>
                  <a:pt x="115736" y="1224882"/>
                </a:lnTo>
                <a:cubicBezTo>
                  <a:pt x="105545" y="1227905"/>
                  <a:pt x="92095" y="1229423"/>
                  <a:pt x="75385" y="1229437"/>
                </a:cubicBezTo>
                <a:lnTo>
                  <a:pt x="10333" y="1229491"/>
                </a:lnTo>
                <a:lnTo>
                  <a:pt x="30308" y="1209808"/>
                </a:lnTo>
                <a:lnTo>
                  <a:pt x="30181" y="1057204"/>
                </a:lnTo>
                <a:close/>
                <a:moveTo>
                  <a:pt x="2044251" y="19286"/>
                </a:moveTo>
                <a:lnTo>
                  <a:pt x="2054431" y="24717"/>
                </a:lnTo>
                <a:lnTo>
                  <a:pt x="2051685" y="31826"/>
                </a:lnTo>
                <a:cubicBezTo>
                  <a:pt x="2037396" y="56266"/>
                  <a:pt x="2025531" y="79122"/>
                  <a:pt x="2016090" y="100394"/>
                </a:cubicBezTo>
                <a:lnTo>
                  <a:pt x="2004663" y="95785"/>
                </a:lnTo>
                <a:lnTo>
                  <a:pt x="2007112" y="87410"/>
                </a:lnTo>
                <a:cubicBezTo>
                  <a:pt x="2013885" y="73159"/>
                  <a:pt x="2019539" y="62353"/>
                  <a:pt x="2024074" y="54991"/>
                </a:cubicBezTo>
                <a:lnTo>
                  <a:pt x="2040260" y="24880"/>
                </a:lnTo>
                <a:close/>
                <a:moveTo>
                  <a:pt x="2067314" y="6600"/>
                </a:moveTo>
                <a:lnTo>
                  <a:pt x="2284675" y="6600"/>
                </a:lnTo>
                <a:lnTo>
                  <a:pt x="2280947" y="16405"/>
                </a:lnTo>
                <a:cubicBezTo>
                  <a:pt x="2267725" y="32602"/>
                  <a:pt x="2256065" y="51993"/>
                  <a:pt x="2245966" y="74577"/>
                </a:cubicBezTo>
                <a:cubicBezTo>
                  <a:pt x="2241941" y="70004"/>
                  <a:pt x="2239600" y="67009"/>
                  <a:pt x="2238947" y="65590"/>
                </a:cubicBezTo>
                <a:lnTo>
                  <a:pt x="2238596" y="64901"/>
                </a:lnTo>
                <a:lnTo>
                  <a:pt x="2231085" y="61940"/>
                </a:lnTo>
                <a:cubicBezTo>
                  <a:pt x="2221523" y="54322"/>
                  <a:pt x="2214604" y="49794"/>
                  <a:pt x="2210329" y="48355"/>
                </a:cubicBezTo>
                <a:cubicBezTo>
                  <a:pt x="2206052" y="46917"/>
                  <a:pt x="2197252" y="46197"/>
                  <a:pt x="2183929" y="46197"/>
                </a:cubicBezTo>
                <a:cubicBezTo>
                  <a:pt x="2179885" y="46197"/>
                  <a:pt x="2172516" y="46487"/>
                  <a:pt x="2161820" y="47066"/>
                </a:cubicBezTo>
                <a:lnTo>
                  <a:pt x="2161715" y="47072"/>
                </a:lnTo>
                <a:lnTo>
                  <a:pt x="2161714" y="113793"/>
                </a:lnTo>
                <a:lnTo>
                  <a:pt x="2191469" y="113793"/>
                </a:lnTo>
                <a:lnTo>
                  <a:pt x="2222911" y="79142"/>
                </a:lnTo>
                <a:lnTo>
                  <a:pt x="2222910" y="171443"/>
                </a:lnTo>
                <a:lnTo>
                  <a:pt x="2203097" y="150872"/>
                </a:lnTo>
                <a:lnTo>
                  <a:pt x="2204336" y="152991"/>
                </a:lnTo>
                <a:lnTo>
                  <a:pt x="2161714" y="152991"/>
                </a:lnTo>
                <a:lnTo>
                  <a:pt x="2161714" y="240786"/>
                </a:lnTo>
                <a:cubicBezTo>
                  <a:pt x="2185150" y="240785"/>
                  <a:pt x="2202119" y="239009"/>
                  <a:pt x="2212621" y="235458"/>
                </a:cubicBezTo>
                <a:cubicBezTo>
                  <a:pt x="2223122" y="231906"/>
                  <a:pt x="2232466" y="224325"/>
                  <a:pt x="2240653" y="212715"/>
                </a:cubicBezTo>
                <a:lnTo>
                  <a:pt x="2247556" y="196873"/>
                </a:lnTo>
                <a:cubicBezTo>
                  <a:pt x="2247768" y="196448"/>
                  <a:pt x="2250274" y="194334"/>
                  <a:pt x="2255071" y="190532"/>
                </a:cubicBezTo>
                <a:cubicBezTo>
                  <a:pt x="2259991" y="206650"/>
                  <a:pt x="2264876" y="218876"/>
                  <a:pt x="2269727" y="227209"/>
                </a:cubicBezTo>
                <a:cubicBezTo>
                  <a:pt x="2274577" y="235543"/>
                  <a:pt x="2283089" y="247602"/>
                  <a:pt x="2295265" y="263384"/>
                </a:cubicBezTo>
                <a:lnTo>
                  <a:pt x="2067313" y="263384"/>
                </a:lnTo>
                <a:lnTo>
                  <a:pt x="2097118" y="234614"/>
                </a:lnTo>
                <a:lnTo>
                  <a:pt x="2097118" y="152991"/>
                </a:lnTo>
                <a:cubicBezTo>
                  <a:pt x="2089768" y="154220"/>
                  <a:pt x="2080767" y="157623"/>
                  <a:pt x="2070114" y="163199"/>
                </a:cubicBezTo>
                <a:lnTo>
                  <a:pt x="2064570" y="154084"/>
                </a:lnTo>
                <a:cubicBezTo>
                  <a:pt x="2074142" y="146506"/>
                  <a:pt x="2084992" y="141973"/>
                  <a:pt x="2097118" y="140486"/>
                </a:cubicBezTo>
                <a:lnTo>
                  <a:pt x="2097118" y="138373"/>
                </a:lnTo>
                <a:cubicBezTo>
                  <a:pt x="2097235" y="138386"/>
                  <a:pt x="2096999" y="138392"/>
                  <a:pt x="2096412" y="138392"/>
                </a:cubicBezTo>
                <a:cubicBezTo>
                  <a:pt x="2084165" y="138392"/>
                  <a:pt x="2070675" y="143258"/>
                  <a:pt x="2055943" y="152991"/>
                </a:cubicBezTo>
                <a:cubicBezTo>
                  <a:pt x="2062604" y="126859"/>
                  <a:pt x="2076329" y="113793"/>
                  <a:pt x="2097118" y="113793"/>
                </a:cubicBezTo>
                <a:lnTo>
                  <a:pt x="2097118" y="36064"/>
                </a:lnTo>
                <a:close/>
                <a:moveTo>
                  <a:pt x="666953" y="673815"/>
                </a:moveTo>
                <a:lnTo>
                  <a:pt x="742211" y="673752"/>
                </a:lnTo>
                <a:lnTo>
                  <a:pt x="722677" y="697744"/>
                </a:lnTo>
                <a:lnTo>
                  <a:pt x="722802" y="847216"/>
                </a:lnTo>
                <a:lnTo>
                  <a:pt x="723993" y="848493"/>
                </a:lnTo>
                <a:lnTo>
                  <a:pt x="723867" y="697229"/>
                </a:lnTo>
                <a:lnTo>
                  <a:pt x="743453" y="679151"/>
                </a:lnTo>
                <a:lnTo>
                  <a:pt x="748862" y="685253"/>
                </a:lnTo>
                <a:lnTo>
                  <a:pt x="733990" y="701016"/>
                </a:lnTo>
                <a:lnTo>
                  <a:pt x="734113" y="847476"/>
                </a:lnTo>
                <a:lnTo>
                  <a:pt x="758653" y="878824"/>
                </a:lnTo>
                <a:lnTo>
                  <a:pt x="678407" y="878891"/>
                </a:lnTo>
                <a:lnTo>
                  <a:pt x="673083" y="869073"/>
                </a:lnTo>
                <a:lnTo>
                  <a:pt x="743934" y="869014"/>
                </a:lnTo>
                <a:lnTo>
                  <a:pt x="739127" y="864705"/>
                </a:lnTo>
                <a:lnTo>
                  <a:pt x="741205" y="866932"/>
                </a:lnTo>
                <a:lnTo>
                  <a:pt x="667114" y="866994"/>
                </a:lnTo>
                <a:lnTo>
                  <a:pt x="687379" y="845827"/>
                </a:lnTo>
                <a:lnTo>
                  <a:pt x="687255" y="696371"/>
                </a:lnTo>
                <a:close/>
                <a:moveTo>
                  <a:pt x="529276" y="732715"/>
                </a:moveTo>
                <a:lnTo>
                  <a:pt x="502515" y="839123"/>
                </a:lnTo>
                <a:lnTo>
                  <a:pt x="504191" y="845430"/>
                </a:lnTo>
                <a:lnTo>
                  <a:pt x="531067" y="747129"/>
                </a:lnTo>
                <a:close/>
                <a:moveTo>
                  <a:pt x="1916181" y="29645"/>
                </a:moveTo>
                <a:cubicBezTo>
                  <a:pt x="1909164" y="33276"/>
                  <a:pt x="1902440" y="38723"/>
                  <a:pt x="1896006" y="45985"/>
                </a:cubicBezTo>
                <a:cubicBezTo>
                  <a:pt x="1885197" y="62250"/>
                  <a:pt x="1879792" y="91536"/>
                  <a:pt x="1879792" y="133842"/>
                </a:cubicBezTo>
                <a:cubicBezTo>
                  <a:pt x="1879792" y="170346"/>
                  <a:pt x="1885924" y="198629"/>
                  <a:pt x="1898186" y="218692"/>
                </a:cubicBezTo>
                <a:cubicBezTo>
                  <a:pt x="1904318" y="228723"/>
                  <a:pt x="1911579" y="236246"/>
                  <a:pt x="1919970" y="241262"/>
                </a:cubicBezTo>
                <a:lnTo>
                  <a:pt x="1925302" y="243501"/>
                </a:lnTo>
                <a:lnTo>
                  <a:pt x="1917367" y="238507"/>
                </a:lnTo>
                <a:cubicBezTo>
                  <a:pt x="1909927" y="232287"/>
                  <a:pt x="1903805" y="223820"/>
                  <a:pt x="1899002" y="213107"/>
                </a:cubicBezTo>
                <a:cubicBezTo>
                  <a:pt x="1889395" y="191683"/>
                  <a:pt x="1884592" y="164893"/>
                  <a:pt x="1884592" y="132739"/>
                </a:cubicBezTo>
                <a:cubicBezTo>
                  <a:pt x="1884591" y="62512"/>
                  <a:pt x="1904501" y="27399"/>
                  <a:pt x="1944323" y="27398"/>
                </a:cubicBezTo>
                <a:lnTo>
                  <a:pt x="1959307" y="30973"/>
                </a:lnTo>
                <a:lnTo>
                  <a:pt x="1965736" y="33028"/>
                </a:lnTo>
                <a:lnTo>
                  <a:pt x="1968465" y="34731"/>
                </a:lnTo>
                <a:lnTo>
                  <a:pt x="1966998" y="33431"/>
                </a:lnTo>
                <a:lnTo>
                  <a:pt x="1965736" y="33028"/>
                </a:lnTo>
                <a:lnTo>
                  <a:pt x="1964386" y="32185"/>
                </a:lnTo>
                <a:lnTo>
                  <a:pt x="1959307" y="30973"/>
                </a:lnTo>
                <a:lnTo>
                  <a:pt x="1938107" y="24199"/>
                </a:lnTo>
                <a:cubicBezTo>
                  <a:pt x="1930507" y="24198"/>
                  <a:pt x="1923198" y="26014"/>
                  <a:pt x="1916181" y="29645"/>
                </a:cubicBezTo>
                <a:close/>
                <a:moveTo>
                  <a:pt x="1895643" y="9834"/>
                </a:moveTo>
                <a:cubicBezTo>
                  <a:pt x="1909044" y="3278"/>
                  <a:pt x="1923773" y="1"/>
                  <a:pt x="1939832" y="0"/>
                </a:cubicBezTo>
                <a:cubicBezTo>
                  <a:pt x="1954941" y="0"/>
                  <a:pt x="1972112" y="3727"/>
                  <a:pt x="1991345" y="11181"/>
                </a:cubicBezTo>
                <a:cubicBezTo>
                  <a:pt x="2000613" y="14793"/>
                  <a:pt x="2008215" y="16599"/>
                  <a:pt x="2014149" y="16599"/>
                </a:cubicBezTo>
                <a:cubicBezTo>
                  <a:pt x="2020262" y="16599"/>
                  <a:pt x="2026401" y="14704"/>
                  <a:pt x="2032567" y="10915"/>
                </a:cubicBezTo>
                <a:lnTo>
                  <a:pt x="2040116" y="15259"/>
                </a:lnTo>
                <a:lnTo>
                  <a:pt x="2033520" y="24402"/>
                </a:lnTo>
                <a:cubicBezTo>
                  <a:pt x="2024518" y="43249"/>
                  <a:pt x="2015579" y="63236"/>
                  <a:pt x="2006700" y="84364"/>
                </a:cubicBezTo>
                <a:lnTo>
                  <a:pt x="2003600" y="90492"/>
                </a:lnTo>
                <a:lnTo>
                  <a:pt x="1995157" y="87735"/>
                </a:lnTo>
                <a:cubicBezTo>
                  <a:pt x="1993614" y="77498"/>
                  <a:pt x="1991172" y="68453"/>
                  <a:pt x="1987828" y="60599"/>
                </a:cubicBezTo>
                <a:lnTo>
                  <a:pt x="1983254" y="51848"/>
                </a:lnTo>
                <a:lnTo>
                  <a:pt x="1983254" y="54606"/>
                </a:lnTo>
                <a:cubicBezTo>
                  <a:pt x="1967551" y="45134"/>
                  <a:pt x="1954890" y="40397"/>
                  <a:pt x="1945269" y="40398"/>
                </a:cubicBezTo>
                <a:cubicBezTo>
                  <a:pt x="1914150" y="40398"/>
                  <a:pt x="1898590" y="71327"/>
                  <a:pt x="1898590" y="133186"/>
                </a:cubicBezTo>
                <a:cubicBezTo>
                  <a:pt x="1898591" y="162161"/>
                  <a:pt x="1902366" y="186018"/>
                  <a:pt x="1909918" y="204757"/>
                </a:cubicBezTo>
                <a:cubicBezTo>
                  <a:pt x="1917470" y="223495"/>
                  <a:pt x="1928712" y="235865"/>
                  <a:pt x="1943645" y="241866"/>
                </a:cubicBezTo>
                <a:lnTo>
                  <a:pt x="1943645" y="248177"/>
                </a:lnTo>
                <a:lnTo>
                  <a:pt x="1948535" y="248785"/>
                </a:lnTo>
                <a:cubicBezTo>
                  <a:pt x="1965654" y="248785"/>
                  <a:pt x="1979320" y="243069"/>
                  <a:pt x="1989534" y="231636"/>
                </a:cubicBezTo>
                <a:cubicBezTo>
                  <a:pt x="1999746" y="220204"/>
                  <a:pt x="2005858" y="203551"/>
                  <a:pt x="2007869" y="181680"/>
                </a:cubicBezTo>
                <a:cubicBezTo>
                  <a:pt x="2008620" y="173753"/>
                  <a:pt x="2012176" y="169790"/>
                  <a:pt x="2018537" y="169790"/>
                </a:cubicBezTo>
                <a:cubicBezTo>
                  <a:pt x="2026434" y="169790"/>
                  <a:pt x="2030382" y="175367"/>
                  <a:pt x="2030382" y="186520"/>
                </a:cubicBezTo>
                <a:cubicBezTo>
                  <a:pt x="2030382" y="199611"/>
                  <a:pt x="2027375" y="213256"/>
                  <a:pt x="2021358" y="227455"/>
                </a:cubicBezTo>
                <a:cubicBezTo>
                  <a:pt x="2008509" y="257807"/>
                  <a:pt x="1982131" y="272984"/>
                  <a:pt x="1942225" y="272984"/>
                </a:cubicBezTo>
                <a:lnTo>
                  <a:pt x="1928061" y="270224"/>
                </a:lnTo>
                <a:lnTo>
                  <a:pt x="1890745" y="260697"/>
                </a:lnTo>
                <a:lnTo>
                  <a:pt x="1858222" y="235980"/>
                </a:lnTo>
                <a:cubicBezTo>
                  <a:pt x="1837537" y="211310"/>
                  <a:pt x="1827195" y="178115"/>
                  <a:pt x="1827195" y="136395"/>
                </a:cubicBezTo>
                <a:cubicBezTo>
                  <a:pt x="1827195" y="97912"/>
                  <a:pt x="1837939" y="65559"/>
                  <a:pt x="1859425" y="39335"/>
                </a:cubicBezTo>
                <a:cubicBezTo>
                  <a:pt x="1870169" y="26224"/>
                  <a:pt x="1882241" y="16390"/>
                  <a:pt x="1895643" y="9834"/>
                </a:cubicBezTo>
                <a:close/>
                <a:moveTo>
                  <a:pt x="191747" y="787865"/>
                </a:moveTo>
                <a:cubicBezTo>
                  <a:pt x="191645" y="789820"/>
                  <a:pt x="190661" y="793710"/>
                  <a:pt x="188796" y="799536"/>
                </a:cubicBezTo>
                <a:lnTo>
                  <a:pt x="184018" y="814425"/>
                </a:lnTo>
                <a:cubicBezTo>
                  <a:pt x="181543" y="822005"/>
                  <a:pt x="180307" y="828311"/>
                  <a:pt x="180311" y="833343"/>
                </a:cubicBezTo>
                <a:cubicBezTo>
                  <a:pt x="180316" y="838400"/>
                  <a:pt x="181141" y="842535"/>
                  <a:pt x="182787" y="845746"/>
                </a:cubicBezTo>
                <a:lnTo>
                  <a:pt x="184293" y="847955"/>
                </a:lnTo>
                <a:lnTo>
                  <a:pt x="181950" y="835972"/>
                </a:lnTo>
                <a:cubicBezTo>
                  <a:pt x="181942" y="825605"/>
                  <a:pt x="185990" y="811042"/>
                  <a:pt x="194095" y="792281"/>
                </a:cubicBezTo>
                <a:close/>
                <a:moveTo>
                  <a:pt x="404490" y="674034"/>
                </a:moveTo>
                <a:lnTo>
                  <a:pt x="481949" y="673969"/>
                </a:lnTo>
                <a:lnTo>
                  <a:pt x="461975" y="696324"/>
                </a:lnTo>
                <a:lnTo>
                  <a:pt x="492470" y="812596"/>
                </a:lnTo>
                <a:lnTo>
                  <a:pt x="494481" y="797926"/>
                </a:lnTo>
                <a:lnTo>
                  <a:pt x="466236" y="696586"/>
                </a:lnTo>
                <a:lnTo>
                  <a:pt x="482274" y="682726"/>
                </a:lnTo>
                <a:lnTo>
                  <a:pt x="488964" y="687767"/>
                </a:lnTo>
                <a:lnTo>
                  <a:pt x="476863" y="699809"/>
                </a:lnTo>
                <a:lnTo>
                  <a:pt x="499384" y="787636"/>
                </a:lnTo>
                <a:lnTo>
                  <a:pt x="528211" y="673931"/>
                </a:lnTo>
                <a:lnTo>
                  <a:pt x="546573" y="673915"/>
                </a:lnTo>
                <a:lnTo>
                  <a:pt x="582336" y="811354"/>
                </a:lnTo>
                <a:lnTo>
                  <a:pt x="583932" y="797856"/>
                </a:lnTo>
                <a:lnTo>
                  <a:pt x="550268" y="673912"/>
                </a:lnTo>
                <a:lnTo>
                  <a:pt x="559707" y="673904"/>
                </a:lnTo>
                <a:lnTo>
                  <a:pt x="588853" y="787562"/>
                </a:lnTo>
                <a:lnTo>
                  <a:pt x="599562" y="740414"/>
                </a:lnTo>
                <a:cubicBezTo>
                  <a:pt x="608016" y="709692"/>
                  <a:pt x="612240" y="689814"/>
                  <a:pt x="612232" y="680779"/>
                </a:cubicBezTo>
                <a:cubicBezTo>
                  <a:pt x="612224" y="671505"/>
                  <a:pt x="607372" y="663048"/>
                  <a:pt x="597675" y="655409"/>
                </a:cubicBezTo>
                <a:cubicBezTo>
                  <a:pt x="610448" y="650474"/>
                  <a:pt x="623220" y="644951"/>
                  <a:pt x="635991" y="638839"/>
                </a:cubicBezTo>
                <a:cubicBezTo>
                  <a:pt x="648762" y="632728"/>
                  <a:pt x="658965" y="627021"/>
                  <a:pt x="666598" y="621721"/>
                </a:cubicBezTo>
                <a:lnTo>
                  <a:pt x="671899" y="626519"/>
                </a:lnTo>
                <a:cubicBezTo>
                  <a:pt x="658071" y="642668"/>
                  <a:pt x="647772" y="658056"/>
                  <a:pt x="641004" y="672681"/>
                </a:cubicBezTo>
                <a:cubicBezTo>
                  <a:pt x="634236" y="687306"/>
                  <a:pt x="626230" y="711573"/>
                  <a:pt x="616986" y="745482"/>
                </a:cubicBezTo>
                <a:lnTo>
                  <a:pt x="591963" y="836719"/>
                </a:lnTo>
                <a:lnTo>
                  <a:pt x="593379" y="842112"/>
                </a:lnTo>
                <a:lnTo>
                  <a:pt x="619296" y="746283"/>
                </a:lnTo>
                <a:cubicBezTo>
                  <a:pt x="627300" y="717097"/>
                  <a:pt x="634990" y="694595"/>
                  <a:pt x="642364" y="678778"/>
                </a:cubicBezTo>
                <a:cubicBezTo>
                  <a:pt x="649737" y="662962"/>
                  <a:pt x="660198" y="647491"/>
                  <a:pt x="673744" y="632368"/>
                </a:cubicBezTo>
                <a:lnTo>
                  <a:pt x="680664" y="637417"/>
                </a:lnTo>
                <a:cubicBezTo>
                  <a:pt x="668641" y="651690"/>
                  <a:pt x="658923" y="666786"/>
                  <a:pt x="651508" y="682704"/>
                </a:cubicBezTo>
                <a:cubicBezTo>
                  <a:pt x="644094" y="698622"/>
                  <a:pt x="636479" y="721006"/>
                  <a:pt x="628663" y="749854"/>
                </a:cubicBezTo>
                <a:lnTo>
                  <a:pt x="603058" y="842665"/>
                </a:lnTo>
                <a:lnTo>
                  <a:pt x="631105" y="878930"/>
                </a:lnTo>
                <a:lnTo>
                  <a:pt x="551731" y="878996"/>
                </a:lnTo>
                <a:lnTo>
                  <a:pt x="546782" y="869178"/>
                </a:lnTo>
                <a:lnTo>
                  <a:pt x="616093" y="869120"/>
                </a:lnTo>
                <a:lnTo>
                  <a:pt x="603927" y="857024"/>
                </a:lnTo>
                <a:lnTo>
                  <a:pt x="612855" y="867039"/>
                </a:lnTo>
                <a:lnTo>
                  <a:pt x="540213" y="867100"/>
                </a:lnTo>
                <a:lnTo>
                  <a:pt x="559311" y="846999"/>
                </a:lnTo>
                <a:lnTo>
                  <a:pt x="536438" y="757516"/>
                </a:lnTo>
                <a:lnTo>
                  <a:pt x="514487" y="845336"/>
                </a:lnTo>
                <a:lnTo>
                  <a:pt x="539614" y="879006"/>
                </a:lnTo>
                <a:lnTo>
                  <a:pt x="460379" y="879072"/>
                </a:lnTo>
                <a:lnTo>
                  <a:pt x="456017" y="869253"/>
                </a:lnTo>
                <a:lnTo>
                  <a:pt x="525476" y="869196"/>
                </a:lnTo>
                <a:lnTo>
                  <a:pt x="514851" y="858768"/>
                </a:lnTo>
                <a:lnTo>
                  <a:pt x="521946" y="867115"/>
                </a:lnTo>
                <a:lnTo>
                  <a:pt x="449158" y="867175"/>
                </a:lnTo>
                <a:lnTo>
                  <a:pt x="468986" y="847072"/>
                </a:lnTo>
                <a:lnTo>
                  <a:pt x="426748" y="697142"/>
                </a:lnTo>
                <a:close/>
                <a:moveTo>
                  <a:pt x="226220" y="726984"/>
                </a:moveTo>
                <a:lnTo>
                  <a:pt x="213309" y="765739"/>
                </a:lnTo>
                <a:cubicBezTo>
                  <a:pt x="213876" y="766079"/>
                  <a:pt x="214210" y="766350"/>
                  <a:pt x="214309" y="766552"/>
                </a:cubicBezTo>
                <a:lnTo>
                  <a:pt x="218430" y="771820"/>
                </a:lnTo>
                <a:cubicBezTo>
                  <a:pt x="220589" y="773953"/>
                  <a:pt x="222840" y="776493"/>
                  <a:pt x="225183" y="779439"/>
                </a:cubicBezTo>
                <a:lnTo>
                  <a:pt x="232425" y="789411"/>
                </a:lnTo>
                <a:lnTo>
                  <a:pt x="243258" y="776855"/>
                </a:lnTo>
                <a:close/>
                <a:moveTo>
                  <a:pt x="1694725" y="14999"/>
                </a:moveTo>
                <a:lnTo>
                  <a:pt x="1703068" y="22630"/>
                </a:lnTo>
                <a:cubicBezTo>
                  <a:pt x="1693686" y="35687"/>
                  <a:pt x="1683992" y="55658"/>
                  <a:pt x="1673989" y="82542"/>
                </a:cubicBezTo>
                <a:lnTo>
                  <a:pt x="1671395" y="86195"/>
                </a:lnTo>
                <a:lnTo>
                  <a:pt x="1661339" y="79774"/>
                </a:lnTo>
                <a:lnTo>
                  <a:pt x="1662433" y="74496"/>
                </a:lnTo>
                <a:cubicBezTo>
                  <a:pt x="1672047" y="47581"/>
                  <a:pt x="1681526" y="28631"/>
                  <a:pt x="1690872" y="17646"/>
                </a:cubicBezTo>
                <a:close/>
                <a:moveTo>
                  <a:pt x="1701914" y="6600"/>
                </a:moveTo>
                <a:lnTo>
                  <a:pt x="1803042" y="6600"/>
                </a:lnTo>
                <a:lnTo>
                  <a:pt x="1776765" y="38817"/>
                </a:lnTo>
                <a:lnTo>
                  <a:pt x="1776765" y="239670"/>
                </a:lnTo>
                <a:lnTo>
                  <a:pt x="1778365" y="241387"/>
                </a:lnTo>
                <a:lnTo>
                  <a:pt x="1778365" y="38126"/>
                </a:lnTo>
                <a:lnTo>
                  <a:pt x="1804705" y="13855"/>
                </a:lnTo>
                <a:lnTo>
                  <a:pt x="1811966" y="22061"/>
                </a:lnTo>
                <a:lnTo>
                  <a:pt x="1791964" y="43226"/>
                </a:lnTo>
                <a:lnTo>
                  <a:pt x="1791964" y="240032"/>
                </a:lnTo>
                <a:lnTo>
                  <a:pt x="1824906" y="282183"/>
                </a:lnTo>
                <a:lnTo>
                  <a:pt x="1717076" y="282183"/>
                </a:lnTo>
                <a:lnTo>
                  <a:pt x="1709932" y="268984"/>
                </a:lnTo>
                <a:lnTo>
                  <a:pt x="1805138" y="268984"/>
                </a:lnTo>
                <a:lnTo>
                  <a:pt x="1798682" y="263189"/>
                </a:lnTo>
                <a:lnTo>
                  <a:pt x="1801473" y="266184"/>
                </a:lnTo>
                <a:lnTo>
                  <a:pt x="1701914" y="266184"/>
                </a:lnTo>
                <a:lnTo>
                  <a:pt x="1729169" y="237764"/>
                </a:lnTo>
                <a:lnTo>
                  <a:pt x="1729168" y="36932"/>
                </a:lnTo>
                <a:close/>
                <a:moveTo>
                  <a:pt x="219592" y="710060"/>
                </a:moveTo>
                <a:lnTo>
                  <a:pt x="199593" y="767722"/>
                </a:lnTo>
                <a:cubicBezTo>
                  <a:pt x="206523" y="774541"/>
                  <a:pt x="212690" y="781675"/>
                  <a:pt x="218091" y="789126"/>
                </a:cubicBezTo>
                <a:lnTo>
                  <a:pt x="223984" y="797313"/>
                </a:lnTo>
                <a:lnTo>
                  <a:pt x="224703" y="796439"/>
                </a:lnTo>
                <a:cubicBezTo>
                  <a:pt x="225029" y="796004"/>
                  <a:pt x="225431" y="795803"/>
                  <a:pt x="225910" y="795833"/>
                </a:cubicBezTo>
                <a:cubicBezTo>
                  <a:pt x="219538" y="786800"/>
                  <a:pt x="211602" y="777687"/>
                  <a:pt x="202100" y="768492"/>
                </a:cubicBezTo>
                <a:lnTo>
                  <a:pt x="220736" y="718361"/>
                </a:lnTo>
                <a:close/>
                <a:moveTo>
                  <a:pt x="1589537" y="32198"/>
                </a:moveTo>
                <a:lnTo>
                  <a:pt x="1591037" y="32198"/>
                </a:lnTo>
                <a:lnTo>
                  <a:pt x="1591037" y="239148"/>
                </a:lnTo>
                <a:lnTo>
                  <a:pt x="1592637" y="241018"/>
                </a:lnTo>
                <a:lnTo>
                  <a:pt x="1592638" y="34795"/>
                </a:lnTo>
                <a:lnTo>
                  <a:pt x="1609808" y="34398"/>
                </a:lnTo>
                <a:lnTo>
                  <a:pt x="1632874" y="37494"/>
                </a:lnTo>
                <a:lnTo>
                  <a:pt x="1624247" y="33339"/>
                </a:lnTo>
                <a:cubicBezTo>
                  <a:pt x="1619330" y="32045"/>
                  <a:pt x="1613527" y="31398"/>
                  <a:pt x="1606836" y="31398"/>
                </a:cubicBezTo>
                <a:cubicBezTo>
                  <a:pt x="1601174" y="31398"/>
                  <a:pt x="1595408" y="31665"/>
                  <a:pt x="1589537" y="32198"/>
                </a:cubicBezTo>
                <a:close/>
                <a:moveTo>
                  <a:pt x="191955" y="674211"/>
                </a:moveTo>
                <a:lnTo>
                  <a:pt x="265324" y="674150"/>
                </a:lnTo>
                <a:lnTo>
                  <a:pt x="250166" y="695031"/>
                </a:lnTo>
                <a:lnTo>
                  <a:pt x="272668" y="754994"/>
                </a:lnTo>
                <a:lnTo>
                  <a:pt x="273881" y="753398"/>
                </a:lnTo>
                <a:lnTo>
                  <a:pt x="252237" y="696680"/>
                </a:lnTo>
                <a:lnTo>
                  <a:pt x="269815" y="676481"/>
                </a:lnTo>
                <a:lnTo>
                  <a:pt x="277587" y="679965"/>
                </a:lnTo>
                <a:lnTo>
                  <a:pt x="262866" y="698762"/>
                </a:lnTo>
                <a:lnTo>
                  <a:pt x="281097" y="748050"/>
                </a:lnTo>
                <a:lnTo>
                  <a:pt x="284531" y="745132"/>
                </a:lnTo>
                <a:cubicBezTo>
                  <a:pt x="287724" y="742573"/>
                  <a:pt x="290960" y="740503"/>
                  <a:pt x="294237" y="738924"/>
                </a:cubicBezTo>
                <a:cubicBezTo>
                  <a:pt x="297663" y="751361"/>
                  <a:pt x="302062" y="763264"/>
                  <a:pt x="307434" y="774634"/>
                </a:cubicBezTo>
                <a:cubicBezTo>
                  <a:pt x="302345" y="774400"/>
                  <a:pt x="299261" y="774283"/>
                  <a:pt x="298180" y="774284"/>
                </a:cubicBezTo>
                <a:cubicBezTo>
                  <a:pt x="289618" y="774291"/>
                  <a:pt x="283900" y="775154"/>
                  <a:pt x="281025" y="776875"/>
                </a:cubicBezTo>
                <a:lnTo>
                  <a:pt x="307037" y="845656"/>
                </a:lnTo>
                <a:lnTo>
                  <a:pt x="308448" y="847020"/>
                </a:lnTo>
                <a:lnTo>
                  <a:pt x="283387" y="778458"/>
                </a:lnTo>
                <a:cubicBezTo>
                  <a:pt x="288455" y="776870"/>
                  <a:pt x="293241" y="776074"/>
                  <a:pt x="297745" y="776070"/>
                </a:cubicBezTo>
                <a:lnTo>
                  <a:pt x="310350" y="777253"/>
                </a:lnTo>
                <a:lnTo>
                  <a:pt x="297950" y="743153"/>
                </a:lnTo>
                <a:lnTo>
                  <a:pt x="308208" y="747082"/>
                </a:lnTo>
                <a:cubicBezTo>
                  <a:pt x="310500" y="756420"/>
                  <a:pt x="315985" y="770027"/>
                  <a:pt x="324665" y="787900"/>
                </a:cubicBezTo>
                <a:cubicBezTo>
                  <a:pt x="320161" y="787614"/>
                  <a:pt x="317810" y="787471"/>
                  <a:pt x="317611" y="787471"/>
                </a:cubicBezTo>
                <a:lnTo>
                  <a:pt x="305790" y="786463"/>
                </a:lnTo>
                <a:lnTo>
                  <a:pt x="294651" y="785763"/>
                </a:lnTo>
                <a:lnTo>
                  <a:pt x="318508" y="845797"/>
                </a:lnTo>
                <a:lnTo>
                  <a:pt x="351590" y="879163"/>
                </a:lnTo>
                <a:lnTo>
                  <a:pt x="262379" y="879237"/>
                </a:lnTo>
                <a:lnTo>
                  <a:pt x="258218" y="869418"/>
                </a:lnTo>
                <a:lnTo>
                  <a:pt x="335704" y="869354"/>
                </a:lnTo>
                <a:lnTo>
                  <a:pt x="319826" y="858019"/>
                </a:lnTo>
                <a:lnTo>
                  <a:pt x="329400" y="867275"/>
                </a:lnTo>
                <a:lnTo>
                  <a:pt x="249607" y="867342"/>
                </a:lnTo>
                <a:lnTo>
                  <a:pt x="269728" y="846522"/>
                </a:lnTo>
                <a:lnTo>
                  <a:pt x="255360" y="807801"/>
                </a:lnTo>
                <a:cubicBezTo>
                  <a:pt x="247091" y="817832"/>
                  <a:pt x="239762" y="828102"/>
                  <a:pt x="233373" y="838610"/>
                </a:cubicBezTo>
                <a:lnTo>
                  <a:pt x="225504" y="836650"/>
                </a:lnTo>
                <a:lnTo>
                  <a:pt x="252193" y="800493"/>
                </a:lnTo>
                <a:lnTo>
                  <a:pt x="251377" y="797882"/>
                </a:lnTo>
                <a:cubicBezTo>
                  <a:pt x="242159" y="806850"/>
                  <a:pt x="232995" y="818045"/>
                  <a:pt x="223886" y="831468"/>
                </a:cubicBezTo>
                <a:lnTo>
                  <a:pt x="218619" y="825844"/>
                </a:lnTo>
                <a:lnTo>
                  <a:pt x="200431" y="799973"/>
                </a:lnTo>
                <a:lnTo>
                  <a:pt x="194322" y="818604"/>
                </a:lnTo>
                <a:cubicBezTo>
                  <a:pt x="192817" y="824865"/>
                  <a:pt x="192066" y="830494"/>
                  <a:pt x="192070" y="835492"/>
                </a:cubicBezTo>
                <a:cubicBezTo>
                  <a:pt x="192075" y="841204"/>
                  <a:pt x="193059" y="846028"/>
                  <a:pt x="195021" y="849961"/>
                </a:cubicBezTo>
                <a:cubicBezTo>
                  <a:pt x="196983" y="853895"/>
                  <a:pt x="201892" y="860703"/>
                  <a:pt x="209747" y="870384"/>
                </a:cubicBezTo>
                <a:cubicBezTo>
                  <a:pt x="210450" y="871275"/>
                  <a:pt x="211766" y="874240"/>
                  <a:pt x="213694" y="879278"/>
                </a:cubicBezTo>
                <a:lnTo>
                  <a:pt x="130229" y="879347"/>
                </a:lnTo>
                <a:lnTo>
                  <a:pt x="125868" y="869528"/>
                </a:lnTo>
                <a:lnTo>
                  <a:pt x="196904" y="869469"/>
                </a:lnTo>
                <a:lnTo>
                  <a:pt x="195300" y="867387"/>
                </a:lnTo>
                <a:lnTo>
                  <a:pt x="118278" y="867451"/>
                </a:lnTo>
                <a:cubicBezTo>
                  <a:pt x="132763" y="856764"/>
                  <a:pt x="143951" y="845503"/>
                  <a:pt x="151841" y="833669"/>
                </a:cubicBezTo>
                <a:cubicBezTo>
                  <a:pt x="157759" y="824794"/>
                  <a:pt x="163731" y="811989"/>
                  <a:pt x="169757" y="795254"/>
                </a:cubicBezTo>
                <a:lnTo>
                  <a:pt x="175558" y="777938"/>
                </a:lnTo>
                <a:lnTo>
                  <a:pt x="153656" y="771495"/>
                </a:lnTo>
                <a:cubicBezTo>
                  <a:pt x="159187" y="760956"/>
                  <a:pt x="163855" y="750816"/>
                  <a:pt x="167660" y="741074"/>
                </a:cubicBezTo>
                <a:cubicBezTo>
                  <a:pt x="171358" y="742909"/>
                  <a:pt x="173592" y="744202"/>
                  <a:pt x="174361" y="744954"/>
                </a:cubicBezTo>
                <a:lnTo>
                  <a:pt x="181195" y="752196"/>
                </a:lnTo>
                <a:cubicBezTo>
                  <a:pt x="182820" y="753150"/>
                  <a:pt x="184005" y="754447"/>
                  <a:pt x="184749" y="756089"/>
                </a:cubicBezTo>
                <a:lnTo>
                  <a:pt x="185744" y="753546"/>
                </a:lnTo>
                <a:lnTo>
                  <a:pt x="184316" y="752887"/>
                </a:lnTo>
                <a:cubicBezTo>
                  <a:pt x="179742" y="748871"/>
                  <a:pt x="175919" y="745644"/>
                  <a:pt x="172846" y="743206"/>
                </a:cubicBezTo>
                <a:lnTo>
                  <a:pt x="170413" y="740434"/>
                </a:lnTo>
                <a:lnTo>
                  <a:pt x="175005" y="733624"/>
                </a:lnTo>
                <a:cubicBezTo>
                  <a:pt x="181878" y="737428"/>
                  <a:pt x="186658" y="741365"/>
                  <a:pt x="189346" y="745432"/>
                </a:cubicBezTo>
                <a:lnTo>
                  <a:pt x="207438" y="694506"/>
                </a:lnTo>
                <a:close/>
                <a:moveTo>
                  <a:pt x="92196" y="680247"/>
                </a:moveTo>
                <a:lnTo>
                  <a:pt x="101010" y="683349"/>
                </a:lnTo>
                <a:lnTo>
                  <a:pt x="89203" y="750199"/>
                </a:lnTo>
                <a:lnTo>
                  <a:pt x="73290" y="750212"/>
                </a:lnTo>
                <a:lnTo>
                  <a:pt x="66083" y="741288"/>
                </a:lnTo>
                <a:lnTo>
                  <a:pt x="80629" y="741276"/>
                </a:lnTo>
                <a:close/>
                <a:moveTo>
                  <a:pt x="48745" y="680283"/>
                </a:moveTo>
                <a:lnTo>
                  <a:pt x="57403" y="683446"/>
                </a:lnTo>
                <a:lnTo>
                  <a:pt x="45599" y="750235"/>
                </a:lnTo>
                <a:lnTo>
                  <a:pt x="29832" y="750248"/>
                </a:lnTo>
                <a:lnTo>
                  <a:pt x="22625" y="741325"/>
                </a:lnTo>
                <a:lnTo>
                  <a:pt x="37171" y="741312"/>
                </a:lnTo>
                <a:close/>
                <a:moveTo>
                  <a:pt x="57247" y="674323"/>
                </a:moveTo>
                <a:lnTo>
                  <a:pt x="89096" y="674297"/>
                </a:lnTo>
                <a:lnTo>
                  <a:pt x="78890" y="739045"/>
                </a:lnTo>
                <a:lnTo>
                  <a:pt x="61896" y="739059"/>
                </a:lnTo>
                <a:close/>
                <a:moveTo>
                  <a:pt x="1446387" y="6600"/>
                </a:moveTo>
                <a:lnTo>
                  <a:pt x="1690647" y="6600"/>
                </a:lnTo>
                <a:cubicBezTo>
                  <a:pt x="1689141" y="12716"/>
                  <a:pt x="1688264" y="16035"/>
                  <a:pt x="1688016" y="16559"/>
                </a:cubicBezTo>
                <a:lnTo>
                  <a:pt x="1674961" y="38998"/>
                </a:lnTo>
                <a:cubicBezTo>
                  <a:pt x="1670213" y="48081"/>
                  <a:pt x="1665937" y="58704"/>
                  <a:pt x="1662133" y="70868"/>
                </a:cubicBezTo>
                <a:lnTo>
                  <a:pt x="1659583" y="74968"/>
                </a:lnTo>
                <a:lnTo>
                  <a:pt x="1652065" y="72005"/>
                </a:lnTo>
                <a:lnTo>
                  <a:pt x="1651305" y="68702"/>
                </a:lnTo>
                <a:lnTo>
                  <a:pt x="1646828" y="56135"/>
                </a:lnTo>
                <a:lnTo>
                  <a:pt x="1630470" y="50085"/>
                </a:lnTo>
                <a:cubicBezTo>
                  <a:pt x="1623888" y="48426"/>
                  <a:pt x="1617447" y="47597"/>
                  <a:pt x="1611149" y="47597"/>
                </a:cubicBezTo>
                <a:cubicBezTo>
                  <a:pt x="1608536" y="47597"/>
                  <a:pt x="1606799" y="47661"/>
                  <a:pt x="1605936" y="47788"/>
                </a:cubicBezTo>
                <a:lnTo>
                  <a:pt x="1606717" y="240082"/>
                </a:lnTo>
                <a:lnTo>
                  <a:pt x="1637897" y="282183"/>
                </a:lnTo>
                <a:lnTo>
                  <a:pt x="1531632" y="282183"/>
                </a:lnTo>
                <a:lnTo>
                  <a:pt x="1524988" y="268984"/>
                </a:lnTo>
                <a:lnTo>
                  <a:pt x="1618914" y="268984"/>
                </a:lnTo>
                <a:lnTo>
                  <a:pt x="1607528" y="258416"/>
                </a:lnTo>
                <a:lnTo>
                  <a:pt x="1614177" y="266184"/>
                </a:lnTo>
                <a:lnTo>
                  <a:pt x="1516388" y="266184"/>
                </a:lnTo>
                <a:lnTo>
                  <a:pt x="1543840" y="237333"/>
                </a:lnTo>
                <a:lnTo>
                  <a:pt x="1543840" y="48063"/>
                </a:lnTo>
                <a:lnTo>
                  <a:pt x="1533919" y="47997"/>
                </a:lnTo>
                <a:cubicBezTo>
                  <a:pt x="1521572" y="47997"/>
                  <a:pt x="1512946" y="50276"/>
                  <a:pt x="1508041" y="54833"/>
                </a:cubicBezTo>
                <a:cubicBezTo>
                  <a:pt x="1503135" y="59390"/>
                  <a:pt x="1500104" y="69044"/>
                  <a:pt x="1498943" y="83795"/>
                </a:cubicBezTo>
                <a:lnTo>
                  <a:pt x="1485997" y="83795"/>
                </a:lnTo>
                <a:cubicBezTo>
                  <a:pt x="1487530" y="64596"/>
                  <a:pt x="1491919" y="51630"/>
                  <a:pt x="1499161" y="44898"/>
                </a:cubicBezTo>
                <a:cubicBezTo>
                  <a:pt x="1506405" y="38165"/>
                  <a:pt x="1516728" y="34798"/>
                  <a:pt x="1530129" y="34798"/>
                </a:cubicBezTo>
                <a:lnTo>
                  <a:pt x="1545715" y="35020"/>
                </a:lnTo>
                <a:lnTo>
                  <a:pt x="1543840" y="34988"/>
                </a:lnTo>
                <a:lnTo>
                  <a:pt x="1543840" y="32964"/>
                </a:lnTo>
                <a:cubicBezTo>
                  <a:pt x="1539505" y="32453"/>
                  <a:pt x="1534498" y="32198"/>
                  <a:pt x="1528819" y="32198"/>
                </a:cubicBezTo>
                <a:cubicBezTo>
                  <a:pt x="1513116" y="32198"/>
                  <a:pt x="1501925" y="35275"/>
                  <a:pt x="1495246" y="41429"/>
                </a:cubicBezTo>
                <a:cubicBezTo>
                  <a:pt x="1488567" y="47583"/>
                  <a:pt x="1484803" y="59547"/>
                  <a:pt x="1483953" y="77320"/>
                </a:cubicBezTo>
                <a:lnTo>
                  <a:pt x="1474638" y="77321"/>
                </a:lnTo>
                <a:cubicBezTo>
                  <a:pt x="1468485" y="57434"/>
                  <a:pt x="1459581" y="36423"/>
                  <a:pt x="1447927" y="14287"/>
                </a:cubicBezTo>
                <a:close/>
                <a:moveTo>
                  <a:pt x="13789" y="674359"/>
                </a:moveTo>
                <a:lnTo>
                  <a:pt x="45638" y="674333"/>
                </a:lnTo>
                <a:lnTo>
                  <a:pt x="35432" y="739081"/>
                </a:lnTo>
                <a:lnTo>
                  <a:pt x="18438" y="739096"/>
                </a:lnTo>
                <a:close/>
                <a:moveTo>
                  <a:pt x="1284042" y="35830"/>
                </a:moveTo>
                <a:cubicBezTo>
                  <a:pt x="1260775" y="49893"/>
                  <a:pt x="1249142" y="85051"/>
                  <a:pt x="1249142" y="141304"/>
                </a:cubicBezTo>
                <a:cubicBezTo>
                  <a:pt x="1249142" y="167224"/>
                  <a:pt x="1252005" y="188285"/>
                  <a:pt x="1257729" y="204485"/>
                </a:cubicBezTo>
                <a:lnTo>
                  <a:pt x="1266996" y="216723"/>
                </a:lnTo>
                <a:lnTo>
                  <a:pt x="1274717" y="230123"/>
                </a:lnTo>
                <a:lnTo>
                  <a:pt x="1281927" y="236439"/>
                </a:lnTo>
                <a:lnTo>
                  <a:pt x="1283491" y="238505"/>
                </a:lnTo>
                <a:lnTo>
                  <a:pt x="1284927" y="239068"/>
                </a:lnTo>
                <a:lnTo>
                  <a:pt x="1281927" y="236439"/>
                </a:lnTo>
                <a:lnTo>
                  <a:pt x="1266996" y="216723"/>
                </a:lnTo>
                <a:lnTo>
                  <a:pt x="1262362" y="208678"/>
                </a:lnTo>
                <a:cubicBezTo>
                  <a:pt x="1256615" y="193023"/>
                  <a:pt x="1253741" y="172009"/>
                  <a:pt x="1253742" y="145635"/>
                </a:cubicBezTo>
                <a:cubicBezTo>
                  <a:pt x="1253742" y="70410"/>
                  <a:pt x="1274144" y="32798"/>
                  <a:pt x="1314947" y="32798"/>
                </a:cubicBezTo>
                <a:cubicBezTo>
                  <a:pt x="1333784" y="32798"/>
                  <a:pt x="1347917" y="41309"/>
                  <a:pt x="1357348" y="58331"/>
                </a:cubicBezTo>
                <a:lnTo>
                  <a:pt x="1348492" y="56222"/>
                </a:lnTo>
                <a:cubicBezTo>
                  <a:pt x="1336086" y="49272"/>
                  <a:pt x="1325025" y="45797"/>
                  <a:pt x="1315306" y="45798"/>
                </a:cubicBezTo>
                <a:cubicBezTo>
                  <a:pt x="1283729" y="45797"/>
                  <a:pt x="1267941" y="78277"/>
                  <a:pt x="1267941" y="143235"/>
                </a:cubicBezTo>
                <a:cubicBezTo>
                  <a:pt x="1267941" y="191411"/>
                  <a:pt x="1278592" y="223996"/>
                  <a:pt x="1299895" y="240988"/>
                </a:cubicBezTo>
                <a:lnTo>
                  <a:pt x="1297764" y="243577"/>
                </a:lnTo>
                <a:lnTo>
                  <a:pt x="1310207" y="244985"/>
                </a:lnTo>
                <a:cubicBezTo>
                  <a:pt x="1328889" y="244985"/>
                  <a:pt x="1343247" y="235966"/>
                  <a:pt x="1353282" y="217926"/>
                </a:cubicBezTo>
                <a:cubicBezTo>
                  <a:pt x="1363317" y="199887"/>
                  <a:pt x="1368335" y="172907"/>
                  <a:pt x="1368334" y="136989"/>
                </a:cubicBezTo>
                <a:cubicBezTo>
                  <a:pt x="1368334" y="96354"/>
                  <a:pt x="1364595" y="68790"/>
                  <a:pt x="1357117" y="54297"/>
                </a:cubicBezTo>
                <a:cubicBezTo>
                  <a:pt x="1344828" y="37298"/>
                  <a:pt x="1329518" y="28798"/>
                  <a:pt x="1311185" y="28798"/>
                </a:cubicBezTo>
                <a:cubicBezTo>
                  <a:pt x="1300845" y="28798"/>
                  <a:pt x="1291796" y="31142"/>
                  <a:pt x="1284042" y="35830"/>
                </a:cubicBezTo>
                <a:close/>
                <a:moveTo>
                  <a:pt x="1264826" y="13042"/>
                </a:moveTo>
                <a:cubicBezTo>
                  <a:pt x="1278520" y="7014"/>
                  <a:pt x="1293978" y="4000"/>
                  <a:pt x="1311200" y="4000"/>
                </a:cubicBezTo>
                <a:cubicBezTo>
                  <a:pt x="1327767" y="4000"/>
                  <a:pt x="1342661" y="7119"/>
                  <a:pt x="1355880" y="13358"/>
                </a:cubicBezTo>
                <a:lnTo>
                  <a:pt x="1369737" y="22086"/>
                </a:lnTo>
                <a:lnTo>
                  <a:pt x="1369738" y="14052"/>
                </a:lnTo>
                <a:cubicBezTo>
                  <a:pt x="1393218" y="23814"/>
                  <a:pt x="1410552" y="39953"/>
                  <a:pt x="1421743" y="62468"/>
                </a:cubicBezTo>
                <a:cubicBezTo>
                  <a:pt x="1432935" y="84983"/>
                  <a:pt x="1438530" y="110830"/>
                  <a:pt x="1438530" y="140007"/>
                </a:cubicBezTo>
                <a:cubicBezTo>
                  <a:pt x="1438531" y="183011"/>
                  <a:pt x="1427482" y="217891"/>
                  <a:pt x="1405384" y="244648"/>
                </a:cubicBezTo>
                <a:cubicBezTo>
                  <a:pt x="1383286" y="271405"/>
                  <a:pt x="1354175" y="284783"/>
                  <a:pt x="1318050" y="284783"/>
                </a:cubicBezTo>
                <a:cubicBezTo>
                  <a:pt x="1294856" y="284783"/>
                  <a:pt x="1272738" y="276592"/>
                  <a:pt x="1251695" y="260209"/>
                </a:cubicBezTo>
                <a:lnTo>
                  <a:pt x="1251695" y="253213"/>
                </a:lnTo>
                <a:lnTo>
                  <a:pt x="1263838" y="256569"/>
                </a:lnTo>
                <a:lnTo>
                  <a:pt x="1275391" y="263186"/>
                </a:lnTo>
                <a:lnTo>
                  <a:pt x="1307117" y="268531"/>
                </a:lnTo>
                <a:lnTo>
                  <a:pt x="1316713" y="271183"/>
                </a:lnTo>
                <a:cubicBezTo>
                  <a:pt x="1348317" y="271184"/>
                  <a:pt x="1374288" y="259250"/>
                  <a:pt x="1394626" y="235383"/>
                </a:cubicBezTo>
                <a:cubicBezTo>
                  <a:pt x="1414963" y="211515"/>
                  <a:pt x="1425131" y="180848"/>
                  <a:pt x="1425131" y="143382"/>
                </a:cubicBezTo>
                <a:cubicBezTo>
                  <a:pt x="1425131" y="115407"/>
                  <a:pt x="1420450" y="90990"/>
                  <a:pt x="1411087" y="70132"/>
                </a:cubicBezTo>
                <a:lnTo>
                  <a:pt x="1392019" y="44374"/>
                </a:lnTo>
                <a:lnTo>
                  <a:pt x="1390516" y="41432"/>
                </a:lnTo>
                <a:lnTo>
                  <a:pt x="1387763" y="38626"/>
                </a:lnTo>
                <a:lnTo>
                  <a:pt x="1382561" y="31598"/>
                </a:lnTo>
                <a:lnTo>
                  <a:pt x="1376983" y="27635"/>
                </a:lnTo>
                <a:lnTo>
                  <a:pt x="1387763" y="38626"/>
                </a:lnTo>
                <a:lnTo>
                  <a:pt x="1392019" y="44374"/>
                </a:lnTo>
                <a:lnTo>
                  <a:pt x="1412728" y="84918"/>
                </a:lnTo>
                <a:cubicBezTo>
                  <a:pt x="1417664" y="101432"/>
                  <a:pt x="1420131" y="119964"/>
                  <a:pt x="1420132" y="140513"/>
                </a:cubicBezTo>
                <a:cubicBezTo>
                  <a:pt x="1420131" y="179459"/>
                  <a:pt x="1410388" y="210674"/>
                  <a:pt x="1390899" y="234158"/>
                </a:cubicBezTo>
                <a:cubicBezTo>
                  <a:pt x="1371410" y="257642"/>
                  <a:pt x="1345171" y="269384"/>
                  <a:pt x="1312179" y="269384"/>
                </a:cubicBezTo>
                <a:lnTo>
                  <a:pt x="1307117" y="268531"/>
                </a:lnTo>
                <a:lnTo>
                  <a:pt x="1263838" y="256569"/>
                </a:lnTo>
                <a:lnTo>
                  <a:pt x="1242933" y="244595"/>
                </a:lnTo>
                <a:cubicBezTo>
                  <a:pt x="1213341" y="220284"/>
                  <a:pt x="1198545" y="184414"/>
                  <a:pt x="1198545" y="136985"/>
                </a:cubicBezTo>
                <a:cubicBezTo>
                  <a:pt x="1198545" y="96553"/>
                  <a:pt x="1208710" y="64280"/>
                  <a:pt x="1229038" y="40168"/>
                </a:cubicBezTo>
                <a:cubicBezTo>
                  <a:pt x="1239203" y="28112"/>
                  <a:pt x="1251132" y="19070"/>
                  <a:pt x="1264826" y="13042"/>
                </a:cubicBezTo>
                <a:close/>
                <a:moveTo>
                  <a:pt x="1156567" y="27057"/>
                </a:moveTo>
                <a:cubicBezTo>
                  <a:pt x="1162382" y="24394"/>
                  <a:pt x="1169784" y="22413"/>
                  <a:pt x="1178771" y="21114"/>
                </a:cubicBezTo>
                <a:lnTo>
                  <a:pt x="1173703" y="34523"/>
                </a:lnTo>
                <a:cubicBezTo>
                  <a:pt x="1163697" y="36864"/>
                  <a:pt x="1157138" y="40780"/>
                  <a:pt x="1154026" y="46271"/>
                </a:cubicBezTo>
                <a:cubicBezTo>
                  <a:pt x="1150914" y="51761"/>
                  <a:pt x="1149357" y="61705"/>
                  <a:pt x="1149358" y="76102"/>
                </a:cubicBezTo>
                <a:lnTo>
                  <a:pt x="1149357" y="282183"/>
                </a:lnTo>
                <a:lnTo>
                  <a:pt x="1100542" y="282183"/>
                </a:lnTo>
                <a:lnTo>
                  <a:pt x="1096545" y="268984"/>
                </a:lnTo>
                <a:lnTo>
                  <a:pt x="1135958" y="268984"/>
                </a:lnTo>
                <a:lnTo>
                  <a:pt x="1135958" y="78061"/>
                </a:lnTo>
                <a:cubicBezTo>
                  <a:pt x="1135958" y="58804"/>
                  <a:pt x="1138600" y="45148"/>
                  <a:pt x="1143883" y="37093"/>
                </a:cubicBezTo>
                <a:cubicBezTo>
                  <a:pt x="1146524" y="33066"/>
                  <a:pt x="1150752" y="29721"/>
                  <a:pt x="1156567" y="27057"/>
                </a:cubicBezTo>
                <a:close/>
                <a:moveTo>
                  <a:pt x="991567" y="56372"/>
                </a:moveTo>
                <a:lnTo>
                  <a:pt x="991567" y="165321"/>
                </a:lnTo>
                <a:cubicBezTo>
                  <a:pt x="991567" y="200713"/>
                  <a:pt x="993745" y="223532"/>
                  <a:pt x="998101" y="233778"/>
                </a:cubicBezTo>
                <a:lnTo>
                  <a:pt x="1002344" y="238828"/>
                </a:lnTo>
                <a:lnTo>
                  <a:pt x="996167" y="221923"/>
                </a:lnTo>
                <a:cubicBezTo>
                  <a:pt x="994700" y="215035"/>
                  <a:pt x="993967" y="207280"/>
                  <a:pt x="993966" y="198657"/>
                </a:cubicBezTo>
                <a:lnTo>
                  <a:pt x="994167" y="180224"/>
                </a:lnTo>
                <a:lnTo>
                  <a:pt x="994167" y="74005"/>
                </a:lnTo>
                <a:close/>
                <a:moveTo>
                  <a:pt x="941488" y="6600"/>
                </a:moveTo>
                <a:lnTo>
                  <a:pt x="1049001" y="6600"/>
                </a:lnTo>
                <a:lnTo>
                  <a:pt x="1021115" y="30592"/>
                </a:lnTo>
                <a:lnTo>
                  <a:pt x="1107960" y="210341"/>
                </a:lnTo>
                <a:lnTo>
                  <a:pt x="1107960" y="191835"/>
                </a:lnTo>
                <a:lnTo>
                  <a:pt x="1026465" y="31101"/>
                </a:lnTo>
                <a:lnTo>
                  <a:pt x="1058544" y="9737"/>
                </a:lnTo>
                <a:lnTo>
                  <a:pt x="1065887" y="18071"/>
                </a:lnTo>
                <a:lnTo>
                  <a:pt x="1041539" y="35251"/>
                </a:lnTo>
                <a:lnTo>
                  <a:pt x="1107960" y="176224"/>
                </a:lnTo>
                <a:lnTo>
                  <a:pt x="1107960" y="88651"/>
                </a:lnTo>
                <a:lnTo>
                  <a:pt x="1107960" y="78258"/>
                </a:lnTo>
                <a:cubicBezTo>
                  <a:pt x="1107960" y="56205"/>
                  <a:pt x="1106254" y="41680"/>
                  <a:pt x="1102841" y="34684"/>
                </a:cubicBezTo>
                <a:cubicBezTo>
                  <a:pt x="1099429" y="27687"/>
                  <a:pt x="1090074" y="18326"/>
                  <a:pt x="1074774" y="6600"/>
                </a:cubicBezTo>
                <a:lnTo>
                  <a:pt x="1171987" y="6600"/>
                </a:lnTo>
                <a:cubicBezTo>
                  <a:pt x="1156261" y="18989"/>
                  <a:pt x="1146412" y="28132"/>
                  <a:pt x="1142442" y="34029"/>
                </a:cubicBezTo>
                <a:cubicBezTo>
                  <a:pt x="1136386" y="43235"/>
                  <a:pt x="1133358" y="57455"/>
                  <a:pt x="1133358" y="76689"/>
                </a:cubicBezTo>
                <a:lnTo>
                  <a:pt x="1133359" y="89435"/>
                </a:lnTo>
                <a:lnTo>
                  <a:pt x="1133358" y="266184"/>
                </a:lnTo>
                <a:lnTo>
                  <a:pt x="1093589" y="266184"/>
                </a:lnTo>
                <a:lnTo>
                  <a:pt x="1007566" y="86570"/>
                </a:lnTo>
                <a:lnTo>
                  <a:pt x="1007566" y="186276"/>
                </a:lnTo>
                <a:lnTo>
                  <a:pt x="1007307" y="197647"/>
                </a:lnTo>
                <a:lnTo>
                  <a:pt x="1009641" y="225596"/>
                </a:lnTo>
                <a:cubicBezTo>
                  <a:pt x="1012018" y="237456"/>
                  <a:pt x="1017516" y="246295"/>
                  <a:pt x="1026137" y="252113"/>
                </a:cubicBezTo>
                <a:lnTo>
                  <a:pt x="1027299" y="255329"/>
                </a:lnTo>
                <a:lnTo>
                  <a:pt x="1029996" y="256556"/>
                </a:lnTo>
                <a:lnTo>
                  <a:pt x="1049001" y="282183"/>
                </a:lnTo>
                <a:lnTo>
                  <a:pt x="936123" y="282183"/>
                </a:lnTo>
                <a:lnTo>
                  <a:pt x="931293" y="268984"/>
                </a:lnTo>
                <a:lnTo>
                  <a:pt x="1029608" y="268984"/>
                </a:lnTo>
                <a:lnTo>
                  <a:pt x="1021640" y="266184"/>
                </a:lnTo>
                <a:lnTo>
                  <a:pt x="927962" y="266184"/>
                </a:lnTo>
                <a:cubicBezTo>
                  <a:pt x="944688" y="255616"/>
                  <a:pt x="955470" y="245856"/>
                  <a:pt x="960309" y="236903"/>
                </a:cubicBezTo>
                <a:cubicBezTo>
                  <a:pt x="965149" y="227950"/>
                  <a:pt x="967568" y="212063"/>
                  <a:pt x="967569" y="189242"/>
                </a:cubicBezTo>
                <a:lnTo>
                  <a:pt x="967568" y="34345"/>
                </a:lnTo>
                <a:close/>
                <a:moveTo>
                  <a:pt x="367500" y="268984"/>
                </a:moveTo>
                <a:lnTo>
                  <a:pt x="583793" y="268984"/>
                </a:lnTo>
                <a:lnTo>
                  <a:pt x="588877" y="261506"/>
                </a:lnTo>
                <a:cubicBezTo>
                  <a:pt x="570451" y="245132"/>
                  <a:pt x="557183" y="224942"/>
                  <a:pt x="549070" y="200935"/>
                </a:cubicBezTo>
                <a:lnTo>
                  <a:pt x="562517" y="204250"/>
                </a:lnTo>
                <a:cubicBezTo>
                  <a:pt x="569953" y="221562"/>
                  <a:pt x="582454" y="239326"/>
                  <a:pt x="600017" y="257544"/>
                </a:cubicBezTo>
                <a:lnTo>
                  <a:pt x="603155" y="260022"/>
                </a:lnTo>
                <a:lnTo>
                  <a:pt x="591243" y="282183"/>
                </a:lnTo>
                <a:lnTo>
                  <a:pt x="372331" y="282183"/>
                </a:lnTo>
                <a:close/>
                <a:moveTo>
                  <a:pt x="799890" y="32095"/>
                </a:moveTo>
                <a:cubicBezTo>
                  <a:pt x="833101" y="50742"/>
                  <a:pt x="849706" y="85334"/>
                  <a:pt x="849706" y="135870"/>
                </a:cubicBezTo>
                <a:cubicBezTo>
                  <a:pt x="849706" y="188633"/>
                  <a:pt x="835494" y="227662"/>
                  <a:pt x="807071" y="252957"/>
                </a:cubicBezTo>
                <a:cubicBezTo>
                  <a:pt x="785272" y="272441"/>
                  <a:pt x="749963" y="282183"/>
                  <a:pt x="701143" y="282183"/>
                </a:cubicBezTo>
                <a:lnTo>
                  <a:pt x="629947" y="282183"/>
                </a:lnTo>
                <a:lnTo>
                  <a:pt x="625376" y="268984"/>
                </a:lnTo>
                <a:lnTo>
                  <a:pt x="701143" y="268984"/>
                </a:lnTo>
                <a:cubicBezTo>
                  <a:pt x="735755" y="268984"/>
                  <a:pt x="761898" y="264248"/>
                  <a:pt x="779570" y="254775"/>
                </a:cubicBezTo>
                <a:cubicBezTo>
                  <a:pt x="817528" y="234589"/>
                  <a:pt x="836506" y="195294"/>
                  <a:pt x="836506" y="136889"/>
                </a:cubicBezTo>
                <a:cubicBezTo>
                  <a:pt x="836507" y="97808"/>
                  <a:pt x="828028" y="68907"/>
                  <a:pt x="811071" y="50188"/>
                </a:cubicBezTo>
                <a:lnTo>
                  <a:pt x="803302" y="41654"/>
                </a:lnTo>
                <a:cubicBezTo>
                  <a:pt x="803123" y="41473"/>
                  <a:pt x="801986" y="38286"/>
                  <a:pt x="799890" y="32095"/>
                </a:cubicBezTo>
                <a:close/>
                <a:moveTo>
                  <a:pt x="705515" y="48066"/>
                </a:moveTo>
                <a:lnTo>
                  <a:pt x="705515" y="243185"/>
                </a:lnTo>
                <a:cubicBezTo>
                  <a:pt x="717018" y="243185"/>
                  <a:pt x="726268" y="242067"/>
                  <a:pt x="733263" y="239829"/>
                </a:cubicBezTo>
                <a:cubicBezTo>
                  <a:pt x="740258" y="237592"/>
                  <a:pt x="746921" y="233240"/>
                  <a:pt x="753252" y="226774"/>
                </a:cubicBezTo>
                <a:cubicBezTo>
                  <a:pt x="771424" y="208304"/>
                  <a:pt x="780510" y="176906"/>
                  <a:pt x="780510" y="132580"/>
                </a:cubicBezTo>
                <a:cubicBezTo>
                  <a:pt x="780510" y="100316"/>
                  <a:pt x="775021" y="75811"/>
                  <a:pt x="764042" y="59064"/>
                </a:cubicBezTo>
                <a:lnTo>
                  <a:pt x="762361" y="57205"/>
                </a:lnTo>
                <a:lnTo>
                  <a:pt x="738207" y="50073"/>
                </a:lnTo>
                <a:cubicBezTo>
                  <a:pt x="730088" y="48422"/>
                  <a:pt x="722235" y="47597"/>
                  <a:pt x="714648" y="47597"/>
                </a:cubicBezTo>
                <a:cubicBezTo>
                  <a:pt x="711511" y="47597"/>
                  <a:pt x="708466" y="47753"/>
                  <a:pt x="705515" y="48066"/>
                </a:cubicBezTo>
                <a:close/>
                <a:moveTo>
                  <a:pt x="689715" y="30998"/>
                </a:moveTo>
                <a:lnTo>
                  <a:pt x="689716" y="243185"/>
                </a:lnTo>
                <a:lnTo>
                  <a:pt x="692316" y="243185"/>
                </a:lnTo>
                <a:lnTo>
                  <a:pt x="692316" y="36535"/>
                </a:lnTo>
                <a:cubicBezTo>
                  <a:pt x="701640" y="35110"/>
                  <a:pt x="709192" y="34398"/>
                  <a:pt x="714970" y="34398"/>
                </a:cubicBezTo>
                <a:lnTo>
                  <a:pt x="733497" y="36834"/>
                </a:lnTo>
                <a:lnTo>
                  <a:pt x="728309" y="34475"/>
                </a:lnTo>
                <a:cubicBezTo>
                  <a:pt x="718892" y="32157"/>
                  <a:pt x="707698" y="30998"/>
                  <a:pt x="694728" y="30998"/>
                </a:cubicBezTo>
                <a:close/>
                <a:moveTo>
                  <a:pt x="429615" y="138792"/>
                </a:moveTo>
                <a:lnTo>
                  <a:pt x="429615" y="240785"/>
                </a:lnTo>
                <a:lnTo>
                  <a:pt x="434015" y="240786"/>
                </a:lnTo>
                <a:lnTo>
                  <a:pt x="434015" y="139992"/>
                </a:lnTo>
                <a:lnTo>
                  <a:pt x="478118" y="139992"/>
                </a:lnTo>
                <a:lnTo>
                  <a:pt x="476962" y="138792"/>
                </a:lnTo>
                <a:close/>
                <a:moveTo>
                  <a:pt x="508810" y="83083"/>
                </a:moveTo>
                <a:lnTo>
                  <a:pt x="522009" y="87235"/>
                </a:lnTo>
                <a:lnTo>
                  <a:pt x="522009" y="180267"/>
                </a:lnTo>
                <a:lnTo>
                  <a:pt x="508810" y="176258"/>
                </a:lnTo>
                <a:close/>
                <a:moveTo>
                  <a:pt x="622138" y="6600"/>
                </a:moveTo>
                <a:lnTo>
                  <a:pt x="703471" y="6600"/>
                </a:lnTo>
                <a:cubicBezTo>
                  <a:pt x="742152" y="6600"/>
                  <a:pt x="768776" y="13856"/>
                  <a:pt x="783344" y="28367"/>
                </a:cubicBezTo>
                <a:cubicBezTo>
                  <a:pt x="815853" y="51255"/>
                  <a:pt x="832107" y="86186"/>
                  <a:pt x="832107" y="133158"/>
                </a:cubicBezTo>
                <a:cubicBezTo>
                  <a:pt x="832107" y="181748"/>
                  <a:pt x="819802" y="217064"/>
                  <a:pt x="795193" y="239104"/>
                </a:cubicBezTo>
                <a:cubicBezTo>
                  <a:pt x="784023" y="249056"/>
                  <a:pt x="771590" y="256057"/>
                  <a:pt x="757894" y="260108"/>
                </a:cubicBezTo>
                <a:cubicBezTo>
                  <a:pt x="744198" y="264158"/>
                  <a:pt x="726123" y="266184"/>
                  <a:pt x="703668" y="266184"/>
                </a:cubicBezTo>
                <a:lnTo>
                  <a:pt x="616254" y="266184"/>
                </a:lnTo>
                <a:lnTo>
                  <a:pt x="643118" y="239757"/>
                </a:lnTo>
                <a:lnTo>
                  <a:pt x="643118" y="34695"/>
                </a:lnTo>
                <a:close/>
                <a:moveTo>
                  <a:pt x="573085" y="16199"/>
                </a:moveTo>
                <a:lnTo>
                  <a:pt x="579625" y="24517"/>
                </a:lnTo>
                <a:lnTo>
                  <a:pt x="577753" y="28045"/>
                </a:lnTo>
                <a:cubicBezTo>
                  <a:pt x="561862" y="49402"/>
                  <a:pt x="550454" y="68052"/>
                  <a:pt x="543527" y="83995"/>
                </a:cubicBezTo>
                <a:lnTo>
                  <a:pt x="534759" y="76549"/>
                </a:lnTo>
                <a:cubicBezTo>
                  <a:pt x="543879" y="54442"/>
                  <a:pt x="556654" y="34325"/>
                  <a:pt x="573085" y="16199"/>
                </a:cubicBezTo>
                <a:close/>
                <a:moveTo>
                  <a:pt x="429615" y="31386"/>
                </a:moveTo>
                <a:lnTo>
                  <a:pt x="429615" y="113793"/>
                </a:lnTo>
                <a:lnTo>
                  <a:pt x="434015" y="113793"/>
                </a:lnTo>
                <a:lnTo>
                  <a:pt x="434015" y="34386"/>
                </a:lnTo>
                <a:cubicBezTo>
                  <a:pt x="446810" y="33194"/>
                  <a:pt x="457611" y="32598"/>
                  <a:pt x="466419" y="32598"/>
                </a:cubicBezTo>
                <a:cubicBezTo>
                  <a:pt x="475004" y="32598"/>
                  <a:pt x="482506" y="33078"/>
                  <a:pt x="488925" y="34037"/>
                </a:cubicBezTo>
                <a:lnTo>
                  <a:pt x="504778" y="38312"/>
                </a:lnTo>
                <a:lnTo>
                  <a:pt x="502876" y="36900"/>
                </a:lnTo>
                <a:cubicBezTo>
                  <a:pt x="495327" y="32699"/>
                  <a:pt x="481268" y="30598"/>
                  <a:pt x="460701" y="30598"/>
                </a:cubicBezTo>
                <a:cubicBezTo>
                  <a:pt x="451030" y="30598"/>
                  <a:pt x="440668" y="30861"/>
                  <a:pt x="429615" y="31386"/>
                </a:cubicBezTo>
                <a:close/>
                <a:moveTo>
                  <a:pt x="157478" y="155006"/>
                </a:moveTo>
                <a:lnTo>
                  <a:pt x="159315" y="154700"/>
                </a:lnTo>
                <a:lnTo>
                  <a:pt x="159315" y="237339"/>
                </a:lnTo>
                <a:lnTo>
                  <a:pt x="161915" y="240706"/>
                </a:lnTo>
                <a:lnTo>
                  <a:pt x="161915" y="160297"/>
                </a:lnTo>
                <a:lnTo>
                  <a:pt x="168834" y="159306"/>
                </a:lnTo>
                <a:lnTo>
                  <a:pt x="202174" y="152628"/>
                </a:lnTo>
                <a:lnTo>
                  <a:pt x="200383" y="147437"/>
                </a:lnTo>
                <a:close/>
                <a:moveTo>
                  <a:pt x="352814" y="6600"/>
                </a:moveTo>
                <a:lnTo>
                  <a:pt x="570175" y="6600"/>
                </a:lnTo>
                <a:lnTo>
                  <a:pt x="566447" y="16406"/>
                </a:lnTo>
                <a:cubicBezTo>
                  <a:pt x="553225" y="32602"/>
                  <a:pt x="541565" y="51993"/>
                  <a:pt x="531465" y="74577"/>
                </a:cubicBezTo>
                <a:cubicBezTo>
                  <a:pt x="527440" y="70004"/>
                  <a:pt x="525101" y="67009"/>
                  <a:pt x="524447" y="65590"/>
                </a:cubicBezTo>
                <a:lnTo>
                  <a:pt x="524096" y="64900"/>
                </a:lnTo>
                <a:lnTo>
                  <a:pt x="516585" y="61940"/>
                </a:lnTo>
                <a:cubicBezTo>
                  <a:pt x="507023" y="54322"/>
                  <a:pt x="500104" y="49794"/>
                  <a:pt x="495828" y="48355"/>
                </a:cubicBezTo>
                <a:cubicBezTo>
                  <a:pt x="491553" y="46917"/>
                  <a:pt x="482753" y="46197"/>
                  <a:pt x="469428" y="46198"/>
                </a:cubicBezTo>
                <a:cubicBezTo>
                  <a:pt x="465385" y="46197"/>
                  <a:pt x="458016" y="46487"/>
                  <a:pt x="447320" y="47066"/>
                </a:cubicBezTo>
                <a:lnTo>
                  <a:pt x="447214" y="47072"/>
                </a:lnTo>
                <a:lnTo>
                  <a:pt x="447214" y="113793"/>
                </a:lnTo>
                <a:lnTo>
                  <a:pt x="476968" y="113793"/>
                </a:lnTo>
                <a:lnTo>
                  <a:pt x="508411" y="79142"/>
                </a:lnTo>
                <a:lnTo>
                  <a:pt x="508410" y="171443"/>
                </a:lnTo>
                <a:lnTo>
                  <a:pt x="488597" y="150871"/>
                </a:lnTo>
                <a:lnTo>
                  <a:pt x="489837" y="152991"/>
                </a:lnTo>
                <a:lnTo>
                  <a:pt x="447214" y="152991"/>
                </a:lnTo>
                <a:lnTo>
                  <a:pt x="447214" y="240786"/>
                </a:lnTo>
                <a:cubicBezTo>
                  <a:pt x="470650" y="240785"/>
                  <a:pt x="487619" y="239010"/>
                  <a:pt x="498120" y="235458"/>
                </a:cubicBezTo>
                <a:cubicBezTo>
                  <a:pt x="508622" y="231906"/>
                  <a:pt x="517966" y="224325"/>
                  <a:pt x="526153" y="212715"/>
                </a:cubicBezTo>
                <a:lnTo>
                  <a:pt x="533055" y="196873"/>
                </a:lnTo>
                <a:cubicBezTo>
                  <a:pt x="533268" y="196448"/>
                  <a:pt x="535773" y="194334"/>
                  <a:pt x="540571" y="190532"/>
                </a:cubicBezTo>
                <a:cubicBezTo>
                  <a:pt x="545491" y="206650"/>
                  <a:pt x="550376" y="218876"/>
                  <a:pt x="555226" y="227210"/>
                </a:cubicBezTo>
                <a:cubicBezTo>
                  <a:pt x="560076" y="235544"/>
                  <a:pt x="568589" y="247602"/>
                  <a:pt x="580765" y="263384"/>
                </a:cubicBezTo>
                <a:lnTo>
                  <a:pt x="352814" y="263384"/>
                </a:lnTo>
                <a:lnTo>
                  <a:pt x="382618" y="234614"/>
                </a:lnTo>
                <a:lnTo>
                  <a:pt x="382618" y="152991"/>
                </a:lnTo>
                <a:cubicBezTo>
                  <a:pt x="375269" y="154220"/>
                  <a:pt x="366267" y="157623"/>
                  <a:pt x="355614" y="163200"/>
                </a:cubicBezTo>
                <a:lnTo>
                  <a:pt x="350070" y="154084"/>
                </a:lnTo>
                <a:cubicBezTo>
                  <a:pt x="359642" y="146506"/>
                  <a:pt x="370491" y="141973"/>
                  <a:pt x="382618" y="140485"/>
                </a:cubicBezTo>
                <a:lnTo>
                  <a:pt x="382618" y="138373"/>
                </a:lnTo>
                <a:cubicBezTo>
                  <a:pt x="382734" y="138386"/>
                  <a:pt x="382499" y="138392"/>
                  <a:pt x="381912" y="138392"/>
                </a:cubicBezTo>
                <a:cubicBezTo>
                  <a:pt x="369665" y="138392"/>
                  <a:pt x="356175" y="143258"/>
                  <a:pt x="341442" y="152991"/>
                </a:cubicBezTo>
                <a:cubicBezTo>
                  <a:pt x="348105" y="126859"/>
                  <a:pt x="361830" y="113793"/>
                  <a:pt x="382618" y="113793"/>
                </a:cubicBezTo>
                <a:lnTo>
                  <a:pt x="382618" y="36064"/>
                </a:lnTo>
                <a:close/>
                <a:moveTo>
                  <a:pt x="283549" y="28367"/>
                </a:moveTo>
                <a:cubicBezTo>
                  <a:pt x="302187" y="41939"/>
                  <a:pt x="311506" y="58565"/>
                  <a:pt x="311506" y="78245"/>
                </a:cubicBezTo>
                <a:cubicBezTo>
                  <a:pt x="311506" y="110098"/>
                  <a:pt x="292371" y="133684"/>
                  <a:pt x="254100" y="149004"/>
                </a:cubicBezTo>
                <a:cubicBezTo>
                  <a:pt x="262071" y="173181"/>
                  <a:pt x="276317" y="197900"/>
                  <a:pt x="296841" y="223158"/>
                </a:cubicBezTo>
                <a:cubicBezTo>
                  <a:pt x="309710" y="238976"/>
                  <a:pt x="326574" y="254761"/>
                  <a:pt x="347435" y="270512"/>
                </a:cubicBezTo>
                <a:cubicBezTo>
                  <a:pt x="315879" y="279913"/>
                  <a:pt x="287282" y="292588"/>
                  <a:pt x="261643" y="308534"/>
                </a:cubicBezTo>
                <a:lnTo>
                  <a:pt x="257006" y="310616"/>
                </a:lnTo>
                <a:lnTo>
                  <a:pt x="249235" y="303153"/>
                </a:lnTo>
                <a:cubicBezTo>
                  <a:pt x="275675" y="284625"/>
                  <a:pt x="302276" y="272212"/>
                  <a:pt x="329039" y="265912"/>
                </a:cubicBezTo>
                <a:cubicBezTo>
                  <a:pt x="291867" y="243609"/>
                  <a:pt x="262282" y="204343"/>
                  <a:pt x="240286" y="148113"/>
                </a:cubicBezTo>
                <a:lnTo>
                  <a:pt x="239039" y="141438"/>
                </a:lnTo>
                <a:cubicBezTo>
                  <a:pt x="278951" y="125996"/>
                  <a:pt x="298907" y="103624"/>
                  <a:pt x="298907" y="74324"/>
                </a:cubicBezTo>
                <a:cubicBezTo>
                  <a:pt x="298907" y="62397"/>
                  <a:pt x="293787" y="47079"/>
                  <a:pt x="283549" y="28367"/>
                </a:cubicBezTo>
                <a:close/>
                <a:moveTo>
                  <a:pt x="175115" y="44347"/>
                </a:moveTo>
                <a:lnTo>
                  <a:pt x="175115" y="128738"/>
                </a:lnTo>
                <a:lnTo>
                  <a:pt x="204895" y="120759"/>
                </a:lnTo>
                <a:cubicBezTo>
                  <a:pt x="214090" y="117231"/>
                  <a:pt x="221624" y="113083"/>
                  <a:pt x="227496" y="108315"/>
                </a:cubicBezTo>
                <a:cubicBezTo>
                  <a:pt x="239239" y="98781"/>
                  <a:pt x="245110" y="86541"/>
                  <a:pt x="245110" y="71596"/>
                </a:cubicBezTo>
                <a:lnTo>
                  <a:pt x="242747" y="60576"/>
                </a:lnTo>
                <a:lnTo>
                  <a:pt x="229682" y="53279"/>
                </a:lnTo>
                <a:cubicBezTo>
                  <a:pt x="224489" y="50564"/>
                  <a:pt x="220163" y="48516"/>
                  <a:pt x="216703" y="47136"/>
                </a:cubicBezTo>
                <a:cubicBezTo>
                  <a:pt x="209782" y="44377"/>
                  <a:pt x="201513" y="42997"/>
                  <a:pt x="191895" y="42998"/>
                </a:cubicBezTo>
                <a:cubicBezTo>
                  <a:pt x="184406" y="42998"/>
                  <a:pt x="178812" y="43447"/>
                  <a:pt x="175115" y="44347"/>
                </a:cubicBezTo>
                <a:close/>
                <a:moveTo>
                  <a:pt x="159315" y="31389"/>
                </a:moveTo>
                <a:lnTo>
                  <a:pt x="159315" y="130733"/>
                </a:lnTo>
                <a:cubicBezTo>
                  <a:pt x="160203" y="130733"/>
                  <a:pt x="161069" y="130652"/>
                  <a:pt x="161915" y="130489"/>
                </a:cubicBezTo>
                <a:lnTo>
                  <a:pt x="161915" y="34242"/>
                </a:lnTo>
                <a:cubicBezTo>
                  <a:pt x="171521" y="31680"/>
                  <a:pt x="181470" y="30398"/>
                  <a:pt x="191763" y="30398"/>
                </a:cubicBezTo>
                <a:cubicBezTo>
                  <a:pt x="205330" y="30398"/>
                  <a:pt x="216788" y="33151"/>
                  <a:pt x="226138" y="38656"/>
                </a:cubicBezTo>
                <a:lnTo>
                  <a:pt x="236094" y="46916"/>
                </a:lnTo>
                <a:lnTo>
                  <a:pt x="229513" y="38567"/>
                </a:lnTo>
                <a:cubicBezTo>
                  <a:pt x="219114" y="29788"/>
                  <a:pt x="205869" y="25399"/>
                  <a:pt x="189776" y="25399"/>
                </a:cubicBezTo>
                <a:cubicBezTo>
                  <a:pt x="176844" y="25399"/>
                  <a:pt x="166690" y="27395"/>
                  <a:pt x="159315" y="31389"/>
                </a:cubicBezTo>
                <a:close/>
                <a:moveTo>
                  <a:pt x="91923" y="34920"/>
                </a:moveTo>
                <a:cubicBezTo>
                  <a:pt x="124823" y="13773"/>
                  <a:pt x="159472" y="3200"/>
                  <a:pt x="195869" y="3200"/>
                </a:cubicBezTo>
                <a:cubicBezTo>
                  <a:pt x="224413" y="3200"/>
                  <a:pt x="248156" y="9544"/>
                  <a:pt x="267096" y="22232"/>
                </a:cubicBezTo>
                <a:cubicBezTo>
                  <a:pt x="286037" y="34919"/>
                  <a:pt x="295507" y="51229"/>
                  <a:pt x="295507" y="71161"/>
                </a:cubicBezTo>
                <a:cubicBezTo>
                  <a:pt x="295507" y="87423"/>
                  <a:pt x="289306" y="101725"/>
                  <a:pt x="276903" y="114067"/>
                </a:cubicBezTo>
                <a:cubicBezTo>
                  <a:pt x="264501" y="126409"/>
                  <a:pt x="248742" y="134928"/>
                  <a:pt x="229627" y="139626"/>
                </a:cubicBezTo>
                <a:cubicBezTo>
                  <a:pt x="238374" y="161498"/>
                  <a:pt x="250397" y="184053"/>
                  <a:pt x="265696" y="207292"/>
                </a:cubicBezTo>
                <a:cubicBezTo>
                  <a:pt x="280996" y="230531"/>
                  <a:pt x="296750" y="249786"/>
                  <a:pt x="312959" y="265056"/>
                </a:cubicBezTo>
                <a:lnTo>
                  <a:pt x="307131" y="268349"/>
                </a:lnTo>
                <a:cubicBezTo>
                  <a:pt x="287995" y="274882"/>
                  <a:pt x="269226" y="284123"/>
                  <a:pt x="250825" y="296073"/>
                </a:cubicBezTo>
                <a:lnTo>
                  <a:pt x="242607" y="298654"/>
                </a:lnTo>
                <a:lnTo>
                  <a:pt x="240813" y="290107"/>
                </a:lnTo>
                <a:cubicBezTo>
                  <a:pt x="234481" y="251839"/>
                  <a:pt x="226306" y="218061"/>
                  <a:pt x="216288" y="188773"/>
                </a:cubicBezTo>
                <a:lnTo>
                  <a:pt x="206058" y="162033"/>
                </a:lnTo>
                <a:lnTo>
                  <a:pt x="173768" y="171765"/>
                </a:lnTo>
                <a:lnTo>
                  <a:pt x="175115" y="171596"/>
                </a:lnTo>
                <a:lnTo>
                  <a:pt x="175115" y="239973"/>
                </a:lnTo>
                <a:lnTo>
                  <a:pt x="209625" y="282183"/>
                </a:lnTo>
                <a:lnTo>
                  <a:pt x="101850" y="282183"/>
                </a:lnTo>
                <a:lnTo>
                  <a:pt x="97019" y="268984"/>
                </a:lnTo>
                <a:lnTo>
                  <a:pt x="190248" y="268984"/>
                </a:lnTo>
                <a:lnTo>
                  <a:pt x="170536" y="251872"/>
                </a:lnTo>
                <a:lnTo>
                  <a:pt x="181586" y="266184"/>
                </a:lnTo>
                <a:lnTo>
                  <a:pt x="86823" y="266184"/>
                </a:lnTo>
                <a:lnTo>
                  <a:pt x="112318" y="237058"/>
                </a:lnTo>
                <a:lnTo>
                  <a:pt x="112318" y="178027"/>
                </a:lnTo>
                <a:lnTo>
                  <a:pt x="95047" y="182808"/>
                </a:lnTo>
                <a:lnTo>
                  <a:pt x="90435" y="183439"/>
                </a:lnTo>
                <a:lnTo>
                  <a:pt x="86823" y="173346"/>
                </a:lnTo>
                <a:cubicBezTo>
                  <a:pt x="94474" y="170021"/>
                  <a:pt x="99996" y="167949"/>
                  <a:pt x="103388" y="167131"/>
                </a:cubicBezTo>
                <a:lnTo>
                  <a:pt x="112318" y="164936"/>
                </a:lnTo>
                <a:lnTo>
                  <a:pt x="112319" y="161868"/>
                </a:lnTo>
                <a:cubicBezTo>
                  <a:pt x="107777" y="161868"/>
                  <a:pt x="99944" y="163511"/>
                  <a:pt x="88820" y="166796"/>
                </a:cubicBezTo>
                <a:lnTo>
                  <a:pt x="81333" y="167753"/>
                </a:lnTo>
                <a:cubicBezTo>
                  <a:pt x="81628" y="162640"/>
                  <a:pt x="83022" y="156553"/>
                  <a:pt x="85514" y="149491"/>
                </a:cubicBezTo>
                <a:cubicBezTo>
                  <a:pt x="85774" y="148972"/>
                  <a:pt x="86655" y="146162"/>
                  <a:pt x="88157" y="141060"/>
                </a:cubicBezTo>
                <a:cubicBezTo>
                  <a:pt x="88307" y="140604"/>
                  <a:pt x="88835" y="139057"/>
                  <a:pt x="89742" y="136420"/>
                </a:cubicBezTo>
                <a:cubicBezTo>
                  <a:pt x="97041" y="136801"/>
                  <a:pt x="102566" y="136992"/>
                  <a:pt x="106316" y="136992"/>
                </a:cubicBezTo>
                <a:cubicBezTo>
                  <a:pt x="109799" y="136992"/>
                  <a:pt x="111733" y="136968"/>
                  <a:pt x="112118" y="136920"/>
                </a:cubicBezTo>
                <a:lnTo>
                  <a:pt x="112118" y="46235"/>
                </a:lnTo>
                <a:cubicBezTo>
                  <a:pt x="107564" y="43462"/>
                  <a:pt x="102199" y="40874"/>
                  <a:pt x="96022" y="3847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 sz="3200" b="1" dirty="0">
              <a:solidFill>
                <a:srgbClr val="000000"/>
              </a:solidFill>
              <a:latin typeface="Algerian" panose="04020705040A02060702" pitchFamily="82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 rot="1504205">
            <a:off x="7833582" y="5409620"/>
            <a:ext cx="2610290" cy="1981435"/>
          </a:xfrm>
          <a:custGeom>
            <a:avLst/>
            <a:gdLst/>
            <a:ahLst/>
            <a:cxnLst/>
            <a:rect l="l" t="t" r="r" b="b"/>
            <a:pathLst>
              <a:path w="2610290" h="1981435">
                <a:moveTo>
                  <a:pt x="1940770" y="1913104"/>
                </a:moveTo>
                <a:cubicBezTo>
                  <a:pt x="1945041" y="1908833"/>
                  <a:pt x="1950173" y="1906698"/>
                  <a:pt x="1956168" y="1906698"/>
                </a:cubicBezTo>
                <a:cubicBezTo>
                  <a:pt x="1962299" y="1906698"/>
                  <a:pt x="1967514" y="1908849"/>
                  <a:pt x="1971816" y="1913150"/>
                </a:cubicBezTo>
                <a:cubicBezTo>
                  <a:pt x="1976117" y="1917451"/>
                  <a:pt x="1978267" y="1922617"/>
                  <a:pt x="1978267" y="1928648"/>
                </a:cubicBezTo>
                <a:cubicBezTo>
                  <a:pt x="1978267" y="1934613"/>
                  <a:pt x="1976125" y="1939739"/>
                  <a:pt x="1971839" y="1944025"/>
                </a:cubicBezTo>
                <a:cubicBezTo>
                  <a:pt x="1967553" y="1948310"/>
                  <a:pt x="1962330" y="1950453"/>
                  <a:pt x="1956169" y="1950454"/>
                </a:cubicBezTo>
                <a:lnTo>
                  <a:pt x="1952063" y="1949671"/>
                </a:lnTo>
                <a:lnTo>
                  <a:pt x="1954698" y="1950828"/>
                </a:lnTo>
                <a:cubicBezTo>
                  <a:pt x="1957589" y="1951768"/>
                  <a:pt x="1960155" y="1952239"/>
                  <a:pt x="1962396" y="1952239"/>
                </a:cubicBezTo>
                <a:cubicBezTo>
                  <a:pt x="1967714" y="1952239"/>
                  <a:pt x="1972234" y="1950410"/>
                  <a:pt x="1975957" y="1946752"/>
                </a:cubicBezTo>
                <a:cubicBezTo>
                  <a:pt x="1979680" y="1943094"/>
                  <a:pt x="1981542" y="1938749"/>
                  <a:pt x="1981541" y="1933717"/>
                </a:cubicBezTo>
                <a:cubicBezTo>
                  <a:pt x="1981542" y="1928816"/>
                  <a:pt x="1979630" y="1923005"/>
                  <a:pt x="1975807" y="1916281"/>
                </a:cubicBezTo>
                <a:lnTo>
                  <a:pt x="1980288" y="1912900"/>
                </a:lnTo>
                <a:cubicBezTo>
                  <a:pt x="1987573" y="1919059"/>
                  <a:pt x="1991215" y="1926280"/>
                  <a:pt x="1991215" y="1934564"/>
                </a:cubicBezTo>
                <a:cubicBezTo>
                  <a:pt x="1991215" y="1941953"/>
                  <a:pt x="1988460" y="1948432"/>
                  <a:pt x="1982951" y="1954003"/>
                </a:cubicBezTo>
                <a:cubicBezTo>
                  <a:pt x="1977441" y="1959574"/>
                  <a:pt x="1970989" y="1962360"/>
                  <a:pt x="1963594" y="1962360"/>
                </a:cubicBezTo>
                <a:cubicBezTo>
                  <a:pt x="1954761" y="1962359"/>
                  <a:pt x="1947401" y="1958375"/>
                  <a:pt x="1941516" y="1950407"/>
                </a:cubicBezTo>
                <a:lnTo>
                  <a:pt x="1944824" y="1946840"/>
                </a:lnTo>
                <a:lnTo>
                  <a:pt x="1940747" y="1944070"/>
                </a:lnTo>
                <a:cubicBezTo>
                  <a:pt x="1936491" y="1939814"/>
                  <a:pt x="1934363" y="1934674"/>
                  <a:pt x="1934363" y="1928648"/>
                </a:cubicBezTo>
                <a:cubicBezTo>
                  <a:pt x="1934363" y="1922556"/>
                  <a:pt x="1936498" y="1917375"/>
                  <a:pt x="1940770" y="1913104"/>
                </a:cubicBezTo>
                <a:close/>
                <a:moveTo>
                  <a:pt x="2095663" y="1761144"/>
                </a:moveTo>
                <a:lnTo>
                  <a:pt x="2104473" y="1764253"/>
                </a:lnTo>
                <a:lnTo>
                  <a:pt x="2092612" y="1831093"/>
                </a:lnTo>
                <a:lnTo>
                  <a:pt x="2076699" y="1831093"/>
                </a:lnTo>
                <a:lnTo>
                  <a:pt x="2069500" y="1822163"/>
                </a:lnTo>
                <a:lnTo>
                  <a:pt x="2084045" y="1822163"/>
                </a:lnTo>
                <a:close/>
                <a:moveTo>
                  <a:pt x="2052211" y="1761144"/>
                </a:moveTo>
                <a:lnTo>
                  <a:pt x="2060867" y="1764314"/>
                </a:lnTo>
                <a:lnTo>
                  <a:pt x="2049007" y="1831093"/>
                </a:lnTo>
                <a:lnTo>
                  <a:pt x="2033241" y="1831093"/>
                </a:lnTo>
                <a:lnTo>
                  <a:pt x="2026042" y="1822164"/>
                </a:lnTo>
                <a:lnTo>
                  <a:pt x="2040587" y="1822163"/>
                </a:lnTo>
                <a:close/>
                <a:moveTo>
                  <a:pt x="2060718" y="1755191"/>
                </a:moveTo>
                <a:lnTo>
                  <a:pt x="2092568" y="1755191"/>
                </a:lnTo>
                <a:lnTo>
                  <a:pt x="2082307" y="1819931"/>
                </a:lnTo>
                <a:lnTo>
                  <a:pt x="2065313" y="1819931"/>
                </a:lnTo>
                <a:close/>
                <a:moveTo>
                  <a:pt x="2017260" y="1755191"/>
                </a:moveTo>
                <a:lnTo>
                  <a:pt x="2049110" y="1755191"/>
                </a:lnTo>
                <a:lnTo>
                  <a:pt x="2038850" y="1819931"/>
                </a:lnTo>
                <a:lnTo>
                  <a:pt x="2021855" y="1819931"/>
                </a:lnTo>
                <a:close/>
                <a:moveTo>
                  <a:pt x="1789896" y="1857528"/>
                </a:moveTo>
                <a:lnTo>
                  <a:pt x="1798290" y="1861798"/>
                </a:lnTo>
                <a:lnTo>
                  <a:pt x="1821782" y="1867633"/>
                </a:lnTo>
                <a:cubicBezTo>
                  <a:pt x="1838005" y="1871688"/>
                  <a:pt x="1848993" y="1875272"/>
                  <a:pt x="1854746" y="1878385"/>
                </a:cubicBezTo>
                <a:lnTo>
                  <a:pt x="1860696" y="1883587"/>
                </a:lnTo>
                <a:lnTo>
                  <a:pt x="1856856" y="1877614"/>
                </a:lnTo>
                <a:cubicBezTo>
                  <a:pt x="1846225" y="1872046"/>
                  <a:pt x="1829232" y="1866975"/>
                  <a:pt x="1805878" y="1862398"/>
                </a:cubicBezTo>
                <a:close/>
                <a:moveTo>
                  <a:pt x="1961945" y="1765115"/>
                </a:moveTo>
                <a:lnTo>
                  <a:pt x="1971767" y="1768032"/>
                </a:lnTo>
                <a:cubicBezTo>
                  <a:pt x="1978859" y="1778718"/>
                  <a:pt x="1990556" y="1788477"/>
                  <a:pt x="2006861" y="1797309"/>
                </a:cubicBezTo>
                <a:lnTo>
                  <a:pt x="2005110" y="1800472"/>
                </a:lnTo>
                <a:cubicBezTo>
                  <a:pt x="1993218" y="1816496"/>
                  <a:pt x="1984881" y="1831319"/>
                  <a:pt x="1980100" y="1844943"/>
                </a:cubicBezTo>
                <a:cubicBezTo>
                  <a:pt x="1975318" y="1858567"/>
                  <a:pt x="1972253" y="1876529"/>
                  <a:pt x="1970903" y="1898828"/>
                </a:cubicBezTo>
                <a:lnTo>
                  <a:pt x="1970524" y="1902977"/>
                </a:lnTo>
                <a:lnTo>
                  <a:pt x="1960484" y="1902977"/>
                </a:lnTo>
                <a:cubicBezTo>
                  <a:pt x="1960484" y="1882658"/>
                  <a:pt x="1963576" y="1863150"/>
                  <a:pt x="1969759" y="1844455"/>
                </a:cubicBezTo>
                <a:cubicBezTo>
                  <a:pt x="1975941" y="1825760"/>
                  <a:pt x="1983891" y="1811097"/>
                  <a:pt x="1993609" y="1800467"/>
                </a:cubicBezTo>
                <a:cubicBezTo>
                  <a:pt x="1976729" y="1791250"/>
                  <a:pt x="1966175" y="1779467"/>
                  <a:pt x="1961945" y="1765115"/>
                </a:cubicBezTo>
                <a:close/>
                <a:moveTo>
                  <a:pt x="1956506" y="1759130"/>
                </a:moveTo>
                <a:cubicBezTo>
                  <a:pt x="1960642" y="1770998"/>
                  <a:pt x="1964620" y="1779455"/>
                  <a:pt x="1968440" y="1784504"/>
                </a:cubicBezTo>
                <a:cubicBezTo>
                  <a:pt x="1972258" y="1789553"/>
                  <a:pt x="1978889" y="1794482"/>
                  <a:pt x="1988330" y="1799290"/>
                </a:cubicBezTo>
                <a:lnTo>
                  <a:pt x="1986187" y="1804600"/>
                </a:lnTo>
                <a:cubicBezTo>
                  <a:pt x="1977239" y="1818580"/>
                  <a:pt x="1970946" y="1831883"/>
                  <a:pt x="1967307" y="1844509"/>
                </a:cubicBezTo>
                <a:cubicBezTo>
                  <a:pt x="1963669" y="1857134"/>
                  <a:pt x="1961415" y="1873754"/>
                  <a:pt x="1960545" y="1894368"/>
                </a:cubicBezTo>
                <a:lnTo>
                  <a:pt x="1960226" y="1899108"/>
                </a:lnTo>
                <a:lnTo>
                  <a:pt x="1949542" y="1899107"/>
                </a:lnTo>
                <a:lnTo>
                  <a:pt x="1949543" y="1893215"/>
                </a:lnTo>
                <a:cubicBezTo>
                  <a:pt x="1949543" y="1876205"/>
                  <a:pt x="1946839" y="1858974"/>
                  <a:pt x="1941430" y="1841522"/>
                </a:cubicBezTo>
                <a:cubicBezTo>
                  <a:pt x="1936021" y="1824071"/>
                  <a:pt x="1928899" y="1809298"/>
                  <a:pt x="1920064" y="1797205"/>
                </a:cubicBezTo>
                <a:cubicBezTo>
                  <a:pt x="1930287" y="1792126"/>
                  <a:pt x="1937416" y="1787341"/>
                  <a:pt x="1941452" y="1782851"/>
                </a:cubicBezTo>
                <a:cubicBezTo>
                  <a:pt x="1945488" y="1778361"/>
                  <a:pt x="1950506" y="1770453"/>
                  <a:pt x="1956506" y="1759130"/>
                </a:cubicBezTo>
                <a:close/>
                <a:moveTo>
                  <a:pt x="1714390" y="1858339"/>
                </a:moveTo>
                <a:lnTo>
                  <a:pt x="1722416" y="1871269"/>
                </a:lnTo>
                <a:cubicBezTo>
                  <a:pt x="1724709" y="1877475"/>
                  <a:pt x="1725855" y="1884346"/>
                  <a:pt x="1725855" y="1891883"/>
                </a:cubicBezTo>
                <a:lnTo>
                  <a:pt x="1723797" y="1901941"/>
                </a:lnTo>
                <a:lnTo>
                  <a:pt x="1712502" y="1926650"/>
                </a:lnTo>
                <a:lnTo>
                  <a:pt x="1706880" y="1934215"/>
                </a:lnTo>
                <a:cubicBezTo>
                  <a:pt x="1694231" y="1945636"/>
                  <a:pt x="1678644" y="1951346"/>
                  <a:pt x="1660119" y="1951346"/>
                </a:cubicBezTo>
                <a:cubicBezTo>
                  <a:pt x="1648658" y="1951346"/>
                  <a:pt x="1636004" y="1949637"/>
                  <a:pt x="1622159" y="1946218"/>
                </a:cubicBezTo>
                <a:lnTo>
                  <a:pt x="1603769" y="1941684"/>
                </a:lnTo>
                <a:cubicBezTo>
                  <a:pt x="1597903" y="1940287"/>
                  <a:pt x="1592898" y="1939588"/>
                  <a:pt x="1588754" y="1939589"/>
                </a:cubicBezTo>
                <a:cubicBezTo>
                  <a:pt x="1586073" y="1939589"/>
                  <a:pt x="1583110" y="1940061"/>
                  <a:pt x="1579863" y="1941005"/>
                </a:cubicBezTo>
                <a:lnTo>
                  <a:pt x="1573256" y="1943656"/>
                </a:lnTo>
                <a:lnTo>
                  <a:pt x="1573418" y="1943784"/>
                </a:lnTo>
                <a:lnTo>
                  <a:pt x="1571611" y="1947145"/>
                </a:lnTo>
                <a:lnTo>
                  <a:pt x="1581047" y="1943500"/>
                </a:lnTo>
                <a:cubicBezTo>
                  <a:pt x="1584122" y="1942678"/>
                  <a:pt x="1587079" y="1942268"/>
                  <a:pt x="1589921" y="1942268"/>
                </a:cubicBezTo>
                <a:cubicBezTo>
                  <a:pt x="1595952" y="1942268"/>
                  <a:pt x="1603456" y="1943323"/>
                  <a:pt x="1612434" y="1945435"/>
                </a:cubicBezTo>
                <a:lnTo>
                  <a:pt x="1633102" y="1950439"/>
                </a:lnTo>
                <a:cubicBezTo>
                  <a:pt x="1641782" y="1952532"/>
                  <a:pt x="1650985" y="1953578"/>
                  <a:pt x="1660710" y="1953579"/>
                </a:cubicBezTo>
                <a:cubicBezTo>
                  <a:pt x="1679386" y="1953579"/>
                  <a:pt x="1695260" y="1947644"/>
                  <a:pt x="1708331" y="1935775"/>
                </a:cubicBezTo>
                <a:lnTo>
                  <a:pt x="1712502" y="1926650"/>
                </a:lnTo>
                <a:lnTo>
                  <a:pt x="1721111" y="1915066"/>
                </a:lnTo>
                <a:lnTo>
                  <a:pt x="1723797" y="1901941"/>
                </a:lnTo>
                <a:lnTo>
                  <a:pt x="1727939" y="1892880"/>
                </a:lnTo>
                <a:cubicBezTo>
                  <a:pt x="1727938" y="1885834"/>
                  <a:pt x="1726622" y="1879150"/>
                  <a:pt x="1723990" y="1872827"/>
                </a:cubicBezTo>
                <a:close/>
                <a:moveTo>
                  <a:pt x="1890728" y="1760979"/>
                </a:moveTo>
                <a:lnTo>
                  <a:pt x="1898742" y="1764655"/>
                </a:lnTo>
                <a:lnTo>
                  <a:pt x="1897428" y="1765069"/>
                </a:lnTo>
                <a:cubicBezTo>
                  <a:pt x="1893201" y="1774709"/>
                  <a:pt x="1889796" y="1781974"/>
                  <a:pt x="1887213" y="1786866"/>
                </a:cubicBezTo>
                <a:cubicBezTo>
                  <a:pt x="1880174" y="1802381"/>
                  <a:pt x="1876133" y="1811125"/>
                  <a:pt x="1875090" y="1813096"/>
                </a:cubicBezTo>
                <a:lnTo>
                  <a:pt x="1872955" y="1815317"/>
                </a:lnTo>
                <a:lnTo>
                  <a:pt x="1865351" y="1812492"/>
                </a:lnTo>
                <a:lnTo>
                  <a:pt x="1866167" y="1808399"/>
                </a:lnTo>
                <a:cubicBezTo>
                  <a:pt x="1869000" y="1801941"/>
                  <a:pt x="1873116" y="1793498"/>
                  <a:pt x="1878517" y="1783070"/>
                </a:cubicBezTo>
                <a:lnTo>
                  <a:pt x="1888547" y="1763567"/>
                </a:lnTo>
                <a:close/>
                <a:moveTo>
                  <a:pt x="1792549" y="1777216"/>
                </a:moveTo>
                <a:cubicBezTo>
                  <a:pt x="1786286" y="1782474"/>
                  <a:pt x="1783154" y="1789022"/>
                  <a:pt x="1783154" y="1796861"/>
                </a:cubicBezTo>
                <a:lnTo>
                  <a:pt x="1790926" y="1813755"/>
                </a:lnTo>
                <a:lnTo>
                  <a:pt x="1785833" y="1799723"/>
                </a:lnTo>
                <a:cubicBezTo>
                  <a:pt x="1785833" y="1791215"/>
                  <a:pt x="1788861" y="1784311"/>
                  <a:pt x="1794915" y="1779011"/>
                </a:cubicBezTo>
                <a:cubicBezTo>
                  <a:pt x="1800971" y="1773712"/>
                  <a:pt x="1808760" y="1771062"/>
                  <a:pt x="1818281" y="1771062"/>
                </a:cubicBezTo>
                <a:cubicBezTo>
                  <a:pt x="1822723" y="1771062"/>
                  <a:pt x="1826908" y="1771546"/>
                  <a:pt x="1830838" y="1772513"/>
                </a:cubicBezTo>
                <a:lnTo>
                  <a:pt x="1833575" y="1773594"/>
                </a:lnTo>
                <a:lnTo>
                  <a:pt x="1831212" y="1772108"/>
                </a:lnTo>
                <a:cubicBezTo>
                  <a:pt x="1826519" y="1770255"/>
                  <a:pt x="1821550" y="1769329"/>
                  <a:pt x="1816305" y="1769329"/>
                </a:cubicBezTo>
                <a:cubicBezTo>
                  <a:pt x="1806731" y="1769329"/>
                  <a:pt x="1798812" y="1771958"/>
                  <a:pt x="1792549" y="1777216"/>
                </a:cubicBezTo>
                <a:close/>
                <a:moveTo>
                  <a:pt x="1618446" y="1857528"/>
                </a:moveTo>
                <a:lnTo>
                  <a:pt x="1626840" y="1861798"/>
                </a:lnTo>
                <a:lnTo>
                  <a:pt x="1650331" y="1867633"/>
                </a:lnTo>
                <a:cubicBezTo>
                  <a:pt x="1666555" y="1871688"/>
                  <a:pt x="1677543" y="1875272"/>
                  <a:pt x="1683296" y="1878385"/>
                </a:cubicBezTo>
                <a:lnTo>
                  <a:pt x="1689246" y="1883587"/>
                </a:lnTo>
                <a:lnTo>
                  <a:pt x="1685406" y="1877614"/>
                </a:lnTo>
                <a:cubicBezTo>
                  <a:pt x="1674774" y="1872046"/>
                  <a:pt x="1657781" y="1866975"/>
                  <a:pt x="1634428" y="1862398"/>
                </a:cubicBezTo>
                <a:close/>
                <a:moveTo>
                  <a:pt x="1788683" y="1755712"/>
                </a:moveTo>
                <a:cubicBezTo>
                  <a:pt x="1796205" y="1753182"/>
                  <a:pt x="1804573" y="1751917"/>
                  <a:pt x="1813786" y="1751917"/>
                </a:cubicBezTo>
                <a:cubicBezTo>
                  <a:pt x="1825340" y="1751916"/>
                  <a:pt x="1838873" y="1754013"/>
                  <a:pt x="1854387" y="1758207"/>
                </a:cubicBezTo>
                <a:cubicBezTo>
                  <a:pt x="1861144" y="1760066"/>
                  <a:pt x="1866135" y="1760995"/>
                  <a:pt x="1869358" y="1760995"/>
                </a:cubicBezTo>
                <a:cubicBezTo>
                  <a:pt x="1873577" y="1760995"/>
                  <a:pt x="1878722" y="1759353"/>
                  <a:pt x="1884792" y="1756067"/>
                </a:cubicBezTo>
                <a:lnTo>
                  <a:pt x="1889694" y="1758626"/>
                </a:lnTo>
                <a:cubicBezTo>
                  <a:pt x="1884397" y="1767160"/>
                  <a:pt x="1880278" y="1775032"/>
                  <a:pt x="1877339" y="1782243"/>
                </a:cubicBezTo>
                <a:cubicBezTo>
                  <a:pt x="1871369" y="1796924"/>
                  <a:pt x="1867350" y="1806021"/>
                  <a:pt x="1865283" y="1809534"/>
                </a:cubicBezTo>
                <a:lnTo>
                  <a:pt x="1860879" y="1811785"/>
                </a:lnTo>
                <a:cubicBezTo>
                  <a:pt x="1859284" y="1809393"/>
                  <a:pt x="1858343" y="1807620"/>
                  <a:pt x="1858056" y="1806467"/>
                </a:cubicBezTo>
                <a:lnTo>
                  <a:pt x="1854730" y="1796748"/>
                </a:lnTo>
                <a:lnTo>
                  <a:pt x="1852457" y="1797881"/>
                </a:lnTo>
                <a:cubicBezTo>
                  <a:pt x="1841239" y="1786486"/>
                  <a:pt x="1829932" y="1780789"/>
                  <a:pt x="1818535" y="1780789"/>
                </a:cubicBezTo>
                <a:cubicBezTo>
                  <a:pt x="1811973" y="1780789"/>
                  <a:pt x="1806569" y="1782657"/>
                  <a:pt x="1802322" y="1786393"/>
                </a:cubicBezTo>
                <a:cubicBezTo>
                  <a:pt x="1798076" y="1790130"/>
                  <a:pt x="1795953" y="1794864"/>
                  <a:pt x="1795953" y="1800598"/>
                </a:cubicBezTo>
                <a:cubicBezTo>
                  <a:pt x="1795953" y="1806878"/>
                  <a:pt x="1800470" y="1813496"/>
                  <a:pt x="1809501" y="1820452"/>
                </a:cubicBezTo>
                <a:lnTo>
                  <a:pt x="1811917" y="1822619"/>
                </a:lnTo>
                <a:lnTo>
                  <a:pt x="1811004" y="1824372"/>
                </a:lnTo>
                <a:lnTo>
                  <a:pt x="1817644" y="1827400"/>
                </a:lnTo>
                <a:lnTo>
                  <a:pt x="1842283" y="1833386"/>
                </a:lnTo>
                <a:cubicBezTo>
                  <a:pt x="1860624" y="1837811"/>
                  <a:pt x="1874379" y="1844899"/>
                  <a:pt x="1883550" y="1854648"/>
                </a:cubicBezTo>
                <a:lnTo>
                  <a:pt x="1883592" y="1854716"/>
                </a:lnTo>
                <a:lnTo>
                  <a:pt x="1883592" y="1849892"/>
                </a:lnTo>
                <a:cubicBezTo>
                  <a:pt x="1900869" y="1860989"/>
                  <a:pt x="1909509" y="1875700"/>
                  <a:pt x="1909508" y="1894025"/>
                </a:cubicBezTo>
                <a:cubicBezTo>
                  <a:pt x="1909509" y="1913454"/>
                  <a:pt x="1901994" y="1929899"/>
                  <a:pt x="1886965" y="1943360"/>
                </a:cubicBezTo>
                <a:cubicBezTo>
                  <a:pt x="1871936" y="1956820"/>
                  <a:pt x="1853704" y="1963550"/>
                  <a:pt x="1832269" y="1963550"/>
                </a:cubicBezTo>
                <a:cubicBezTo>
                  <a:pt x="1821391" y="1963551"/>
                  <a:pt x="1811660" y="1962458"/>
                  <a:pt x="1803076" y="1960273"/>
                </a:cubicBezTo>
                <a:lnTo>
                  <a:pt x="1779733" y="1954546"/>
                </a:lnTo>
                <a:cubicBezTo>
                  <a:pt x="1774407" y="1953207"/>
                  <a:pt x="1768819" y="1952537"/>
                  <a:pt x="1762969" y="1952537"/>
                </a:cubicBezTo>
                <a:cubicBezTo>
                  <a:pt x="1757916" y="1952537"/>
                  <a:pt x="1752284" y="1953658"/>
                  <a:pt x="1746072" y="1955899"/>
                </a:cubicBezTo>
                <a:lnTo>
                  <a:pt x="1742923" y="1947198"/>
                </a:lnTo>
                <a:cubicBezTo>
                  <a:pt x="1749539" y="1943911"/>
                  <a:pt x="1755688" y="1942268"/>
                  <a:pt x="1761371" y="1942268"/>
                </a:cubicBezTo>
                <a:cubicBezTo>
                  <a:pt x="1767402" y="1942268"/>
                  <a:pt x="1774906" y="1943324"/>
                  <a:pt x="1783884" y="1945435"/>
                </a:cubicBezTo>
                <a:lnTo>
                  <a:pt x="1804553" y="1950439"/>
                </a:lnTo>
                <a:cubicBezTo>
                  <a:pt x="1813232" y="1952532"/>
                  <a:pt x="1822435" y="1953579"/>
                  <a:pt x="1832160" y="1953579"/>
                </a:cubicBezTo>
                <a:cubicBezTo>
                  <a:pt x="1850836" y="1953579"/>
                  <a:pt x="1866710" y="1947644"/>
                  <a:pt x="1879782" y="1935775"/>
                </a:cubicBezTo>
                <a:lnTo>
                  <a:pt x="1883952" y="1926651"/>
                </a:lnTo>
                <a:lnTo>
                  <a:pt x="1892562" y="1915066"/>
                </a:lnTo>
                <a:lnTo>
                  <a:pt x="1895247" y="1901939"/>
                </a:lnTo>
                <a:lnTo>
                  <a:pt x="1899388" y="1892880"/>
                </a:lnTo>
                <a:cubicBezTo>
                  <a:pt x="1899388" y="1885834"/>
                  <a:pt x="1898072" y="1879150"/>
                  <a:pt x="1895439" y="1872827"/>
                </a:cubicBezTo>
                <a:lnTo>
                  <a:pt x="1885841" y="1858339"/>
                </a:lnTo>
                <a:lnTo>
                  <a:pt x="1893866" y="1871269"/>
                </a:lnTo>
                <a:cubicBezTo>
                  <a:pt x="1896159" y="1877474"/>
                  <a:pt x="1897305" y="1884346"/>
                  <a:pt x="1897305" y="1891883"/>
                </a:cubicBezTo>
                <a:lnTo>
                  <a:pt x="1895247" y="1901939"/>
                </a:lnTo>
                <a:lnTo>
                  <a:pt x="1883952" y="1926651"/>
                </a:lnTo>
                <a:lnTo>
                  <a:pt x="1878331" y="1934215"/>
                </a:lnTo>
                <a:cubicBezTo>
                  <a:pt x="1865680" y="1945636"/>
                  <a:pt x="1850094" y="1951347"/>
                  <a:pt x="1831569" y="1951346"/>
                </a:cubicBezTo>
                <a:cubicBezTo>
                  <a:pt x="1820109" y="1951346"/>
                  <a:pt x="1807454" y="1949637"/>
                  <a:pt x="1793609" y="1946218"/>
                </a:cubicBezTo>
                <a:lnTo>
                  <a:pt x="1775220" y="1941684"/>
                </a:lnTo>
                <a:cubicBezTo>
                  <a:pt x="1769353" y="1940287"/>
                  <a:pt x="1764348" y="1939589"/>
                  <a:pt x="1760204" y="1939589"/>
                </a:cubicBezTo>
                <a:cubicBezTo>
                  <a:pt x="1754843" y="1939589"/>
                  <a:pt x="1748349" y="1941477"/>
                  <a:pt x="1740724" y="1945253"/>
                </a:cubicBezTo>
                <a:lnTo>
                  <a:pt x="1737670" y="1940122"/>
                </a:lnTo>
                <a:cubicBezTo>
                  <a:pt x="1749878" y="1921177"/>
                  <a:pt x="1758649" y="1902914"/>
                  <a:pt x="1763985" y="1885334"/>
                </a:cubicBezTo>
                <a:lnTo>
                  <a:pt x="1771485" y="1886757"/>
                </a:lnTo>
                <a:lnTo>
                  <a:pt x="1788517" y="1921211"/>
                </a:lnTo>
                <a:lnTo>
                  <a:pt x="1788528" y="1921234"/>
                </a:lnTo>
                <a:lnTo>
                  <a:pt x="1788530" y="1921235"/>
                </a:lnTo>
                <a:lnTo>
                  <a:pt x="1789068" y="1922324"/>
                </a:lnTo>
                <a:lnTo>
                  <a:pt x="1791554" y="1923651"/>
                </a:lnTo>
                <a:lnTo>
                  <a:pt x="1788530" y="1921235"/>
                </a:lnTo>
                <a:lnTo>
                  <a:pt x="1788517" y="1921211"/>
                </a:lnTo>
                <a:lnTo>
                  <a:pt x="1775756" y="1893264"/>
                </a:lnTo>
                <a:lnTo>
                  <a:pt x="1785107" y="1891897"/>
                </a:lnTo>
                <a:cubicBezTo>
                  <a:pt x="1788899" y="1910021"/>
                  <a:pt x="1798760" y="1922792"/>
                  <a:pt x="1814691" y="1930210"/>
                </a:cubicBezTo>
                <a:lnTo>
                  <a:pt x="1814692" y="1932493"/>
                </a:lnTo>
                <a:lnTo>
                  <a:pt x="1827170" y="1934231"/>
                </a:lnTo>
                <a:cubicBezTo>
                  <a:pt x="1839516" y="1934231"/>
                  <a:pt x="1849207" y="1931472"/>
                  <a:pt x="1856243" y="1925952"/>
                </a:cubicBezTo>
                <a:cubicBezTo>
                  <a:pt x="1863277" y="1920434"/>
                  <a:pt x="1866795" y="1913052"/>
                  <a:pt x="1866795" y="1903807"/>
                </a:cubicBezTo>
                <a:lnTo>
                  <a:pt x="1865475" y="1896055"/>
                </a:lnTo>
                <a:lnTo>
                  <a:pt x="1862572" y="1897413"/>
                </a:lnTo>
                <a:cubicBezTo>
                  <a:pt x="1857414" y="1892032"/>
                  <a:pt x="1852416" y="1888235"/>
                  <a:pt x="1847578" y="1886024"/>
                </a:cubicBezTo>
                <a:cubicBezTo>
                  <a:pt x="1842739" y="1883812"/>
                  <a:pt x="1833178" y="1881030"/>
                  <a:pt x="1818893" y="1877677"/>
                </a:cubicBezTo>
                <a:cubicBezTo>
                  <a:pt x="1797655" y="1872762"/>
                  <a:pt x="1783173" y="1868401"/>
                  <a:pt x="1775448" y="1864592"/>
                </a:cubicBezTo>
                <a:cubicBezTo>
                  <a:pt x="1767724" y="1860784"/>
                  <a:pt x="1763060" y="1854134"/>
                  <a:pt x="1761455" y="1844641"/>
                </a:cubicBezTo>
                <a:lnTo>
                  <a:pt x="1771010" y="1848028"/>
                </a:lnTo>
                <a:lnTo>
                  <a:pt x="1764298" y="1843531"/>
                </a:lnTo>
                <a:cubicBezTo>
                  <a:pt x="1755536" y="1834664"/>
                  <a:pt x="1751155" y="1822378"/>
                  <a:pt x="1751156" y="1806671"/>
                </a:cubicBezTo>
                <a:cubicBezTo>
                  <a:pt x="1751155" y="1790412"/>
                  <a:pt x="1756987" y="1777221"/>
                  <a:pt x="1768651" y="1767099"/>
                </a:cubicBezTo>
                <a:cubicBezTo>
                  <a:pt x="1774483" y="1762038"/>
                  <a:pt x="1781160" y="1758243"/>
                  <a:pt x="1788683" y="1755712"/>
                </a:cubicBezTo>
                <a:close/>
                <a:moveTo>
                  <a:pt x="1719279" y="1760979"/>
                </a:moveTo>
                <a:lnTo>
                  <a:pt x="1727292" y="1764655"/>
                </a:lnTo>
                <a:lnTo>
                  <a:pt x="1725978" y="1765069"/>
                </a:lnTo>
                <a:cubicBezTo>
                  <a:pt x="1721751" y="1774709"/>
                  <a:pt x="1718345" y="1781974"/>
                  <a:pt x="1715762" y="1786866"/>
                </a:cubicBezTo>
                <a:cubicBezTo>
                  <a:pt x="1708725" y="1802381"/>
                  <a:pt x="1704683" y="1811125"/>
                  <a:pt x="1703640" y="1813096"/>
                </a:cubicBezTo>
                <a:lnTo>
                  <a:pt x="1701505" y="1815317"/>
                </a:lnTo>
                <a:lnTo>
                  <a:pt x="1693901" y="1812492"/>
                </a:lnTo>
                <a:lnTo>
                  <a:pt x="1694717" y="1808399"/>
                </a:lnTo>
                <a:cubicBezTo>
                  <a:pt x="1697549" y="1801941"/>
                  <a:pt x="1701667" y="1793498"/>
                  <a:pt x="1707068" y="1783070"/>
                </a:cubicBezTo>
                <a:lnTo>
                  <a:pt x="1717097" y="1763567"/>
                </a:lnTo>
                <a:close/>
                <a:moveTo>
                  <a:pt x="2453918" y="1390574"/>
                </a:moveTo>
                <a:lnTo>
                  <a:pt x="2458587" y="1397131"/>
                </a:lnTo>
                <a:lnTo>
                  <a:pt x="2438741" y="1414461"/>
                </a:lnTo>
                <a:lnTo>
                  <a:pt x="2438742" y="1503708"/>
                </a:lnTo>
                <a:cubicBezTo>
                  <a:pt x="2438741" y="1533814"/>
                  <a:pt x="2436278" y="1553644"/>
                  <a:pt x="2431352" y="1563200"/>
                </a:cubicBezTo>
                <a:cubicBezTo>
                  <a:pt x="2421274" y="1582549"/>
                  <a:pt x="2401744" y="1592224"/>
                  <a:pt x="2372759" y="1592224"/>
                </a:cubicBezTo>
                <a:cubicBezTo>
                  <a:pt x="2347978" y="1592224"/>
                  <a:pt x="2328999" y="1584237"/>
                  <a:pt x="2315823" y="1568263"/>
                </a:cubicBezTo>
                <a:lnTo>
                  <a:pt x="2321226" y="1569123"/>
                </a:lnTo>
                <a:lnTo>
                  <a:pt x="2328200" y="1573416"/>
                </a:lnTo>
                <a:cubicBezTo>
                  <a:pt x="2338652" y="1579406"/>
                  <a:pt x="2352980" y="1582402"/>
                  <a:pt x="2371185" y="1582402"/>
                </a:cubicBezTo>
                <a:cubicBezTo>
                  <a:pt x="2396829" y="1582401"/>
                  <a:pt x="2413640" y="1575912"/>
                  <a:pt x="2421618" y="1562932"/>
                </a:cubicBezTo>
                <a:cubicBezTo>
                  <a:pt x="2426287" y="1551258"/>
                  <a:pt x="2428621" y="1531856"/>
                  <a:pt x="2428621" y="1504729"/>
                </a:cubicBezTo>
                <a:lnTo>
                  <a:pt x="2428621" y="1409956"/>
                </a:lnTo>
                <a:close/>
                <a:moveTo>
                  <a:pt x="1621098" y="1777216"/>
                </a:moveTo>
                <a:cubicBezTo>
                  <a:pt x="1614835" y="1782474"/>
                  <a:pt x="1611704" y="1789022"/>
                  <a:pt x="1611704" y="1796860"/>
                </a:cubicBezTo>
                <a:lnTo>
                  <a:pt x="1619476" y="1813755"/>
                </a:lnTo>
                <a:lnTo>
                  <a:pt x="1614383" y="1799723"/>
                </a:lnTo>
                <a:cubicBezTo>
                  <a:pt x="1614382" y="1791215"/>
                  <a:pt x="1617410" y="1784311"/>
                  <a:pt x="1623466" y="1779011"/>
                </a:cubicBezTo>
                <a:cubicBezTo>
                  <a:pt x="1629521" y="1773712"/>
                  <a:pt x="1637310" y="1771062"/>
                  <a:pt x="1646832" y="1771062"/>
                </a:cubicBezTo>
                <a:cubicBezTo>
                  <a:pt x="1651272" y="1771062"/>
                  <a:pt x="1655458" y="1771546"/>
                  <a:pt x="1659388" y="1772513"/>
                </a:cubicBezTo>
                <a:lnTo>
                  <a:pt x="1662125" y="1773594"/>
                </a:lnTo>
                <a:lnTo>
                  <a:pt x="1659762" y="1772108"/>
                </a:lnTo>
                <a:cubicBezTo>
                  <a:pt x="1655068" y="1770255"/>
                  <a:pt x="1650100" y="1769330"/>
                  <a:pt x="1644855" y="1769330"/>
                </a:cubicBezTo>
                <a:cubicBezTo>
                  <a:pt x="1635281" y="1769330"/>
                  <a:pt x="1627362" y="1771958"/>
                  <a:pt x="1621098" y="1777216"/>
                </a:cubicBezTo>
                <a:close/>
                <a:moveTo>
                  <a:pt x="1444272" y="1853566"/>
                </a:moveTo>
                <a:lnTo>
                  <a:pt x="1444272" y="1929468"/>
                </a:lnTo>
                <a:lnTo>
                  <a:pt x="1447546" y="1929468"/>
                </a:lnTo>
                <a:lnTo>
                  <a:pt x="1447546" y="1854459"/>
                </a:lnTo>
                <a:lnTo>
                  <a:pt x="1480367" y="1854459"/>
                </a:lnTo>
                <a:lnTo>
                  <a:pt x="1479507" y="1853566"/>
                </a:lnTo>
                <a:close/>
                <a:moveTo>
                  <a:pt x="1217258" y="1950453"/>
                </a:moveTo>
                <a:lnTo>
                  <a:pt x="1372688" y="1950453"/>
                </a:lnTo>
                <a:lnTo>
                  <a:pt x="1375874" y="1944689"/>
                </a:lnTo>
                <a:cubicBezTo>
                  <a:pt x="1365411" y="1932283"/>
                  <a:pt x="1356862" y="1917737"/>
                  <a:pt x="1350229" y="1901052"/>
                </a:cubicBezTo>
                <a:lnTo>
                  <a:pt x="1349608" y="1895727"/>
                </a:lnTo>
                <a:lnTo>
                  <a:pt x="1359673" y="1898212"/>
                </a:lnTo>
                <a:lnTo>
                  <a:pt x="1361235" y="1902008"/>
                </a:lnTo>
                <a:cubicBezTo>
                  <a:pt x="1367590" y="1916049"/>
                  <a:pt x="1375428" y="1929408"/>
                  <a:pt x="1384748" y="1942087"/>
                </a:cubicBezTo>
                <a:lnTo>
                  <a:pt x="1385915" y="1943942"/>
                </a:lnTo>
                <a:lnTo>
                  <a:pt x="1378190" y="1960276"/>
                </a:lnTo>
                <a:lnTo>
                  <a:pt x="1222574" y="1960276"/>
                </a:lnTo>
                <a:close/>
                <a:moveTo>
                  <a:pt x="1503208" y="1812108"/>
                </a:moveTo>
                <a:lnTo>
                  <a:pt x="1513031" y="1815199"/>
                </a:lnTo>
                <a:lnTo>
                  <a:pt x="1513030" y="1884432"/>
                </a:lnTo>
                <a:lnTo>
                  <a:pt x="1503208" y="1881448"/>
                </a:lnTo>
                <a:close/>
                <a:moveTo>
                  <a:pt x="1617233" y="1755712"/>
                </a:moveTo>
                <a:cubicBezTo>
                  <a:pt x="1624755" y="1753182"/>
                  <a:pt x="1633123" y="1751917"/>
                  <a:pt x="1642337" y="1751916"/>
                </a:cubicBezTo>
                <a:cubicBezTo>
                  <a:pt x="1653890" y="1751917"/>
                  <a:pt x="1667423" y="1754013"/>
                  <a:pt x="1682936" y="1758207"/>
                </a:cubicBezTo>
                <a:cubicBezTo>
                  <a:pt x="1689695" y="1760065"/>
                  <a:pt x="1694685" y="1760995"/>
                  <a:pt x="1697907" y="1760995"/>
                </a:cubicBezTo>
                <a:cubicBezTo>
                  <a:pt x="1702128" y="1760995"/>
                  <a:pt x="1707273" y="1759352"/>
                  <a:pt x="1713342" y="1756068"/>
                </a:cubicBezTo>
                <a:lnTo>
                  <a:pt x="1718244" y="1758626"/>
                </a:lnTo>
                <a:cubicBezTo>
                  <a:pt x="1712946" y="1767160"/>
                  <a:pt x="1708828" y="1775032"/>
                  <a:pt x="1705888" y="1782243"/>
                </a:cubicBezTo>
                <a:cubicBezTo>
                  <a:pt x="1699919" y="1796924"/>
                  <a:pt x="1695900" y="1806021"/>
                  <a:pt x="1693834" y="1809534"/>
                </a:cubicBezTo>
                <a:lnTo>
                  <a:pt x="1689430" y="1811785"/>
                </a:lnTo>
                <a:cubicBezTo>
                  <a:pt x="1687834" y="1809393"/>
                  <a:pt x="1686893" y="1807620"/>
                  <a:pt x="1686606" y="1806467"/>
                </a:cubicBezTo>
                <a:lnTo>
                  <a:pt x="1683280" y="1796748"/>
                </a:lnTo>
                <a:lnTo>
                  <a:pt x="1681007" y="1797881"/>
                </a:lnTo>
                <a:cubicBezTo>
                  <a:pt x="1669789" y="1786486"/>
                  <a:pt x="1658481" y="1780789"/>
                  <a:pt x="1647086" y="1780789"/>
                </a:cubicBezTo>
                <a:cubicBezTo>
                  <a:pt x="1640522" y="1780789"/>
                  <a:pt x="1635119" y="1782657"/>
                  <a:pt x="1630872" y="1786394"/>
                </a:cubicBezTo>
                <a:cubicBezTo>
                  <a:pt x="1626626" y="1790130"/>
                  <a:pt x="1624503" y="1794864"/>
                  <a:pt x="1624502" y="1800598"/>
                </a:cubicBezTo>
                <a:cubicBezTo>
                  <a:pt x="1624503" y="1806878"/>
                  <a:pt x="1629019" y="1813496"/>
                  <a:pt x="1638051" y="1820452"/>
                </a:cubicBezTo>
                <a:lnTo>
                  <a:pt x="1640468" y="1822619"/>
                </a:lnTo>
                <a:lnTo>
                  <a:pt x="1639554" y="1824372"/>
                </a:lnTo>
                <a:lnTo>
                  <a:pt x="1646195" y="1827400"/>
                </a:lnTo>
                <a:lnTo>
                  <a:pt x="1670833" y="1833386"/>
                </a:lnTo>
                <a:cubicBezTo>
                  <a:pt x="1689174" y="1837812"/>
                  <a:pt x="1702929" y="1844899"/>
                  <a:pt x="1712100" y="1854648"/>
                </a:cubicBezTo>
                <a:lnTo>
                  <a:pt x="1712142" y="1854717"/>
                </a:lnTo>
                <a:lnTo>
                  <a:pt x="1712142" y="1849892"/>
                </a:lnTo>
                <a:cubicBezTo>
                  <a:pt x="1729420" y="1860989"/>
                  <a:pt x="1738059" y="1875699"/>
                  <a:pt x="1738059" y="1894024"/>
                </a:cubicBezTo>
                <a:cubicBezTo>
                  <a:pt x="1738059" y="1913454"/>
                  <a:pt x="1730544" y="1929899"/>
                  <a:pt x="1715515" y="1943360"/>
                </a:cubicBezTo>
                <a:cubicBezTo>
                  <a:pt x="1700485" y="1956820"/>
                  <a:pt x="1682254" y="1963550"/>
                  <a:pt x="1660819" y="1963550"/>
                </a:cubicBezTo>
                <a:cubicBezTo>
                  <a:pt x="1649941" y="1963550"/>
                  <a:pt x="1640210" y="1962458"/>
                  <a:pt x="1631626" y="1960274"/>
                </a:cubicBezTo>
                <a:lnTo>
                  <a:pt x="1608283" y="1954546"/>
                </a:lnTo>
                <a:cubicBezTo>
                  <a:pt x="1602957" y="1953207"/>
                  <a:pt x="1597370" y="1952537"/>
                  <a:pt x="1591519" y="1952537"/>
                </a:cubicBezTo>
                <a:cubicBezTo>
                  <a:pt x="1586467" y="1952536"/>
                  <a:pt x="1580834" y="1953658"/>
                  <a:pt x="1574623" y="1955899"/>
                </a:cubicBezTo>
                <a:lnTo>
                  <a:pt x="1571518" y="1947319"/>
                </a:lnTo>
                <a:lnTo>
                  <a:pt x="1564554" y="1960276"/>
                </a:lnTo>
                <a:lnTo>
                  <a:pt x="1401642" y="1960276"/>
                </a:lnTo>
                <a:lnTo>
                  <a:pt x="1398047" y="1950454"/>
                </a:lnTo>
                <a:lnTo>
                  <a:pt x="1559009" y="1950454"/>
                </a:lnTo>
                <a:lnTo>
                  <a:pt x="1562793" y="1944889"/>
                </a:lnTo>
                <a:cubicBezTo>
                  <a:pt x="1549081" y="1932703"/>
                  <a:pt x="1539206" y="1917678"/>
                  <a:pt x="1533169" y="1899812"/>
                </a:cubicBezTo>
                <a:lnTo>
                  <a:pt x="1543175" y="1902280"/>
                </a:lnTo>
                <a:lnTo>
                  <a:pt x="1567674" y="1937095"/>
                </a:lnTo>
                <a:lnTo>
                  <a:pt x="1592535" y="1885334"/>
                </a:lnTo>
                <a:lnTo>
                  <a:pt x="1600035" y="1886757"/>
                </a:lnTo>
                <a:lnTo>
                  <a:pt x="1617067" y="1921211"/>
                </a:lnTo>
                <a:lnTo>
                  <a:pt x="1617078" y="1921234"/>
                </a:lnTo>
                <a:lnTo>
                  <a:pt x="1617079" y="1921235"/>
                </a:lnTo>
                <a:lnTo>
                  <a:pt x="1617617" y="1922324"/>
                </a:lnTo>
                <a:lnTo>
                  <a:pt x="1620104" y="1923651"/>
                </a:lnTo>
                <a:lnTo>
                  <a:pt x="1617079" y="1921235"/>
                </a:lnTo>
                <a:lnTo>
                  <a:pt x="1617067" y="1921211"/>
                </a:lnTo>
                <a:lnTo>
                  <a:pt x="1604307" y="1893264"/>
                </a:lnTo>
                <a:lnTo>
                  <a:pt x="1613657" y="1891896"/>
                </a:lnTo>
                <a:cubicBezTo>
                  <a:pt x="1617450" y="1910021"/>
                  <a:pt x="1627310" y="1922792"/>
                  <a:pt x="1643241" y="1930210"/>
                </a:cubicBezTo>
                <a:lnTo>
                  <a:pt x="1643242" y="1932493"/>
                </a:lnTo>
                <a:lnTo>
                  <a:pt x="1655720" y="1934231"/>
                </a:lnTo>
                <a:cubicBezTo>
                  <a:pt x="1668067" y="1934231"/>
                  <a:pt x="1677757" y="1931472"/>
                  <a:pt x="1684793" y="1925953"/>
                </a:cubicBezTo>
                <a:cubicBezTo>
                  <a:pt x="1691828" y="1920433"/>
                  <a:pt x="1695345" y="1913052"/>
                  <a:pt x="1695345" y="1903807"/>
                </a:cubicBezTo>
                <a:lnTo>
                  <a:pt x="1694026" y="1896055"/>
                </a:lnTo>
                <a:lnTo>
                  <a:pt x="1691122" y="1897413"/>
                </a:lnTo>
                <a:cubicBezTo>
                  <a:pt x="1685965" y="1892031"/>
                  <a:pt x="1680966" y="1888235"/>
                  <a:pt x="1676127" y="1886024"/>
                </a:cubicBezTo>
                <a:cubicBezTo>
                  <a:pt x="1671290" y="1883812"/>
                  <a:pt x="1661728" y="1881030"/>
                  <a:pt x="1647443" y="1877677"/>
                </a:cubicBezTo>
                <a:cubicBezTo>
                  <a:pt x="1626205" y="1872762"/>
                  <a:pt x="1611722" y="1868401"/>
                  <a:pt x="1603998" y="1864593"/>
                </a:cubicBezTo>
                <a:cubicBezTo>
                  <a:pt x="1596274" y="1860784"/>
                  <a:pt x="1591609" y="1854134"/>
                  <a:pt x="1590005" y="1844641"/>
                </a:cubicBezTo>
                <a:lnTo>
                  <a:pt x="1599560" y="1848028"/>
                </a:lnTo>
                <a:lnTo>
                  <a:pt x="1592848" y="1843531"/>
                </a:lnTo>
                <a:cubicBezTo>
                  <a:pt x="1584087" y="1834664"/>
                  <a:pt x="1579706" y="1822377"/>
                  <a:pt x="1579706" y="1806671"/>
                </a:cubicBezTo>
                <a:cubicBezTo>
                  <a:pt x="1579705" y="1790412"/>
                  <a:pt x="1585537" y="1777221"/>
                  <a:pt x="1597201" y="1767099"/>
                </a:cubicBezTo>
                <a:cubicBezTo>
                  <a:pt x="1603033" y="1762038"/>
                  <a:pt x="1609710" y="1758243"/>
                  <a:pt x="1617233" y="1755712"/>
                </a:cubicBezTo>
                <a:close/>
                <a:moveTo>
                  <a:pt x="1551040" y="1762335"/>
                </a:moveTo>
                <a:lnTo>
                  <a:pt x="1555907" y="1768525"/>
                </a:lnTo>
                <a:lnTo>
                  <a:pt x="1554514" y="1771150"/>
                </a:lnTo>
                <a:cubicBezTo>
                  <a:pt x="1542689" y="1787044"/>
                  <a:pt x="1534199" y="1800923"/>
                  <a:pt x="1529043" y="1812787"/>
                </a:cubicBezTo>
                <a:lnTo>
                  <a:pt x="1522519" y="1807246"/>
                </a:lnTo>
                <a:cubicBezTo>
                  <a:pt x="1529306" y="1790794"/>
                  <a:pt x="1538813" y="1775823"/>
                  <a:pt x="1551040" y="1762335"/>
                </a:cubicBezTo>
                <a:close/>
                <a:moveTo>
                  <a:pt x="2278999" y="1383716"/>
                </a:moveTo>
                <a:lnTo>
                  <a:pt x="2353944" y="1383716"/>
                </a:lnTo>
                <a:lnTo>
                  <a:pt x="2334116" y="1407286"/>
                </a:lnTo>
                <a:lnTo>
                  <a:pt x="2334115" y="1504497"/>
                </a:lnTo>
                <a:lnTo>
                  <a:pt x="2334406" y="1526958"/>
                </a:lnTo>
                <a:lnTo>
                  <a:pt x="2339963" y="1544579"/>
                </a:lnTo>
                <a:lnTo>
                  <a:pt x="2340502" y="1547875"/>
                </a:lnTo>
                <a:lnTo>
                  <a:pt x="2341274" y="1548736"/>
                </a:lnTo>
                <a:lnTo>
                  <a:pt x="2342544" y="1552764"/>
                </a:lnTo>
                <a:lnTo>
                  <a:pt x="2347205" y="1555341"/>
                </a:lnTo>
                <a:lnTo>
                  <a:pt x="2341274" y="1548736"/>
                </a:lnTo>
                <a:lnTo>
                  <a:pt x="2339963" y="1544579"/>
                </a:lnTo>
                <a:lnTo>
                  <a:pt x="2335455" y="1516982"/>
                </a:lnTo>
                <a:lnTo>
                  <a:pt x="2335455" y="1406331"/>
                </a:lnTo>
                <a:lnTo>
                  <a:pt x="2355410" y="1388532"/>
                </a:lnTo>
                <a:lnTo>
                  <a:pt x="2360025" y="1394962"/>
                </a:lnTo>
                <a:lnTo>
                  <a:pt x="2345724" y="1410224"/>
                </a:lnTo>
                <a:lnTo>
                  <a:pt x="2345724" y="1514443"/>
                </a:lnTo>
                <a:lnTo>
                  <a:pt x="2345536" y="1527019"/>
                </a:lnTo>
                <a:lnTo>
                  <a:pt x="2349926" y="1544987"/>
                </a:lnTo>
                <a:cubicBezTo>
                  <a:pt x="2351821" y="1548116"/>
                  <a:pt x="2356010" y="1552414"/>
                  <a:pt x="2362494" y="1557882"/>
                </a:cubicBezTo>
                <a:lnTo>
                  <a:pt x="2362710" y="1560001"/>
                </a:lnTo>
                <a:lnTo>
                  <a:pt x="2370795" y="1560970"/>
                </a:lnTo>
                <a:cubicBezTo>
                  <a:pt x="2385465" y="1560970"/>
                  <a:pt x="2395312" y="1558336"/>
                  <a:pt x="2400335" y="1553068"/>
                </a:cubicBezTo>
                <a:cubicBezTo>
                  <a:pt x="2405098" y="1542982"/>
                  <a:pt x="2407478" y="1525946"/>
                  <a:pt x="2407479" y="1501960"/>
                </a:cubicBezTo>
                <a:lnTo>
                  <a:pt x="2408060" y="1408933"/>
                </a:lnTo>
                <a:lnTo>
                  <a:pt x="2385315" y="1383716"/>
                </a:lnTo>
                <a:lnTo>
                  <a:pt x="2453550" y="1383716"/>
                </a:lnTo>
                <a:lnTo>
                  <a:pt x="2427431" y="1408912"/>
                </a:lnTo>
                <a:lnTo>
                  <a:pt x="2427430" y="1501813"/>
                </a:lnTo>
                <a:cubicBezTo>
                  <a:pt x="2427431" y="1519201"/>
                  <a:pt x="2426851" y="1531830"/>
                  <a:pt x="2425690" y="1539700"/>
                </a:cubicBezTo>
                <a:cubicBezTo>
                  <a:pt x="2424530" y="1547568"/>
                  <a:pt x="2422339" y="1552606"/>
                  <a:pt x="2419120" y="1554812"/>
                </a:cubicBezTo>
                <a:cubicBezTo>
                  <a:pt x="2409818" y="1571221"/>
                  <a:pt x="2392542" y="1579425"/>
                  <a:pt x="2367291" y="1579425"/>
                </a:cubicBezTo>
                <a:cubicBezTo>
                  <a:pt x="2340852" y="1579425"/>
                  <a:pt x="2322287" y="1572848"/>
                  <a:pt x="2311596" y="1559696"/>
                </a:cubicBezTo>
                <a:cubicBezTo>
                  <a:pt x="2303094" y="1549352"/>
                  <a:pt x="2298843" y="1529912"/>
                  <a:pt x="2298843" y="1501376"/>
                </a:cubicBezTo>
                <a:lnTo>
                  <a:pt x="2298843" y="1405854"/>
                </a:lnTo>
                <a:close/>
                <a:moveTo>
                  <a:pt x="1444272" y="1773636"/>
                </a:moveTo>
                <a:lnTo>
                  <a:pt x="1444272" y="1834962"/>
                </a:lnTo>
                <a:lnTo>
                  <a:pt x="1447547" y="1834962"/>
                </a:lnTo>
                <a:lnTo>
                  <a:pt x="1447546" y="1775869"/>
                </a:lnTo>
                <a:cubicBezTo>
                  <a:pt x="1457068" y="1774982"/>
                  <a:pt x="1465107" y="1774538"/>
                  <a:pt x="1471661" y="1774538"/>
                </a:cubicBezTo>
                <a:lnTo>
                  <a:pt x="1481634" y="1775176"/>
                </a:lnTo>
                <a:lnTo>
                  <a:pt x="1493225" y="1776908"/>
                </a:lnTo>
                <a:lnTo>
                  <a:pt x="1499799" y="1778681"/>
                </a:lnTo>
                <a:lnTo>
                  <a:pt x="1498792" y="1777740"/>
                </a:lnTo>
                <a:lnTo>
                  <a:pt x="1493225" y="1776908"/>
                </a:lnTo>
                <a:lnTo>
                  <a:pt x="1488410" y="1775609"/>
                </a:lnTo>
                <a:lnTo>
                  <a:pt x="1481634" y="1775176"/>
                </a:lnTo>
                <a:lnTo>
                  <a:pt x="1467406" y="1773050"/>
                </a:lnTo>
                <a:cubicBezTo>
                  <a:pt x="1460209" y="1773050"/>
                  <a:pt x="1452498" y="1773246"/>
                  <a:pt x="1444272" y="1773636"/>
                </a:cubicBezTo>
                <a:close/>
                <a:moveTo>
                  <a:pt x="2144584" y="1405469"/>
                </a:moveTo>
                <a:cubicBezTo>
                  <a:pt x="2127269" y="1415934"/>
                  <a:pt x="2118612" y="1442099"/>
                  <a:pt x="2118612" y="1483961"/>
                </a:cubicBezTo>
                <a:cubicBezTo>
                  <a:pt x="2118612" y="1503250"/>
                  <a:pt x="2120742" y="1518923"/>
                  <a:pt x="2125003" y="1530979"/>
                </a:cubicBezTo>
                <a:lnTo>
                  <a:pt x="2131898" y="1540085"/>
                </a:lnTo>
                <a:lnTo>
                  <a:pt x="2137644" y="1550058"/>
                </a:lnTo>
                <a:lnTo>
                  <a:pt x="2143012" y="1554761"/>
                </a:lnTo>
                <a:lnTo>
                  <a:pt x="2144175" y="1556296"/>
                </a:lnTo>
                <a:lnTo>
                  <a:pt x="2145243" y="1556715"/>
                </a:lnTo>
                <a:lnTo>
                  <a:pt x="2143012" y="1554761"/>
                </a:lnTo>
                <a:lnTo>
                  <a:pt x="2131898" y="1540085"/>
                </a:lnTo>
                <a:lnTo>
                  <a:pt x="2128450" y="1534100"/>
                </a:lnTo>
                <a:cubicBezTo>
                  <a:pt x="2124174" y="1522449"/>
                  <a:pt x="2122036" y="1506810"/>
                  <a:pt x="2122035" y="1487184"/>
                </a:cubicBezTo>
                <a:cubicBezTo>
                  <a:pt x="2122036" y="1431203"/>
                  <a:pt x="2137219" y="1403212"/>
                  <a:pt x="2167583" y="1403212"/>
                </a:cubicBezTo>
                <a:lnTo>
                  <a:pt x="2172373" y="1404449"/>
                </a:lnTo>
                <a:lnTo>
                  <a:pt x="2193637" y="1416254"/>
                </a:lnTo>
                <a:lnTo>
                  <a:pt x="2199137" y="1422213"/>
                </a:lnTo>
                <a:lnTo>
                  <a:pt x="2192547" y="1420643"/>
                </a:lnTo>
                <a:cubicBezTo>
                  <a:pt x="2183315" y="1415472"/>
                  <a:pt x="2175083" y="1412886"/>
                  <a:pt x="2167852" y="1412886"/>
                </a:cubicBezTo>
                <a:cubicBezTo>
                  <a:pt x="2144352" y="1412886"/>
                  <a:pt x="2132603" y="1437056"/>
                  <a:pt x="2132602" y="1485398"/>
                </a:cubicBezTo>
                <a:cubicBezTo>
                  <a:pt x="2132602" y="1521250"/>
                  <a:pt x="2140529" y="1545499"/>
                  <a:pt x="2156382" y="1558145"/>
                </a:cubicBezTo>
                <a:lnTo>
                  <a:pt x="2154797" y="1560071"/>
                </a:lnTo>
                <a:lnTo>
                  <a:pt x="2164056" y="1561119"/>
                </a:lnTo>
                <a:cubicBezTo>
                  <a:pt x="2177959" y="1561119"/>
                  <a:pt x="2188645" y="1554406"/>
                  <a:pt x="2196113" y="1540982"/>
                </a:cubicBezTo>
                <a:cubicBezTo>
                  <a:pt x="2203580" y="1527557"/>
                  <a:pt x="2207314" y="1507479"/>
                  <a:pt x="2207314" y="1480750"/>
                </a:cubicBezTo>
                <a:cubicBezTo>
                  <a:pt x="2207313" y="1450509"/>
                  <a:pt x="2204532" y="1429997"/>
                  <a:pt x="2198965" y="1419212"/>
                </a:cubicBezTo>
                <a:lnTo>
                  <a:pt x="2193637" y="1416254"/>
                </a:lnTo>
                <a:lnTo>
                  <a:pt x="2185986" y="1407963"/>
                </a:lnTo>
                <a:lnTo>
                  <a:pt x="2172373" y="1404449"/>
                </a:lnTo>
                <a:lnTo>
                  <a:pt x="2164784" y="1400236"/>
                </a:lnTo>
                <a:cubicBezTo>
                  <a:pt x="2157089" y="1400235"/>
                  <a:pt x="2150355" y="1401980"/>
                  <a:pt x="2144584" y="1405469"/>
                </a:cubicBezTo>
                <a:close/>
                <a:moveTo>
                  <a:pt x="1387118" y="1755191"/>
                </a:moveTo>
                <a:lnTo>
                  <a:pt x="1548875" y="1755191"/>
                </a:lnTo>
                <a:lnTo>
                  <a:pt x="1546101" y="1762488"/>
                </a:lnTo>
                <a:cubicBezTo>
                  <a:pt x="1536262" y="1774541"/>
                  <a:pt x="1527583" y="1788971"/>
                  <a:pt x="1520067" y="1805779"/>
                </a:cubicBezTo>
                <a:cubicBezTo>
                  <a:pt x="1517072" y="1802376"/>
                  <a:pt x="1515331" y="1800146"/>
                  <a:pt x="1514845" y="1799090"/>
                </a:cubicBezTo>
                <a:lnTo>
                  <a:pt x="1514541" y="1798561"/>
                </a:lnTo>
                <a:lnTo>
                  <a:pt x="1508994" y="1796374"/>
                </a:lnTo>
                <a:cubicBezTo>
                  <a:pt x="1501878" y="1790705"/>
                  <a:pt x="1496729" y="1787335"/>
                  <a:pt x="1493547" y="1786265"/>
                </a:cubicBezTo>
                <a:cubicBezTo>
                  <a:pt x="1490365" y="1785194"/>
                  <a:pt x="1483816" y="1784659"/>
                  <a:pt x="1473901" y="1784659"/>
                </a:cubicBezTo>
                <a:cubicBezTo>
                  <a:pt x="1470891" y="1784659"/>
                  <a:pt x="1465408" y="1784874"/>
                  <a:pt x="1457448" y="1785305"/>
                </a:cubicBezTo>
                <a:lnTo>
                  <a:pt x="1457369" y="1785310"/>
                </a:lnTo>
                <a:lnTo>
                  <a:pt x="1457369" y="1834963"/>
                </a:lnTo>
                <a:lnTo>
                  <a:pt x="1479512" y="1834962"/>
                </a:lnTo>
                <a:lnTo>
                  <a:pt x="1502910" y="1809176"/>
                </a:lnTo>
                <a:lnTo>
                  <a:pt x="1502910" y="1877865"/>
                </a:lnTo>
                <a:lnTo>
                  <a:pt x="1488165" y="1862556"/>
                </a:lnTo>
                <a:lnTo>
                  <a:pt x="1489088" y="1864133"/>
                </a:lnTo>
                <a:lnTo>
                  <a:pt x="1457369" y="1864133"/>
                </a:lnTo>
                <a:lnTo>
                  <a:pt x="1457369" y="1929468"/>
                </a:lnTo>
                <a:cubicBezTo>
                  <a:pt x="1474810" y="1929468"/>
                  <a:pt x="1487438" y="1928147"/>
                  <a:pt x="1495253" y="1925503"/>
                </a:cubicBezTo>
                <a:cubicBezTo>
                  <a:pt x="1503068" y="1922860"/>
                  <a:pt x="1510022" y="1917219"/>
                  <a:pt x="1516114" y="1908580"/>
                </a:cubicBezTo>
                <a:lnTo>
                  <a:pt x="1521251" y="1896789"/>
                </a:lnTo>
                <a:cubicBezTo>
                  <a:pt x="1521409" y="1896473"/>
                  <a:pt x="1523273" y="1894900"/>
                  <a:pt x="1526844" y="1892071"/>
                </a:cubicBezTo>
                <a:cubicBezTo>
                  <a:pt x="1530506" y="1904065"/>
                  <a:pt x="1534141" y="1913164"/>
                  <a:pt x="1537750" y="1919366"/>
                </a:cubicBezTo>
                <a:cubicBezTo>
                  <a:pt x="1541359" y="1925568"/>
                  <a:pt x="1547695" y="1934541"/>
                  <a:pt x="1556756" y="1946286"/>
                </a:cubicBezTo>
                <a:lnTo>
                  <a:pt x="1387118" y="1946286"/>
                </a:lnTo>
                <a:lnTo>
                  <a:pt x="1409297" y="1924876"/>
                </a:lnTo>
                <a:lnTo>
                  <a:pt x="1409298" y="1864133"/>
                </a:lnTo>
                <a:cubicBezTo>
                  <a:pt x="1403828" y="1865048"/>
                  <a:pt x="1397129" y="1867580"/>
                  <a:pt x="1389202" y="1871730"/>
                </a:cubicBezTo>
                <a:lnTo>
                  <a:pt x="1385076" y="1864947"/>
                </a:lnTo>
                <a:cubicBezTo>
                  <a:pt x="1392199" y="1859307"/>
                  <a:pt x="1400273" y="1855934"/>
                  <a:pt x="1409297" y="1854827"/>
                </a:cubicBezTo>
                <a:lnTo>
                  <a:pt x="1409297" y="1853255"/>
                </a:lnTo>
                <a:cubicBezTo>
                  <a:pt x="1409384" y="1853264"/>
                  <a:pt x="1409209" y="1853269"/>
                  <a:pt x="1408772" y="1853269"/>
                </a:cubicBezTo>
                <a:cubicBezTo>
                  <a:pt x="1399658" y="1853268"/>
                  <a:pt x="1389619" y="1856890"/>
                  <a:pt x="1378655" y="1864133"/>
                </a:cubicBezTo>
                <a:cubicBezTo>
                  <a:pt x="1383613" y="1844686"/>
                  <a:pt x="1393827" y="1834963"/>
                  <a:pt x="1409297" y="1834963"/>
                </a:cubicBezTo>
                <a:lnTo>
                  <a:pt x="1409298" y="1777117"/>
                </a:lnTo>
                <a:close/>
                <a:moveTo>
                  <a:pt x="2130285" y="1388510"/>
                </a:moveTo>
                <a:cubicBezTo>
                  <a:pt x="2140475" y="1384024"/>
                  <a:pt x="2151979" y="1381781"/>
                  <a:pt x="2164796" y="1381781"/>
                </a:cubicBezTo>
                <a:cubicBezTo>
                  <a:pt x="2177124" y="1381781"/>
                  <a:pt x="2188207" y="1384103"/>
                  <a:pt x="2198045" y="1388745"/>
                </a:cubicBezTo>
                <a:lnTo>
                  <a:pt x="2208358" y="1395240"/>
                </a:lnTo>
                <a:lnTo>
                  <a:pt x="2208358" y="1389262"/>
                </a:lnTo>
                <a:cubicBezTo>
                  <a:pt x="2225831" y="1396527"/>
                  <a:pt x="2238732" y="1408537"/>
                  <a:pt x="2247061" y="1425292"/>
                </a:cubicBezTo>
                <a:cubicBezTo>
                  <a:pt x="2255388" y="1442048"/>
                  <a:pt x="2259553" y="1461282"/>
                  <a:pt x="2259552" y="1482996"/>
                </a:cubicBezTo>
                <a:cubicBezTo>
                  <a:pt x="2259553" y="1514999"/>
                  <a:pt x="2251331" y="1540955"/>
                  <a:pt x="2234886" y="1560868"/>
                </a:cubicBezTo>
                <a:cubicBezTo>
                  <a:pt x="2218441" y="1580780"/>
                  <a:pt x="2196776" y="1590736"/>
                  <a:pt x="2169893" y="1590736"/>
                </a:cubicBezTo>
                <a:cubicBezTo>
                  <a:pt x="2152632" y="1590736"/>
                  <a:pt x="2136172" y="1584640"/>
                  <a:pt x="2120513" y="1572448"/>
                </a:cubicBezTo>
                <a:lnTo>
                  <a:pt x="2120512" y="1567242"/>
                </a:lnTo>
                <a:cubicBezTo>
                  <a:pt x="2135259" y="1576158"/>
                  <a:pt x="2151387" y="1580615"/>
                  <a:pt x="2168898" y="1580615"/>
                </a:cubicBezTo>
                <a:cubicBezTo>
                  <a:pt x="2192417" y="1580615"/>
                  <a:pt x="2211744" y="1571735"/>
                  <a:pt x="2226879" y="1553973"/>
                </a:cubicBezTo>
                <a:cubicBezTo>
                  <a:pt x="2242014" y="1536211"/>
                  <a:pt x="2249581" y="1513389"/>
                  <a:pt x="2249581" y="1485508"/>
                </a:cubicBezTo>
                <a:cubicBezTo>
                  <a:pt x="2249581" y="1464688"/>
                  <a:pt x="2246097" y="1446518"/>
                  <a:pt x="2239129" y="1430996"/>
                </a:cubicBezTo>
                <a:cubicBezTo>
                  <a:pt x="2235645" y="1423234"/>
                  <a:pt x="2231339" y="1416399"/>
                  <a:pt x="2226210" y="1410490"/>
                </a:cubicBezTo>
                <a:lnTo>
                  <a:pt x="2217508" y="1403201"/>
                </a:lnTo>
                <a:lnTo>
                  <a:pt x="2223821" y="1409638"/>
                </a:lnTo>
                <a:cubicBezTo>
                  <a:pt x="2238513" y="1428209"/>
                  <a:pt x="2245860" y="1452787"/>
                  <a:pt x="2245860" y="1483373"/>
                </a:cubicBezTo>
                <a:cubicBezTo>
                  <a:pt x="2245861" y="1512355"/>
                  <a:pt x="2238609" y="1535584"/>
                  <a:pt x="2224106" y="1553061"/>
                </a:cubicBezTo>
                <a:cubicBezTo>
                  <a:pt x="2209603" y="1570537"/>
                  <a:pt x="2190075" y="1579276"/>
                  <a:pt x="2165523" y="1579276"/>
                </a:cubicBezTo>
                <a:cubicBezTo>
                  <a:pt x="2146197" y="1579276"/>
                  <a:pt x="2129021" y="1573127"/>
                  <a:pt x="2113992" y="1560828"/>
                </a:cubicBezTo>
                <a:cubicBezTo>
                  <a:pt x="2091970" y="1542736"/>
                  <a:pt x="2080959" y="1516043"/>
                  <a:pt x="2080959" y="1480747"/>
                </a:cubicBezTo>
                <a:cubicBezTo>
                  <a:pt x="2080958" y="1450657"/>
                  <a:pt x="2088523" y="1426641"/>
                  <a:pt x="2103651" y="1408697"/>
                </a:cubicBezTo>
                <a:cubicBezTo>
                  <a:pt x="2111215" y="1399725"/>
                  <a:pt x="2120093" y="1392996"/>
                  <a:pt x="2130285" y="1388510"/>
                </a:cubicBezTo>
                <a:close/>
                <a:moveTo>
                  <a:pt x="1080982" y="1860539"/>
                </a:moveTo>
                <a:lnTo>
                  <a:pt x="1080983" y="1928350"/>
                </a:lnTo>
                <a:lnTo>
                  <a:pt x="1082769" y="1930269"/>
                </a:lnTo>
                <a:lnTo>
                  <a:pt x="1082769" y="1861577"/>
                </a:lnTo>
                <a:lnTo>
                  <a:pt x="1090177" y="1861901"/>
                </a:lnTo>
                <a:cubicBezTo>
                  <a:pt x="1102606" y="1862794"/>
                  <a:pt x="1111845" y="1863240"/>
                  <a:pt x="1117894" y="1863240"/>
                </a:cubicBezTo>
                <a:cubicBezTo>
                  <a:pt x="1126912" y="1863240"/>
                  <a:pt x="1134055" y="1862299"/>
                  <a:pt x="1139323" y="1860417"/>
                </a:cubicBezTo>
                <a:lnTo>
                  <a:pt x="1139323" y="1860233"/>
                </a:lnTo>
                <a:cubicBezTo>
                  <a:pt x="1132442" y="1861642"/>
                  <a:pt x="1122766" y="1862347"/>
                  <a:pt x="1110297" y="1862347"/>
                </a:cubicBezTo>
                <a:cubicBezTo>
                  <a:pt x="1103553" y="1862347"/>
                  <a:pt x="1098493" y="1862178"/>
                  <a:pt x="1095119" y="1861840"/>
                </a:cubicBezTo>
                <a:close/>
                <a:moveTo>
                  <a:pt x="1213247" y="1755191"/>
                </a:moveTo>
                <a:lnTo>
                  <a:pt x="1289159" y="1755191"/>
                </a:lnTo>
                <a:lnTo>
                  <a:pt x="1268506" y="1779354"/>
                </a:lnTo>
                <a:lnTo>
                  <a:pt x="1268506" y="1931127"/>
                </a:lnTo>
                <a:lnTo>
                  <a:pt x="1266218" y="1931126"/>
                </a:lnTo>
                <a:lnTo>
                  <a:pt x="1270143" y="1931445"/>
                </a:lnTo>
                <a:lnTo>
                  <a:pt x="1270143" y="1778369"/>
                </a:lnTo>
                <a:lnTo>
                  <a:pt x="1289498" y="1760737"/>
                </a:lnTo>
                <a:lnTo>
                  <a:pt x="1294121" y="1767330"/>
                </a:lnTo>
                <a:lnTo>
                  <a:pt x="1279966" y="1782517"/>
                </a:lnTo>
                <a:lnTo>
                  <a:pt x="1279966" y="1931866"/>
                </a:lnTo>
                <a:cubicBezTo>
                  <a:pt x="1282068" y="1932054"/>
                  <a:pt x="1285210" y="1932147"/>
                  <a:pt x="1289391" y="1932148"/>
                </a:cubicBezTo>
                <a:cubicBezTo>
                  <a:pt x="1304129" y="1932147"/>
                  <a:pt x="1315179" y="1928965"/>
                  <a:pt x="1322539" y="1922602"/>
                </a:cubicBezTo>
                <a:cubicBezTo>
                  <a:pt x="1329899" y="1916237"/>
                  <a:pt x="1335558" y="1904690"/>
                  <a:pt x="1339515" y="1887957"/>
                </a:cubicBezTo>
                <a:cubicBezTo>
                  <a:pt x="1351096" y="1915462"/>
                  <a:pt x="1361841" y="1935600"/>
                  <a:pt x="1371751" y="1948370"/>
                </a:cubicBezTo>
                <a:lnTo>
                  <a:pt x="1213247" y="1948369"/>
                </a:lnTo>
                <a:lnTo>
                  <a:pt x="1233383" y="1927452"/>
                </a:lnTo>
                <a:lnTo>
                  <a:pt x="1233383" y="1778078"/>
                </a:lnTo>
                <a:close/>
                <a:moveTo>
                  <a:pt x="2087061" y="1341107"/>
                </a:moveTo>
                <a:lnTo>
                  <a:pt x="2087061" y="1351276"/>
                </a:lnTo>
                <a:lnTo>
                  <a:pt x="2084675" y="1353667"/>
                </a:lnTo>
                <a:cubicBezTo>
                  <a:pt x="2076620" y="1361342"/>
                  <a:pt x="2069702" y="1369003"/>
                  <a:pt x="2063923" y="1376651"/>
                </a:cubicBezTo>
                <a:cubicBezTo>
                  <a:pt x="2058143" y="1384299"/>
                  <a:pt x="2049456" y="1397335"/>
                  <a:pt x="2037864" y="1415761"/>
                </a:cubicBezTo>
                <a:lnTo>
                  <a:pt x="1985560" y="1498172"/>
                </a:lnTo>
                <a:lnTo>
                  <a:pt x="1985560" y="1553543"/>
                </a:lnTo>
                <a:lnTo>
                  <a:pt x="2011519" y="1588801"/>
                </a:lnTo>
                <a:lnTo>
                  <a:pt x="1915167" y="1588801"/>
                </a:lnTo>
                <a:lnTo>
                  <a:pt x="1912404" y="1578978"/>
                </a:lnTo>
                <a:lnTo>
                  <a:pt x="1997687" y="1578979"/>
                </a:lnTo>
                <a:lnTo>
                  <a:pt x="1975588" y="1555617"/>
                </a:lnTo>
                <a:lnTo>
                  <a:pt x="1975589" y="1495369"/>
                </a:lnTo>
                <a:lnTo>
                  <a:pt x="2029785" y="1409777"/>
                </a:lnTo>
                <a:lnTo>
                  <a:pt x="2043921" y="1394955"/>
                </a:lnTo>
                <a:cubicBezTo>
                  <a:pt x="2055351" y="1371632"/>
                  <a:pt x="2069730" y="1353683"/>
                  <a:pt x="2087061" y="1341107"/>
                </a:cubicBezTo>
                <a:close/>
                <a:moveTo>
                  <a:pt x="2350547" y="1217028"/>
                </a:moveTo>
                <a:lnTo>
                  <a:pt x="2511509" y="1217028"/>
                </a:lnTo>
                <a:lnTo>
                  <a:pt x="2515293" y="1211464"/>
                </a:lnTo>
                <a:cubicBezTo>
                  <a:pt x="2501580" y="1199278"/>
                  <a:pt x="2491706" y="1184253"/>
                  <a:pt x="2485669" y="1166387"/>
                </a:cubicBezTo>
                <a:lnTo>
                  <a:pt x="2495675" y="1168855"/>
                </a:lnTo>
                <a:cubicBezTo>
                  <a:pt x="2501210" y="1181738"/>
                  <a:pt x="2510513" y="1194957"/>
                  <a:pt x="2523584" y="1208515"/>
                </a:cubicBezTo>
                <a:lnTo>
                  <a:pt x="2525918" y="1210359"/>
                </a:lnTo>
                <a:lnTo>
                  <a:pt x="2517053" y="1226851"/>
                </a:lnTo>
                <a:lnTo>
                  <a:pt x="2354142" y="1226851"/>
                </a:lnTo>
                <a:close/>
                <a:moveTo>
                  <a:pt x="1704171" y="1486053"/>
                </a:moveTo>
                <a:lnTo>
                  <a:pt x="1712565" y="1490323"/>
                </a:lnTo>
                <a:lnTo>
                  <a:pt x="1736057" y="1496158"/>
                </a:lnTo>
                <a:cubicBezTo>
                  <a:pt x="1752281" y="1500213"/>
                  <a:pt x="1763268" y="1503797"/>
                  <a:pt x="1769021" y="1506909"/>
                </a:cubicBezTo>
                <a:lnTo>
                  <a:pt x="1774971" y="1512111"/>
                </a:lnTo>
                <a:lnTo>
                  <a:pt x="1771131" y="1506139"/>
                </a:lnTo>
                <a:cubicBezTo>
                  <a:pt x="1760500" y="1500571"/>
                  <a:pt x="1743507" y="1495500"/>
                  <a:pt x="1720153" y="1490924"/>
                </a:cubicBezTo>
                <a:close/>
                <a:moveTo>
                  <a:pt x="1857393" y="1383716"/>
                </a:moveTo>
                <a:lnTo>
                  <a:pt x="1937184" y="1383716"/>
                </a:lnTo>
                <a:lnTo>
                  <a:pt x="1919090" y="1405882"/>
                </a:lnTo>
                <a:lnTo>
                  <a:pt x="1964499" y="1475801"/>
                </a:lnTo>
                <a:lnTo>
                  <a:pt x="1966231" y="1471385"/>
                </a:lnTo>
                <a:lnTo>
                  <a:pt x="1922910" y="1405094"/>
                </a:lnTo>
                <a:lnTo>
                  <a:pt x="1940981" y="1387948"/>
                </a:lnTo>
                <a:lnTo>
                  <a:pt x="1947397" y="1393097"/>
                </a:lnTo>
                <a:lnTo>
                  <a:pt x="1934121" y="1406040"/>
                </a:lnTo>
                <a:lnTo>
                  <a:pt x="1971384" y="1464858"/>
                </a:lnTo>
                <a:lnTo>
                  <a:pt x="2001571" y="1414737"/>
                </a:lnTo>
                <a:cubicBezTo>
                  <a:pt x="2010741" y="1400197"/>
                  <a:pt x="2015326" y="1389535"/>
                  <a:pt x="2015326" y="1382753"/>
                </a:cubicBezTo>
                <a:cubicBezTo>
                  <a:pt x="2015326" y="1377419"/>
                  <a:pt x="2011169" y="1369784"/>
                  <a:pt x="2002857" y="1359847"/>
                </a:cubicBezTo>
                <a:cubicBezTo>
                  <a:pt x="2032403" y="1352251"/>
                  <a:pt x="2056165" y="1343501"/>
                  <a:pt x="2074143" y="1333596"/>
                </a:cubicBezTo>
                <a:lnTo>
                  <a:pt x="2078294" y="1332352"/>
                </a:lnTo>
                <a:lnTo>
                  <a:pt x="2081335" y="1336700"/>
                </a:lnTo>
                <a:lnTo>
                  <a:pt x="2079124" y="1340060"/>
                </a:lnTo>
                <a:cubicBezTo>
                  <a:pt x="2061772" y="1358093"/>
                  <a:pt x="2047511" y="1376354"/>
                  <a:pt x="2036341" y="1394843"/>
                </a:cubicBezTo>
                <a:cubicBezTo>
                  <a:pt x="2031963" y="1401945"/>
                  <a:pt x="2028850" y="1407004"/>
                  <a:pt x="2027001" y="1410021"/>
                </a:cubicBezTo>
                <a:lnTo>
                  <a:pt x="1973207" y="1496067"/>
                </a:lnTo>
                <a:lnTo>
                  <a:pt x="1973207" y="1553266"/>
                </a:lnTo>
                <a:lnTo>
                  <a:pt x="1994366" y="1576894"/>
                </a:lnTo>
                <a:lnTo>
                  <a:pt x="1917220" y="1576894"/>
                </a:lnTo>
                <a:lnTo>
                  <a:pt x="1938232" y="1553185"/>
                </a:lnTo>
                <a:lnTo>
                  <a:pt x="1938232" y="1496179"/>
                </a:lnTo>
                <a:lnTo>
                  <a:pt x="1903211" y="1442314"/>
                </a:lnTo>
                <a:lnTo>
                  <a:pt x="1895623" y="1429688"/>
                </a:lnTo>
                <a:cubicBezTo>
                  <a:pt x="1889114" y="1419857"/>
                  <a:pt x="1883711" y="1412533"/>
                  <a:pt x="1879414" y="1407715"/>
                </a:cubicBezTo>
                <a:cubicBezTo>
                  <a:pt x="1875117" y="1402898"/>
                  <a:pt x="1868765" y="1397183"/>
                  <a:pt x="1860358" y="1390571"/>
                </a:cubicBezTo>
                <a:close/>
                <a:moveTo>
                  <a:pt x="2396772" y="1120141"/>
                </a:moveTo>
                <a:lnTo>
                  <a:pt x="2396772" y="1196043"/>
                </a:lnTo>
                <a:lnTo>
                  <a:pt x="2400047" y="1196043"/>
                </a:lnTo>
                <a:lnTo>
                  <a:pt x="2400046" y="1121034"/>
                </a:lnTo>
                <a:lnTo>
                  <a:pt x="2432867" y="1121034"/>
                </a:lnTo>
                <a:lnTo>
                  <a:pt x="2432007" y="1120141"/>
                </a:lnTo>
                <a:close/>
                <a:moveTo>
                  <a:pt x="1023010" y="1761442"/>
                </a:moveTo>
                <a:lnTo>
                  <a:pt x="1029219" y="1767120"/>
                </a:lnTo>
                <a:cubicBezTo>
                  <a:pt x="1022236" y="1776837"/>
                  <a:pt x="1015022" y="1791699"/>
                  <a:pt x="1007578" y="1811706"/>
                </a:cubicBezTo>
                <a:lnTo>
                  <a:pt x="1005648" y="1814424"/>
                </a:lnTo>
                <a:lnTo>
                  <a:pt x="998164" y="1809646"/>
                </a:lnTo>
                <a:lnTo>
                  <a:pt x="998979" y="1805718"/>
                </a:lnTo>
                <a:cubicBezTo>
                  <a:pt x="1006132" y="1785688"/>
                  <a:pt x="1013187" y="1771586"/>
                  <a:pt x="1020142" y="1763411"/>
                </a:cubicBezTo>
                <a:close/>
                <a:moveTo>
                  <a:pt x="1026158" y="1755191"/>
                </a:moveTo>
                <a:lnTo>
                  <a:pt x="1100786" y="1755191"/>
                </a:lnTo>
                <a:lnTo>
                  <a:pt x="1080983" y="1778759"/>
                </a:lnTo>
                <a:lnTo>
                  <a:pt x="1080983" y="1838151"/>
                </a:lnTo>
                <a:cubicBezTo>
                  <a:pt x="1081581" y="1838254"/>
                  <a:pt x="1082176" y="1838378"/>
                  <a:pt x="1082769" y="1838520"/>
                </a:cubicBezTo>
                <a:lnTo>
                  <a:pt x="1082768" y="1777776"/>
                </a:lnTo>
                <a:lnTo>
                  <a:pt x="1101514" y="1760298"/>
                </a:lnTo>
                <a:lnTo>
                  <a:pt x="1107664" y="1765823"/>
                </a:lnTo>
                <a:lnTo>
                  <a:pt x="1092591" y="1781961"/>
                </a:lnTo>
                <a:lnTo>
                  <a:pt x="1092591" y="1838983"/>
                </a:lnTo>
                <a:lnTo>
                  <a:pt x="1094540" y="1839165"/>
                </a:lnTo>
                <a:cubicBezTo>
                  <a:pt x="1101724" y="1839836"/>
                  <a:pt x="1108911" y="1840172"/>
                  <a:pt x="1116102" y="1840172"/>
                </a:cubicBezTo>
                <a:cubicBezTo>
                  <a:pt x="1126197" y="1840172"/>
                  <a:pt x="1133938" y="1839802"/>
                  <a:pt x="1139323" y="1839065"/>
                </a:cubicBezTo>
                <a:lnTo>
                  <a:pt x="1139323" y="1775894"/>
                </a:lnTo>
                <a:lnTo>
                  <a:pt x="1121469" y="1755191"/>
                </a:lnTo>
                <a:lnTo>
                  <a:pt x="1195031" y="1755191"/>
                </a:lnTo>
                <a:lnTo>
                  <a:pt x="1174893" y="1778822"/>
                </a:lnTo>
                <a:lnTo>
                  <a:pt x="1174894" y="1928406"/>
                </a:lnTo>
                <a:lnTo>
                  <a:pt x="1176382" y="1930088"/>
                </a:lnTo>
                <a:lnTo>
                  <a:pt x="1176382" y="1778108"/>
                </a:lnTo>
                <a:lnTo>
                  <a:pt x="1195985" y="1760297"/>
                </a:lnTo>
                <a:lnTo>
                  <a:pt x="1201090" y="1766653"/>
                </a:lnTo>
                <a:lnTo>
                  <a:pt x="1186204" y="1781978"/>
                </a:lnTo>
                <a:lnTo>
                  <a:pt x="1186204" y="1928580"/>
                </a:lnTo>
                <a:lnTo>
                  <a:pt x="1210429" y="1960276"/>
                </a:lnTo>
                <a:lnTo>
                  <a:pt x="1130187" y="1960276"/>
                </a:lnTo>
                <a:lnTo>
                  <a:pt x="1124871" y="1950453"/>
                </a:lnTo>
                <a:lnTo>
                  <a:pt x="1196008" y="1950453"/>
                </a:lnTo>
                <a:lnTo>
                  <a:pt x="1187662" y="1942843"/>
                </a:lnTo>
                <a:lnTo>
                  <a:pt x="1192550" y="1948370"/>
                </a:lnTo>
                <a:lnTo>
                  <a:pt x="1119273" y="1948370"/>
                </a:lnTo>
                <a:lnTo>
                  <a:pt x="1139324" y="1926961"/>
                </a:lnTo>
                <a:lnTo>
                  <a:pt x="1139323" y="1869428"/>
                </a:lnTo>
                <a:cubicBezTo>
                  <a:pt x="1133434" y="1871355"/>
                  <a:pt x="1125986" y="1872318"/>
                  <a:pt x="1116980" y="1872319"/>
                </a:cubicBezTo>
                <a:lnTo>
                  <a:pt x="1092591" y="1871090"/>
                </a:lnTo>
                <a:lnTo>
                  <a:pt x="1092591" y="1928576"/>
                </a:lnTo>
                <a:lnTo>
                  <a:pt x="1116738" y="1960276"/>
                </a:lnTo>
                <a:lnTo>
                  <a:pt x="1036906" y="1960276"/>
                </a:lnTo>
                <a:lnTo>
                  <a:pt x="1031411" y="1950453"/>
                </a:lnTo>
                <a:lnTo>
                  <a:pt x="1102588" y="1950454"/>
                </a:lnTo>
                <a:lnTo>
                  <a:pt x="1096722" y="1945261"/>
                </a:lnTo>
                <a:lnTo>
                  <a:pt x="1099616" y="1948370"/>
                </a:lnTo>
                <a:lnTo>
                  <a:pt x="1026157" y="1948370"/>
                </a:lnTo>
                <a:lnTo>
                  <a:pt x="1045710" y="1926943"/>
                </a:lnTo>
                <a:lnTo>
                  <a:pt x="1045710" y="1867531"/>
                </a:lnTo>
                <a:cubicBezTo>
                  <a:pt x="1040596" y="1867530"/>
                  <a:pt x="1035402" y="1870740"/>
                  <a:pt x="1030127" y="1877160"/>
                </a:cubicBezTo>
                <a:lnTo>
                  <a:pt x="1023093" y="1873816"/>
                </a:lnTo>
                <a:cubicBezTo>
                  <a:pt x="1026383" y="1868961"/>
                  <a:pt x="1029912" y="1865231"/>
                  <a:pt x="1033681" y="1862629"/>
                </a:cubicBezTo>
                <a:lnTo>
                  <a:pt x="1042796" y="1859272"/>
                </a:lnTo>
                <a:lnTo>
                  <a:pt x="1034265" y="1861583"/>
                </a:lnTo>
                <a:cubicBezTo>
                  <a:pt x="1030574" y="1863650"/>
                  <a:pt x="1027005" y="1866752"/>
                  <a:pt x="1023559" y="1870886"/>
                </a:cubicBezTo>
                <a:lnTo>
                  <a:pt x="1017694" y="1867600"/>
                </a:lnTo>
                <a:cubicBezTo>
                  <a:pt x="1023954" y="1851111"/>
                  <a:pt x="1033293" y="1841652"/>
                  <a:pt x="1045710" y="1839223"/>
                </a:cubicBezTo>
                <a:lnTo>
                  <a:pt x="1045710" y="1777359"/>
                </a:lnTo>
                <a:close/>
                <a:moveTo>
                  <a:pt x="1805004" y="1389504"/>
                </a:moveTo>
                <a:lnTo>
                  <a:pt x="1813017" y="1393180"/>
                </a:lnTo>
                <a:lnTo>
                  <a:pt x="1811703" y="1393594"/>
                </a:lnTo>
                <a:cubicBezTo>
                  <a:pt x="1807476" y="1403234"/>
                  <a:pt x="1804071" y="1410499"/>
                  <a:pt x="1801488" y="1415390"/>
                </a:cubicBezTo>
                <a:cubicBezTo>
                  <a:pt x="1794449" y="1430906"/>
                  <a:pt x="1790408" y="1439650"/>
                  <a:pt x="1789365" y="1441622"/>
                </a:cubicBezTo>
                <a:lnTo>
                  <a:pt x="1787230" y="1443843"/>
                </a:lnTo>
                <a:lnTo>
                  <a:pt x="1779626" y="1441017"/>
                </a:lnTo>
                <a:lnTo>
                  <a:pt x="1780442" y="1436924"/>
                </a:lnTo>
                <a:cubicBezTo>
                  <a:pt x="1783275" y="1430466"/>
                  <a:pt x="1787392" y="1422022"/>
                  <a:pt x="1792793" y="1411596"/>
                </a:cubicBezTo>
                <a:lnTo>
                  <a:pt x="1802822" y="1392092"/>
                </a:lnTo>
                <a:close/>
                <a:moveTo>
                  <a:pt x="2455708" y="1078683"/>
                </a:moveTo>
                <a:lnTo>
                  <a:pt x="2465531" y="1081774"/>
                </a:lnTo>
                <a:lnTo>
                  <a:pt x="2465531" y="1151007"/>
                </a:lnTo>
                <a:lnTo>
                  <a:pt x="2455708" y="1148023"/>
                </a:lnTo>
                <a:close/>
                <a:moveTo>
                  <a:pt x="944730" y="1774241"/>
                </a:moveTo>
                <a:lnTo>
                  <a:pt x="945846" y="1774241"/>
                </a:lnTo>
                <a:lnTo>
                  <a:pt x="945847" y="1928250"/>
                </a:lnTo>
                <a:lnTo>
                  <a:pt x="947037" y="1929641"/>
                </a:lnTo>
                <a:lnTo>
                  <a:pt x="947037" y="1776173"/>
                </a:lnTo>
                <a:lnTo>
                  <a:pt x="959816" y="1775878"/>
                </a:lnTo>
                <a:lnTo>
                  <a:pt x="976981" y="1778182"/>
                </a:lnTo>
                <a:lnTo>
                  <a:pt x="970560" y="1775090"/>
                </a:lnTo>
                <a:cubicBezTo>
                  <a:pt x="966902" y="1774127"/>
                  <a:pt x="962583" y="1773645"/>
                  <a:pt x="957604" y="1773646"/>
                </a:cubicBezTo>
                <a:cubicBezTo>
                  <a:pt x="953391" y="1773645"/>
                  <a:pt x="949099" y="1773844"/>
                  <a:pt x="944730" y="1774241"/>
                </a:cubicBezTo>
                <a:close/>
                <a:moveTo>
                  <a:pt x="1706824" y="1405741"/>
                </a:moveTo>
                <a:cubicBezTo>
                  <a:pt x="1700560" y="1410999"/>
                  <a:pt x="1697428" y="1417547"/>
                  <a:pt x="1697428" y="1425385"/>
                </a:cubicBezTo>
                <a:lnTo>
                  <a:pt x="1705201" y="1442280"/>
                </a:lnTo>
                <a:lnTo>
                  <a:pt x="1700108" y="1428248"/>
                </a:lnTo>
                <a:cubicBezTo>
                  <a:pt x="1700108" y="1419740"/>
                  <a:pt x="1703136" y="1412836"/>
                  <a:pt x="1709191" y="1407537"/>
                </a:cubicBezTo>
                <a:cubicBezTo>
                  <a:pt x="1715246" y="1402236"/>
                  <a:pt x="1723034" y="1399587"/>
                  <a:pt x="1732556" y="1399587"/>
                </a:cubicBezTo>
                <a:cubicBezTo>
                  <a:pt x="1736998" y="1399587"/>
                  <a:pt x="1741183" y="1400070"/>
                  <a:pt x="1745113" y="1401038"/>
                </a:cubicBezTo>
                <a:lnTo>
                  <a:pt x="1747850" y="1402119"/>
                </a:lnTo>
                <a:lnTo>
                  <a:pt x="1745487" y="1400633"/>
                </a:lnTo>
                <a:cubicBezTo>
                  <a:pt x="1740794" y="1398781"/>
                  <a:pt x="1735825" y="1397854"/>
                  <a:pt x="1730580" y="1397854"/>
                </a:cubicBezTo>
                <a:cubicBezTo>
                  <a:pt x="1721005" y="1397854"/>
                  <a:pt x="1713087" y="1400483"/>
                  <a:pt x="1706824" y="1405741"/>
                </a:cubicBezTo>
                <a:close/>
                <a:moveTo>
                  <a:pt x="2503540" y="1028910"/>
                </a:moveTo>
                <a:lnTo>
                  <a:pt x="2508407" y="1035100"/>
                </a:lnTo>
                <a:lnTo>
                  <a:pt x="2507015" y="1037725"/>
                </a:lnTo>
                <a:cubicBezTo>
                  <a:pt x="2495189" y="1053619"/>
                  <a:pt x="2486698" y="1067498"/>
                  <a:pt x="2481544" y="1079362"/>
                </a:cubicBezTo>
                <a:lnTo>
                  <a:pt x="2475019" y="1073821"/>
                </a:lnTo>
                <a:cubicBezTo>
                  <a:pt x="2481805" y="1057369"/>
                  <a:pt x="2491314" y="1042398"/>
                  <a:pt x="2503540" y="1028910"/>
                </a:cubicBezTo>
                <a:close/>
                <a:moveTo>
                  <a:pt x="690174" y="1868844"/>
                </a:moveTo>
                <a:cubicBezTo>
                  <a:pt x="690070" y="1870799"/>
                  <a:pt x="689083" y="1874689"/>
                  <a:pt x="687214" y="1880514"/>
                </a:cubicBezTo>
                <a:lnTo>
                  <a:pt x="682423" y="1895399"/>
                </a:lnTo>
                <a:cubicBezTo>
                  <a:pt x="679941" y="1902976"/>
                  <a:pt x="678700" y="1909281"/>
                  <a:pt x="678700" y="1914314"/>
                </a:cubicBezTo>
                <a:cubicBezTo>
                  <a:pt x="678700" y="1919371"/>
                  <a:pt x="679522" y="1923506"/>
                  <a:pt x="681166" y="1926719"/>
                </a:cubicBezTo>
                <a:lnTo>
                  <a:pt x="682670" y="1928929"/>
                </a:lnTo>
                <a:lnTo>
                  <a:pt x="680337" y="1916943"/>
                </a:lnTo>
                <a:cubicBezTo>
                  <a:pt x="680337" y="1906577"/>
                  <a:pt x="684397" y="1892017"/>
                  <a:pt x="692518" y="1873263"/>
                </a:cubicBezTo>
                <a:close/>
                <a:moveTo>
                  <a:pt x="1293272" y="1578978"/>
                </a:moveTo>
                <a:lnTo>
                  <a:pt x="1454234" y="1578978"/>
                </a:lnTo>
                <a:lnTo>
                  <a:pt x="1458018" y="1573413"/>
                </a:lnTo>
                <a:cubicBezTo>
                  <a:pt x="1444305" y="1561228"/>
                  <a:pt x="1434431" y="1546202"/>
                  <a:pt x="1428394" y="1528337"/>
                </a:cubicBezTo>
                <a:lnTo>
                  <a:pt x="1438400" y="1530805"/>
                </a:lnTo>
                <a:cubicBezTo>
                  <a:pt x="1443935" y="1543687"/>
                  <a:pt x="1453238" y="1556907"/>
                  <a:pt x="1466308" y="1570465"/>
                </a:cubicBezTo>
                <a:lnTo>
                  <a:pt x="1468643" y="1572309"/>
                </a:lnTo>
                <a:lnTo>
                  <a:pt x="1459778" y="1588801"/>
                </a:lnTo>
                <a:lnTo>
                  <a:pt x="1296867" y="1588801"/>
                </a:lnTo>
                <a:close/>
                <a:moveTo>
                  <a:pt x="1702958" y="1384237"/>
                </a:moveTo>
                <a:cubicBezTo>
                  <a:pt x="1710480" y="1381707"/>
                  <a:pt x="1718849" y="1380442"/>
                  <a:pt x="1728062" y="1380442"/>
                </a:cubicBezTo>
                <a:cubicBezTo>
                  <a:pt x="1739615" y="1380442"/>
                  <a:pt x="1753147" y="1382539"/>
                  <a:pt x="1768662" y="1386732"/>
                </a:cubicBezTo>
                <a:cubicBezTo>
                  <a:pt x="1775419" y="1388591"/>
                  <a:pt x="1780410" y="1389520"/>
                  <a:pt x="1783633" y="1389520"/>
                </a:cubicBezTo>
                <a:cubicBezTo>
                  <a:pt x="1787853" y="1389520"/>
                  <a:pt x="1792998" y="1387877"/>
                  <a:pt x="1799067" y="1384592"/>
                </a:cubicBezTo>
                <a:lnTo>
                  <a:pt x="1803969" y="1387151"/>
                </a:lnTo>
                <a:cubicBezTo>
                  <a:pt x="1798672" y="1395685"/>
                  <a:pt x="1794553" y="1403557"/>
                  <a:pt x="1791614" y="1410768"/>
                </a:cubicBezTo>
                <a:cubicBezTo>
                  <a:pt x="1785643" y="1425449"/>
                  <a:pt x="1781625" y="1434546"/>
                  <a:pt x="1779559" y="1438059"/>
                </a:cubicBezTo>
                <a:lnTo>
                  <a:pt x="1775154" y="1440310"/>
                </a:lnTo>
                <a:cubicBezTo>
                  <a:pt x="1773559" y="1437918"/>
                  <a:pt x="1772618" y="1436145"/>
                  <a:pt x="1772332" y="1434992"/>
                </a:cubicBezTo>
                <a:lnTo>
                  <a:pt x="1769005" y="1425273"/>
                </a:lnTo>
                <a:lnTo>
                  <a:pt x="1766731" y="1426407"/>
                </a:lnTo>
                <a:cubicBezTo>
                  <a:pt x="1755514" y="1415011"/>
                  <a:pt x="1744207" y="1409314"/>
                  <a:pt x="1732810" y="1409314"/>
                </a:cubicBezTo>
                <a:cubicBezTo>
                  <a:pt x="1726248" y="1409315"/>
                  <a:pt x="1720843" y="1411183"/>
                  <a:pt x="1716597" y="1414919"/>
                </a:cubicBezTo>
                <a:cubicBezTo>
                  <a:pt x="1712351" y="1418655"/>
                  <a:pt x="1710227" y="1423389"/>
                  <a:pt x="1710228" y="1429122"/>
                </a:cubicBezTo>
                <a:cubicBezTo>
                  <a:pt x="1710228" y="1435402"/>
                  <a:pt x="1714744" y="1442021"/>
                  <a:pt x="1723776" y="1448977"/>
                </a:cubicBezTo>
                <a:lnTo>
                  <a:pt x="1726192" y="1451144"/>
                </a:lnTo>
                <a:lnTo>
                  <a:pt x="1725278" y="1452897"/>
                </a:lnTo>
                <a:lnTo>
                  <a:pt x="1731920" y="1455926"/>
                </a:lnTo>
                <a:lnTo>
                  <a:pt x="1756558" y="1461911"/>
                </a:lnTo>
                <a:cubicBezTo>
                  <a:pt x="1774898" y="1466336"/>
                  <a:pt x="1788654" y="1473424"/>
                  <a:pt x="1797824" y="1483173"/>
                </a:cubicBezTo>
                <a:lnTo>
                  <a:pt x="1797867" y="1483241"/>
                </a:lnTo>
                <a:lnTo>
                  <a:pt x="1797867" y="1478417"/>
                </a:lnTo>
                <a:cubicBezTo>
                  <a:pt x="1815145" y="1489514"/>
                  <a:pt x="1823784" y="1504225"/>
                  <a:pt x="1823784" y="1522549"/>
                </a:cubicBezTo>
                <a:cubicBezTo>
                  <a:pt x="1823784" y="1541979"/>
                  <a:pt x="1816269" y="1558424"/>
                  <a:pt x="1801240" y="1571885"/>
                </a:cubicBezTo>
                <a:cubicBezTo>
                  <a:pt x="1786211" y="1585345"/>
                  <a:pt x="1767979" y="1592075"/>
                  <a:pt x="1746545" y="1592075"/>
                </a:cubicBezTo>
                <a:cubicBezTo>
                  <a:pt x="1735666" y="1592075"/>
                  <a:pt x="1725935" y="1590983"/>
                  <a:pt x="1717351" y="1588799"/>
                </a:cubicBezTo>
                <a:lnTo>
                  <a:pt x="1694008" y="1583071"/>
                </a:lnTo>
                <a:cubicBezTo>
                  <a:pt x="1688682" y="1581731"/>
                  <a:pt x="1683094" y="1581062"/>
                  <a:pt x="1677244" y="1581062"/>
                </a:cubicBezTo>
                <a:cubicBezTo>
                  <a:pt x="1672191" y="1581062"/>
                  <a:pt x="1666559" y="1582183"/>
                  <a:pt x="1660347" y="1584425"/>
                </a:cubicBezTo>
                <a:lnTo>
                  <a:pt x="1657198" y="1575723"/>
                </a:lnTo>
                <a:cubicBezTo>
                  <a:pt x="1663814" y="1572436"/>
                  <a:pt x="1669963" y="1570793"/>
                  <a:pt x="1675646" y="1570793"/>
                </a:cubicBezTo>
                <a:cubicBezTo>
                  <a:pt x="1681677" y="1570793"/>
                  <a:pt x="1689181" y="1571849"/>
                  <a:pt x="1698159" y="1573960"/>
                </a:cubicBezTo>
                <a:lnTo>
                  <a:pt x="1718827" y="1578965"/>
                </a:lnTo>
                <a:cubicBezTo>
                  <a:pt x="1727507" y="1581057"/>
                  <a:pt x="1736710" y="1582104"/>
                  <a:pt x="1746435" y="1582104"/>
                </a:cubicBezTo>
                <a:cubicBezTo>
                  <a:pt x="1765111" y="1582104"/>
                  <a:pt x="1780985" y="1576169"/>
                  <a:pt x="1794057" y="1564300"/>
                </a:cubicBezTo>
                <a:lnTo>
                  <a:pt x="1798228" y="1555173"/>
                </a:lnTo>
                <a:lnTo>
                  <a:pt x="1806836" y="1543591"/>
                </a:lnTo>
                <a:lnTo>
                  <a:pt x="1809521" y="1530468"/>
                </a:lnTo>
                <a:lnTo>
                  <a:pt x="1813664" y="1521405"/>
                </a:lnTo>
                <a:cubicBezTo>
                  <a:pt x="1813663" y="1514359"/>
                  <a:pt x="1812347" y="1507675"/>
                  <a:pt x="1809714" y="1501353"/>
                </a:cubicBezTo>
                <a:lnTo>
                  <a:pt x="1800116" y="1486865"/>
                </a:lnTo>
                <a:lnTo>
                  <a:pt x="1808141" y="1499794"/>
                </a:lnTo>
                <a:cubicBezTo>
                  <a:pt x="1810434" y="1505999"/>
                  <a:pt x="1811580" y="1512871"/>
                  <a:pt x="1811580" y="1520407"/>
                </a:cubicBezTo>
                <a:lnTo>
                  <a:pt x="1809521" y="1530468"/>
                </a:lnTo>
                <a:lnTo>
                  <a:pt x="1798228" y="1555173"/>
                </a:lnTo>
                <a:lnTo>
                  <a:pt x="1792606" y="1562740"/>
                </a:lnTo>
                <a:cubicBezTo>
                  <a:pt x="1779956" y="1574161"/>
                  <a:pt x="1764369" y="1579871"/>
                  <a:pt x="1745844" y="1579871"/>
                </a:cubicBezTo>
                <a:cubicBezTo>
                  <a:pt x="1734383" y="1579871"/>
                  <a:pt x="1721729" y="1578162"/>
                  <a:pt x="1707884" y="1574744"/>
                </a:cubicBezTo>
                <a:lnTo>
                  <a:pt x="1689495" y="1570209"/>
                </a:lnTo>
                <a:cubicBezTo>
                  <a:pt x="1683628" y="1568812"/>
                  <a:pt x="1678623" y="1568114"/>
                  <a:pt x="1674479" y="1568114"/>
                </a:cubicBezTo>
                <a:cubicBezTo>
                  <a:pt x="1669118" y="1568114"/>
                  <a:pt x="1662624" y="1570002"/>
                  <a:pt x="1654998" y="1573779"/>
                </a:cubicBezTo>
                <a:lnTo>
                  <a:pt x="1651946" y="1568646"/>
                </a:lnTo>
                <a:cubicBezTo>
                  <a:pt x="1664153" y="1549702"/>
                  <a:pt x="1672924" y="1531439"/>
                  <a:pt x="1678260" y="1513859"/>
                </a:cubicBezTo>
                <a:lnTo>
                  <a:pt x="1685760" y="1515282"/>
                </a:lnTo>
                <a:lnTo>
                  <a:pt x="1702792" y="1549736"/>
                </a:lnTo>
                <a:lnTo>
                  <a:pt x="1702803" y="1549759"/>
                </a:lnTo>
                <a:lnTo>
                  <a:pt x="1702805" y="1549760"/>
                </a:lnTo>
                <a:lnTo>
                  <a:pt x="1703343" y="1550849"/>
                </a:lnTo>
                <a:lnTo>
                  <a:pt x="1705830" y="1552176"/>
                </a:lnTo>
                <a:lnTo>
                  <a:pt x="1702805" y="1549760"/>
                </a:lnTo>
                <a:lnTo>
                  <a:pt x="1702792" y="1549736"/>
                </a:lnTo>
                <a:lnTo>
                  <a:pt x="1690031" y="1521789"/>
                </a:lnTo>
                <a:lnTo>
                  <a:pt x="1699382" y="1520422"/>
                </a:lnTo>
                <a:cubicBezTo>
                  <a:pt x="1703174" y="1538546"/>
                  <a:pt x="1713035" y="1551317"/>
                  <a:pt x="1728967" y="1558736"/>
                </a:cubicBezTo>
                <a:lnTo>
                  <a:pt x="1728967" y="1561018"/>
                </a:lnTo>
                <a:lnTo>
                  <a:pt x="1741445" y="1562756"/>
                </a:lnTo>
                <a:cubicBezTo>
                  <a:pt x="1753791" y="1562756"/>
                  <a:pt x="1763482" y="1559996"/>
                  <a:pt x="1770517" y="1554477"/>
                </a:cubicBezTo>
                <a:cubicBezTo>
                  <a:pt x="1777552" y="1548958"/>
                  <a:pt x="1781070" y="1541576"/>
                  <a:pt x="1781071" y="1532332"/>
                </a:cubicBezTo>
                <a:lnTo>
                  <a:pt x="1779751" y="1524580"/>
                </a:lnTo>
                <a:lnTo>
                  <a:pt x="1776847" y="1525937"/>
                </a:lnTo>
                <a:cubicBezTo>
                  <a:pt x="1771689" y="1520557"/>
                  <a:pt x="1766692" y="1516760"/>
                  <a:pt x="1761853" y="1514548"/>
                </a:cubicBezTo>
                <a:cubicBezTo>
                  <a:pt x="1757014" y="1512337"/>
                  <a:pt x="1747453" y="1509555"/>
                  <a:pt x="1733168" y="1506201"/>
                </a:cubicBezTo>
                <a:cubicBezTo>
                  <a:pt x="1711929" y="1501287"/>
                  <a:pt x="1697448" y="1496926"/>
                  <a:pt x="1689723" y="1493117"/>
                </a:cubicBezTo>
                <a:cubicBezTo>
                  <a:pt x="1681999" y="1489309"/>
                  <a:pt x="1677335" y="1482659"/>
                  <a:pt x="1675730" y="1473166"/>
                </a:cubicBezTo>
                <a:lnTo>
                  <a:pt x="1685285" y="1476553"/>
                </a:lnTo>
                <a:lnTo>
                  <a:pt x="1678573" y="1472056"/>
                </a:lnTo>
                <a:cubicBezTo>
                  <a:pt x="1669811" y="1463189"/>
                  <a:pt x="1665431" y="1450902"/>
                  <a:pt x="1665430" y="1435197"/>
                </a:cubicBezTo>
                <a:cubicBezTo>
                  <a:pt x="1665431" y="1418937"/>
                  <a:pt x="1671263" y="1405746"/>
                  <a:pt x="1682927" y="1395624"/>
                </a:cubicBezTo>
                <a:cubicBezTo>
                  <a:pt x="1688759" y="1390563"/>
                  <a:pt x="1695435" y="1386768"/>
                  <a:pt x="1702958" y="1384237"/>
                </a:cubicBezTo>
                <a:close/>
                <a:moveTo>
                  <a:pt x="2396772" y="1040211"/>
                </a:moveTo>
                <a:lnTo>
                  <a:pt x="2396772" y="1101538"/>
                </a:lnTo>
                <a:lnTo>
                  <a:pt x="2400046" y="1101538"/>
                </a:lnTo>
                <a:lnTo>
                  <a:pt x="2400046" y="1042443"/>
                </a:lnTo>
                <a:cubicBezTo>
                  <a:pt x="2409568" y="1041557"/>
                  <a:pt x="2417606" y="1041114"/>
                  <a:pt x="2424161" y="1041114"/>
                </a:cubicBezTo>
                <a:lnTo>
                  <a:pt x="2434137" y="1041751"/>
                </a:lnTo>
                <a:lnTo>
                  <a:pt x="2445725" y="1043483"/>
                </a:lnTo>
                <a:lnTo>
                  <a:pt x="2452300" y="1045256"/>
                </a:lnTo>
                <a:lnTo>
                  <a:pt x="2451292" y="1044315"/>
                </a:lnTo>
                <a:lnTo>
                  <a:pt x="2445725" y="1043483"/>
                </a:lnTo>
                <a:lnTo>
                  <a:pt x="2440910" y="1042184"/>
                </a:lnTo>
                <a:lnTo>
                  <a:pt x="2434137" y="1041751"/>
                </a:lnTo>
                <a:lnTo>
                  <a:pt x="2419906" y="1039625"/>
                </a:lnTo>
                <a:cubicBezTo>
                  <a:pt x="2412709" y="1039625"/>
                  <a:pt x="2404997" y="1039820"/>
                  <a:pt x="2396772" y="1040211"/>
                </a:cubicBezTo>
                <a:close/>
                <a:moveTo>
                  <a:pt x="2208996" y="1124103"/>
                </a:moveTo>
                <a:lnTo>
                  <a:pt x="2217390" y="1128373"/>
                </a:lnTo>
                <a:lnTo>
                  <a:pt x="2240882" y="1134208"/>
                </a:lnTo>
                <a:cubicBezTo>
                  <a:pt x="2257105" y="1138264"/>
                  <a:pt x="2268093" y="1141847"/>
                  <a:pt x="2273846" y="1144960"/>
                </a:cubicBezTo>
                <a:lnTo>
                  <a:pt x="2279796" y="1150161"/>
                </a:lnTo>
                <a:lnTo>
                  <a:pt x="2275956" y="1144189"/>
                </a:lnTo>
                <a:cubicBezTo>
                  <a:pt x="2265324" y="1138622"/>
                  <a:pt x="2248331" y="1133550"/>
                  <a:pt x="2224978" y="1128973"/>
                </a:cubicBezTo>
                <a:close/>
                <a:moveTo>
                  <a:pt x="436022" y="1950453"/>
                </a:moveTo>
                <a:lnTo>
                  <a:pt x="596984" y="1950453"/>
                </a:lnTo>
                <a:lnTo>
                  <a:pt x="600768" y="1944889"/>
                </a:lnTo>
                <a:cubicBezTo>
                  <a:pt x="587055" y="1932703"/>
                  <a:pt x="577181" y="1917678"/>
                  <a:pt x="571144" y="1899812"/>
                </a:cubicBezTo>
                <a:lnTo>
                  <a:pt x="581150" y="1902280"/>
                </a:lnTo>
                <a:cubicBezTo>
                  <a:pt x="586685" y="1915162"/>
                  <a:pt x="595988" y="1928383"/>
                  <a:pt x="609058" y="1941940"/>
                </a:cubicBezTo>
                <a:lnTo>
                  <a:pt x="611392" y="1943784"/>
                </a:lnTo>
                <a:lnTo>
                  <a:pt x="602528" y="1960276"/>
                </a:lnTo>
                <a:lnTo>
                  <a:pt x="439617" y="1960276"/>
                </a:lnTo>
                <a:close/>
                <a:moveTo>
                  <a:pt x="838200" y="1755191"/>
                </a:moveTo>
                <a:lnTo>
                  <a:pt x="1019975" y="1755191"/>
                </a:lnTo>
                <a:cubicBezTo>
                  <a:pt x="1018854" y="1759742"/>
                  <a:pt x="1018201" y="1762213"/>
                  <a:pt x="1018017" y="1762602"/>
                </a:cubicBezTo>
                <a:lnTo>
                  <a:pt x="1008301" y="1779301"/>
                </a:lnTo>
                <a:cubicBezTo>
                  <a:pt x="1004767" y="1786060"/>
                  <a:pt x="1001586" y="1793966"/>
                  <a:pt x="998755" y="1803019"/>
                </a:cubicBezTo>
                <a:lnTo>
                  <a:pt x="996857" y="1806069"/>
                </a:lnTo>
                <a:lnTo>
                  <a:pt x="991263" y="1803865"/>
                </a:lnTo>
                <a:lnTo>
                  <a:pt x="990698" y="1801407"/>
                </a:lnTo>
                <a:lnTo>
                  <a:pt x="987366" y="1792054"/>
                </a:lnTo>
                <a:lnTo>
                  <a:pt x="975192" y="1787552"/>
                </a:lnTo>
                <a:cubicBezTo>
                  <a:pt x="970294" y="1786317"/>
                  <a:pt x="965501" y="1785701"/>
                  <a:pt x="960813" y="1785700"/>
                </a:cubicBezTo>
                <a:cubicBezTo>
                  <a:pt x="958869" y="1785701"/>
                  <a:pt x="957576" y="1785748"/>
                  <a:pt x="956935" y="1785842"/>
                </a:cubicBezTo>
                <a:lnTo>
                  <a:pt x="957516" y="1928945"/>
                </a:lnTo>
                <a:lnTo>
                  <a:pt x="980719" y="1960276"/>
                </a:lnTo>
                <a:lnTo>
                  <a:pt x="901637" y="1960276"/>
                </a:lnTo>
                <a:lnTo>
                  <a:pt x="896694" y="1950453"/>
                </a:lnTo>
                <a:lnTo>
                  <a:pt x="966592" y="1950454"/>
                </a:lnTo>
                <a:lnTo>
                  <a:pt x="958119" y="1942589"/>
                </a:lnTo>
                <a:lnTo>
                  <a:pt x="963067" y="1948370"/>
                </a:lnTo>
                <a:lnTo>
                  <a:pt x="890294" y="1948370"/>
                </a:lnTo>
                <a:lnTo>
                  <a:pt x="910723" y="1926899"/>
                </a:lnTo>
                <a:lnTo>
                  <a:pt x="910723" y="1786047"/>
                </a:lnTo>
                <a:lnTo>
                  <a:pt x="903340" y="1785998"/>
                </a:lnTo>
                <a:cubicBezTo>
                  <a:pt x="894151" y="1785998"/>
                  <a:pt x="887732" y="1787694"/>
                  <a:pt x="884082" y="1791085"/>
                </a:cubicBezTo>
                <a:cubicBezTo>
                  <a:pt x="880432" y="1794476"/>
                  <a:pt x="878174" y="1801661"/>
                  <a:pt x="877312" y="1812638"/>
                </a:cubicBezTo>
                <a:lnTo>
                  <a:pt x="867677" y="1812638"/>
                </a:lnTo>
                <a:cubicBezTo>
                  <a:pt x="868818" y="1798351"/>
                  <a:pt x="872084" y="1788702"/>
                  <a:pt x="877474" y="1783691"/>
                </a:cubicBezTo>
                <a:cubicBezTo>
                  <a:pt x="882864" y="1778681"/>
                  <a:pt x="890546" y="1776175"/>
                  <a:pt x="900519" y="1776176"/>
                </a:cubicBezTo>
                <a:lnTo>
                  <a:pt x="912119" y="1776341"/>
                </a:lnTo>
                <a:lnTo>
                  <a:pt x="910723" y="1776317"/>
                </a:lnTo>
                <a:lnTo>
                  <a:pt x="910723" y="1774811"/>
                </a:lnTo>
                <a:cubicBezTo>
                  <a:pt x="907497" y="1774431"/>
                  <a:pt x="903771" y="1774240"/>
                  <a:pt x="899545" y="1774241"/>
                </a:cubicBezTo>
                <a:cubicBezTo>
                  <a:pt x="887858" y="1774241"/>
                  <a:pt x="879531" y="1776530"/>
                  <a:pt x="874560" y="1781110"/>
                </a:cubicBezTo>
                <a:cubicBezTo>
                  <a:pt x="869590" y="1785689"/>
                  <a:pt x="866789" y="1794593"/>
                  <a:pt x="866156" y="1807820"/>
                </a:cubicBezTo>
                <a:lnTo>
                  <a:pt x="859224" y="1807820"/>
                </a:lnTo>
                <a:cubicBezTo>
                  <a:pt x="854644" y="1793021"/>
                  <a:pt x="848018" y="1777385"/>
                  <a:pt x="839346" y="1760911"/>
                </a:cubicBezTo>
                <a:close/>
                <a:moveTo>
                  <a:pt x="724697" y="1807993"/>
                </a:moveTo>
                <a:lnTo>
                  <a:pt x="711754" y="1846737"/>
                </a:lnTo>
                <a:cubicBezTo>
                  <a:pt x="712321" y="1847077"/>
                  <a:pt x="712655" y="1847349"/>
                  <a:pt x="712754" y="1847550"/>
                </a:cubicBezTo>
                <a:lnTo>
                  <a:pt x="716870" y="1852822"/>
                </a:lnTo>
                <a:cubicBezTo>
                  <a:pt x="719027" y="1854957"/>
                  <a:pt x="721276" y="1857499"/>
                  <a:pt x="723617" y="1860447"/>
                </a:cubicBezTo>
                <a:lnTo>
                  <a:pt x="730851" y="1870425"/>
                </a:lnTo>
                <a:lnTo>
                  <a:pt x="741694" y="1857877"/>
                </a:lnTo>
                <a:close/>
                <a:moveTo>
                  <a:pt x="1553363" y="1416309"/>
                </a:moveTo>
                <a:lnTo>
                  <a:pt x="1553363" y="1471825"/>
                </a:lnTo>
                <a:cubicBezTo>
                  <a:pt x="1569924" y="1471824"/>
                  <a:pt x="1582348" y="1469223"/>
                  <a:pt x="1590638" y="1464019"/>
                </a:cubicBezTo>
                <a:cubicBezTo>
                  <a:pt x="1598927" y="1458815"/>
                  <a:pt x="1603072" y="1450739"/>
                  <a:pt x="1603071" y="1439789"/>
                </a:cubicBezTo>
                <a:lnTo>
                  <a:pt x="1600914" y="1427111"/>
                </a:lnTo>
                <a:lnTo>
                  <a:pt x="1595066" y="1423124"/>
                </a:lnTo>
                <a:cubicBezTo>
                  <a:pt x="1592083" y="1421353"/>
                  <a:pt x="1589338" y="1420005"/>
                  <a:pt x="1586832" y="1419081"/>
                </a:cubicBezTo>
                <a:cubicBezTo>
                  <a:pt x="1581819" y="1417233"/>
                  <a:pt x="1574631" y="1416309"/>
                  <a:pt x="1565267" y="1416310"/>
                </a:cubicBezTo>
                <a:close/>
                <a:moveTo>
                  <a:pt x="1980528" y="1214945"/>
                </a:moveTo>
                <a:lnTo>
                  <a:pt x="1979408" y="1217028"/>
                </a:lnTo>
                <a:lnTo>
                  <a:pt x="2051374" y="1217029"/>
                </a:lnTo>
                <a:lnTo>
                  <a:pt x="2045445" y="1214945"/>
                </a:lnTo>
                <a:close/>
                <a:moveTo>
                  <a:pt x="718084" y="1791063"/>
                </a:moveTo>
                <a:lnTo>
                  <a:pt x="698036" y="1848708"/>
                </a:lnTo>
                <a:cubicBezTo>
                  <a:pt x="704961" y="1855533"/>
                  <a:pt x="711121" y="1862672"/>
                  <a:pt x="716516" y="1870128"/>
                </a:cubicBezTo>
                <a:lnTo>
                  <a:pt x="722403" y="1878320"/>
                </a:lnTo>
                <a:lnTo>
                  <a:pt x="723123" y="1877446"/>
                </a:lnTo>
                <a:cubicBezTo>
                  <a:pt x="723449" y="1877012"/>
                  <a:pt x="723851" y="1876811"/>
                  <a:pt x="724330" y="1876841"/>
                </a:cubicBezTo>
                <a:cubicBezTo>
                  <a:pt x="717966" y="1867803"/>
                  <a:pt x="710037" y="1858683"/>
                  <a:pt x="700543" y="1849481"/>
                </a:cubicBezTo>
                <a:lnTo>
                  <a:pt x="719221" y="1799365"/>
                </a:lnTo>
                <a:close/>
                <a:moveTo>
                  <a:pt x="1541755" y="1404514"/>
                </a:moveTo>
                <a:lnTo>
                  <a:pt x="1541755" y="1471824"/>
                </a:lnTo>
                <a:lnTo>
                  <a:pt x="1539473" y="1471825"/>
                </a:lnTo>
                <a:lnTo>
                  <a:pt x="1543242" y="1471955"/>
                </a:lnTo>
                <a:lnTo>
                  <a:pt x="1543243" y="1406784"/>
                </a:lnTo>
                <a:lnTo>
                  <a:pt x="1562204" y="1406784"/>
                </a:lnTo>
                <a:cubicBezTo>
                  <a:pt x="1568621" y="1406784"/>
                  <a:pt x="1574142" y="1407089"/>
                  <a:pt x="1578769" y="1407698"/>
                </a:cubicBezTo>
                <a:lnTo>
                  <a:pt x="1583449" y="1408845"/>
                </a:lnTo>
                <a:lnTo>
                  <a:pt x="1577351" y="1406216"/>
                </a:lnTo>
                <a:cubicBezTo>
                  <a:pt x="1571242" y="1404809"/>
                  <a:pt x="1563916" y="1404105"/>
                  <a:pt x="1555375" y="1404105"/>
                </a:cubicBezTo>
                <a:cubicBezTo>
                  <a:pt x="1550910" y="1404105"/>
                  <a:pt x="1546370" y="1404242"/>
                  <a:pt x="1541755" y="1404514"/>
                </a:cubicBezTo>
                <a:close/>
                <a:moveTo>
                  <a:pt x="2339618" y="1021766"/>
                </a:moveTo>
                <a:lnTo>
                  <a:pt x="2501375" y="1021766"/>
                </a:lnTo>
                <a:lnTo>
                  <a:pt x="2498600" y="1029063"/>
                </a:lnTo>
                <a:cubicBezTo>
                  <a:pt x="2488761" y="1041117"/>
                  <a:pt x="2480083" y="1055547"/>
                  <a:pt x="2472567" y="1072353"/>
                </a:cubicBezTo>
                <a:cubicBezTo>
                  <a:pt x="2469572" y="1068951"/>
                  <a:pt x="2467832" y="1066721"/>
                  <a:pt x="2467344" y="1065665"/>
                </a:cubicBezTo>
                <a:lnTo>
                  <a:pt x="2467041" y="1065136"/>
                </a:lnTo>
                <a:lnTo>
                  <a:pt x="2461494" y="1062949"/>
                </a:lnTo>
                <a:cubicBezTo>
                  <a:pt x="2454378" y="1057280"/>
                  <a:pt x="2449228" y="1053910"/>
                  <a:pt x="2446047" y="1052839"/>
                </a:cubicBezTo>
                <a:cubicBezTo>
                  <a:pt x="2442865" y="1051769"/>
                  <a:pt x="2436316" y="1051234"/>
                  <a:pt x="2426401" y="1051234"/>
                </a:cubicBezTo>
                <a:cubicBezTo>
                  <a:pt x="2423391" y="1051234"/>
                  <a:pt x="2417907" y="1051449"/>
                  <a:pt x="2409948" y="1051880"/>
                </a:cubicBezTo>
                <a:lnTo>
                  <a:pt x="2409869" y="1051885"/>
                </a:lnTo>
                <a:lnTo>
                  <a:pt x="2409869" y="1101538"/>
                </a:lnTo>
                <a:lnTo>
                  <a:pt x="2432012" y="1101538"/>
                </a:lnTo>
                <a:lnTo>
                  <a:pt x="2455411" y="1075751"/>
                </a:lnTo>
                <a:lnTo>
                  <a:pt x="2455411" y="1144440"/>
                </a:lnTo>
                <a:lnTo>
                  <a:pt x="2440666" y="1129131"/>
                </a:lnTo>
                <a:lnTo>
                  <a:pt x="2441588" y="1130708"/>
                </a:lnTo>
                <a:lnTo>
                  <a:pt x="2409869" y="1130708"/>
                </a:lnTo>
                <a:lnTo>
                  <a:pt x="2409869" y="1196043"/>
                </a:lnTo>
                <a:cubicBezTo>
                  <a:pt x="2427309" y="1196044"/>
                  <a:pt x="2439938" y="1194722"/>
                  <a:pt x="2447753" y="1192078"/>
                </a:cubicBezTo>
                <a:cubicBezTo>
                  <a:pt x="2455567" y="1189435"/>
                  <a:pt x="2462522" y="1183793"/>
                  <a:pt x="2468614" y="1175154"/>
                </a:cubicBezTo>
                <a:lnTo>
                  <a:pt x="2473751" y="1163364"/>
                </a:lnTo>
                <a:cubicBezTo>
                  <a:pt x="2473909" y="1163048"/>
                  <a:pt x="2475773" y="1161475"/>
                  <a:pt x="2479344" y="1158646"/>
                </a:cubicBezTo>
                <a:cubicBezTo>
                  <a:pt x="2483005" y="1170640"/>
                  <a:pt x="2486641" y="1179739"/>
                  <a:pt x="2490250" y="1185941"/>
                </a:cubicBezTo>
                <a:cubicBezTo>
                  <a:pt x="2493859" y="1192143"/>
                  <a:pt x="2500194" y="1201116"/>
                  <a:pt x="2509255" y="1212861"/>
                </a:cubicBezTo>
                <a:lnTo>
                  <a:pt x="2339618" y="1212861"/>
                </a:lnTo>
                <a:lnTo>
                  <a:pt x="2361797" y="1191451"/>
                </a:lnTo>
                <a:lnTo>
                  <a:pt x="2361798" y="1130708"/>
                </a:lnTo>
                <a:cubicBezTo>
                  <a:pt x="2356328" y="1131623"/>
                  <a:pt x="2349629" y="1134155"/>
                  <a:pt x="2341701" y="1138305"/>
                </a:cubicBezTo>
                <a:lnTo>
                  <a:pt x="2337576" y="1131522"/>
                </a:lnTo>
                <a:cubicBezTo>
                  <a:pt x="2344699" y="1125882"/>
                  <a:pt x="2352773" y="1122508"/>
                  <a:pt x="2361798" y="1121402"/>
                </a:cubicBezTo>
                <a:lnTo>
                  <a:pt x="2361797" y="1119830"/>
                </a:lnTo>
                <a:cubicBezTo>
                  <a:pt x="2361885" y="1119839"/>
                  <a:pt x="2361709" y="1119844"/>
                  <a:pt x="2361272" y="1119844"/>
                </a:cubicBezTo>
                <a:cubicBezTo>
                  <a:pt x="2352158" y="1119843"/>
                  <a:pt x="2342119" y="1123465"/>
                  <a:pt x="2331155" y="1130708"/>
                </a:cubicBezTo>
                <a:cubicBezTo>
                  <a:pt x="2336113" y="1111261"/>
                  <a:pt x="2346327" y="1101537"/>
                  <a:pt x="2361798" y="1101538"/>
                </a:cubicBezTo>
                <a:lnTo>
                  <a:pt x="2361798" y="1043692"/>
                </a:lnTo>
                <a:close/>
                <a:moveTo>
                  <a:pt x="1339497" y="1482092"/>
                </a:moveTo>
                <a:lnTo>
                  <a:pt x="1339497" y="1557993"/>
                </a:lnTo>
                <a:lnTo>
                  <a:pt x="1342771" y="1557994"/>
                </a:lnTo>
                <a:lnTo>
                  <a:pt x="1342771" y="1482984"/>
                </a:lnTo>
                <a:lnTo>
                  <a:pt x="1375592" y="1482984"/>
                </a:lnTo>
                <a:lnTo>
                  <a:pt x="1374732" y="1482091"/>
                </a:lnTo>
                <a:close/>
                <a:moveTo>
                  <a:pt x="2309829" y="1027554"/>
                </a:moveTo>
                <a:lnTo>
                  <a:pt x="2317843" y="1031230"/>
                </a:lnTo>
                <a:lnTo>
                  <a:pt x="2316528" y="1031644"/>
                </a:lnTo>
                <a:cubicBezTo>
                  <a:pt x="2312301" y="1041284"/>
                  <a:pt x="2308895" y="1048549"/>
                  <a:pt x="2306312" y="1053441"/>
                </a:cubicBezTo>
                <a:cubicBezTo>
                  <a:pt x="2299275" y="1068956"/>
                  <a:pt x="2295233" y="1077700"/>
                  <a:pt x="2294190" y="1079671"/>
                </a:cubicBezTo>
                <a:lnTo>
                  <a:pt x="2292055" y="1081893"/>
                </a:lnTo>
                <a:lnTo>
                  <a:pt x="2284451" y="1079067"/>
                </a:lnTo>
                <a:lnTo>
                  <a:pt x="2285267" y="1074974"/>
                </a:lnTo>
                <a:cubicBezTo>
                  <a:pt x="2288099" y="1068516"/>
                  <a:pt x="2292217" y="1060073"/>
                  <a:pt x="2297618" y="1049645"/>
                </a:cubicBezTo>
                <a:lnTo>
                  <a:pt x="2307647" y="1030142"/>
                </a:lnTo>
                <a:close/>
                <a:moveTo>
                  <a:pt x="1398433" y="1440633"/>
                </a:moveTo>
                <a:lnTo>
                  <a:pt x="1408256" y="1443724"/>
                </a:lnTo>
                <a:lnTo>
                  <a:pt x="1408256" y="1512956"/>
                </a:lnTo>
                <a:lnTo>
                  <a:pt x="1398433" y="1509973"/>
                </a:lnTo>
                <a:close/>
                <a:moveTo>
                  <a:pt x="1093247" y="1578978"/>
                </a:moveTo>
                <a:lnTo>
                  <a:pt x="1254209" y="1578978"/>
                </a:lnTo>
                <a:lnTo>
                  <a:pt x="1257993" y="1573413"/>
                </a:lnTo>
                <a:cubicBezTo>
                  <a:pt x="1244281" y="1561228"/>
                  <a:pt x="1234406" y="1546203"/>
                  <a:pt x="1228369" y="1528337"/>
                </a:cubicBezTo>
                <a:lnTo>
                  <a:pt x="1238375" y="1530805"/>
                </a:lnTo>
                <a:cubicBezTo>
                  <a:pt x="1243910" y="1543687"/>
                  <a:pt x="1253212" y="1556908"/>
                  <a:pt x="1266283" y="1570465"/>
                </a:cubicBezTo>
                <a:lnTo>
                  <a:pt x="1268618" y="1572309"/>
                </a:lnTo>
                <a:lnTo>
                  <a:pt x="1259754" y="1588801"/>
                </a:lnTo>
                <a:lnTo>
                  <a:pt x="1096842" y="1588801"/>
                </a:lnTo>
                <a:close/>
                <a:moveTo>
                  <a:pt x="1488086" y="1383716"/>
                </a:moveTo>
                <a:lnTo>
                  <a:pt x="1556511" y="1383716"/>
                </a:lnTo>
                <a:cubicBezTo>
                  <a:pt x="1584908" y="1383716"/>
                  <a:pt x="1605251" y="1387726"/>
                  <a:pt x="1617541" y="1395745"/>
                </a:cubicBezTo>
                <a:cubicBezTo>
                  <a:pt x="1633493" y="1405997"/>
                  <a:pt x="1641469" y="1420185"/>
                  <a:pt x="1641469" y="1438308"/>
                </a:cubicBezTo>
                <a:cubicBezTo>
                  <a:pt x="1641469" y="1449350"/>
                  <a:pt x="1638407" y="1458969"/>
                  <a:pt x="1632285" y="1467163"/>
                </a:cubicBezTo>
                <a:cubicBezTo>
                  <a:pt x="1626162" y="1475358"/>
                  <a:pt x="1617616" y="1481265"/>
                  <a:pt x="1606646" y="1484886"/>
                </a:cubicBezTo>
                <a:cubicBezTo>
                  <a:pt x="1596057" y="1488381"/>
                  <a:pt x="1579346" y="1490128"/>
                  <a:pt x="1556512" y="1490128"/>
                </a:cubicBezTo>
                <a:lnTo>
                  <a:pt x="1541754" y="1490128"/>
                </a:lnTo>
                <a:lnTo>
                  <a:pt x="1541754" y="1556638"/>
                </a:lnTo>
                <a:lnTo>
                  <a:pt x="1543243" y="1558337"/>
                </a:lnTo>
                <a:lnTo>
                  <a:pt x="1543243" y="1491563"/>
                </a:lnTo>
                <a:cubicBezTo>
                  <a:pt x="1553315" y="1492095"/>
                  <a:pt x="1563300" y="1492360"/>
                  <a:pt x="1573197" y="1492360"/>
                </a:cubicBezTo>
                <a:cubicBezTo>
                  <a:pt x="1597653" y="1492361"/>
                  <a:pt x="1615617" y="1488178"/>
                  <a:pt x="1627089" y="1479813"/>
                </a:cubicBezTo>
                <a:cubicBezTo>
                  <a:pt x="1638561" y="1471449"/>
                  <a:pt x="1644297" y="1458612"/>
                  <a:pt x="1644297" y="1441301"/>
                </a:cubicBezTo>
                <a:cubicBezTo>
                  <a:pt x="1644297" y="1434185"/>
                  <a:pt x="1643188" y="1427966"/>
                  <a:pt x="1640969" y="1422643"/>
                </a:cubicBezTo>
                <a:cubicBezTo>
                  <a:pt x="1638749" y="1417321"/>
                  <a:pt x="1634412" y="1409550"/>
                  <a:pt x="1627956" y="1399331"/>
                </a:cubicBezTo>
                <a:cubicBezTo>
                  <a:pt x="1637465" y="1402788"/>
                  <a:pt x="1644154" y="1408450"/>
                  <a:pt x="1648021" y="1416316"/>
                </a:cubicBezTo>
                <a:cubicBezTo>
                  <a:pt x="1651888" y="1424182"/>
                  <a:pt x="1653822" y="1432986"/>
                  <a:pt x="1653822" y="1442726"/>
                </a:cubicBezTo>
                <a:cubicBezTo>
                  <a:pt x="1653822" y="1464965"/>
                  <a:pt x="1645108" y="1481009"/>
                  <a:pt x="1627680" y="1490858"/>
                </a:cubicBezTo>
                <a:cubicBezTo>
                  <a:pt x="1614880" y="1498111"/>
                  <a:pt x="1593252" y="1501737"/>
                  <a:pt x="1562795" y="1501737"/>
                </a:cubicBezTo>
                <a:cubicBezTo>
                  <a:pt x="1557707" y="1501736"/>
                  <a:pt x="1554563" y="1501643"/>
                  <a:pt x="1553363" y="1501457"/>
                </a:cubicBezTo>
                <a:lnTo>
                  <a:pt x="1553363" y="1557766"/>
                </a:lnTo>
                <a:lnTo>
                  <a:pt x="1576273" y="1588801"/>
                </a:lnTo>
                <a:lnTo>
                  <a:pt x="1498867" y="1588801"/>
                </a:lnTo>
                <a:lnTo>
                  <a:pt x="1493193" y="1578978"/>
                </a:lnTo>
                <a:lnTo>
                  <a:pt x="1561853" y="1578978"/>
                </a:lnTo>
                <a:lnTo>
                  <a:pt x="1558837" y="1576145"/>
                </a:lnTo>
                <a:lnTo>
                  <a:pt x="1559493" y="1576895"/>
                </a:lnTo>
                <a:lnTo>
                  <a:pt x="1485604" y="1576895"/>
                </a:lnTo>
                <a:lnTo>
                  <a:pt x="1505887" y="1555459"/>
                </a:lnTo>
                <a:lnTo>
                  <a:pt x="1505887" y="1501195"/>
                </a:lnTo>
                <a:lnTo>
                  <a:pt x="1496134" y="1502259"/>
                </a:lnTo>
                <a:cubicBezTo>
                  <a:pt x="1492548" y="1503004"/>
                  <a:pt x="1488790" y="1504121"/>
                  <a:pt x="1484862" y="1505611"/>
                </a:cubicBezTo>
                <a:lnTo>
                  <a:pt x="1481956" y="1498846"/>
                </a:lnTo>
                <a:cubicBezTo>
                  <a:pt x="1489958" y="1493935"/>
                  <a:pt x="1496788" y="1491479"/>
                  <a:pt x="1502443" y="1491479"/>
                </a:cubicBezTo>
                <a:lnTo>
                  <a:pt x="1505887" y="1491479"/>
                </a:lnTo>
                <a:lnTo>
                  <a:pt x="1505887" y="1489888"/>
                </a:lnTo>
                <a:cubicBezTo>
                  <a:pt x="1505444" y="1489849"/>
                  <a:pt x="1504928" y="1489830"/>
                  <a:pt x="1504341" y="1489830"/>
                </a:cubicBezTo>
                <a:cubicBezTo>
                  <a:pt x="1494696" y="1489831"/>
                  <a:pt x="1486154" y="1492315"/>
                  <a:pt x="1478715" y="1497286"/>
                </a:cubicBezTo>
                <a:lnTo>
                  <a:pt x="1474951" y="1492295"/>
                </a:lnTo>
                <a:cubicBezTo>
                  <a:pt x="1481680" y="1479341"/>
                  <a:pt x="1492198" y="1472872"/>
                  <a:pt x="1506506" y="1472887"/>
                </a:cubicBezTo>
                <a:lnTo>
                  <a:pt x="1505887" y="1472915"/>
                </a:lnTo>
                <a:lnTo>
                  <a:pt x="1505887" y="1405656"/>
                </a:lnTo>
                <a:close/>
                <a:moveTo>
                  <a:pt x="482247" y="1853566"/>
                </a:moveTo>
                <a:lnTo>
                  <a:pt x="482247" y="1929468"/>
                </a:lnTo>
                <a:lnTo>
                  <a:pt x="485521" y="1929469"/>
                </a:lnTo>
                <a:lnTo>
                  <a:pt x="485521" y="1854459"/>
                </a:lnTo>
                <a:lnTo>
                  <a:pt x="518342" y="1854459"/>
                </a:lnTo>
                <a:lnTo>
                  <a:pt x="517482" y="1853566"/>
                </a:lnTo>
                <a:close/>
                <a:moveTo>
                  <a:pt x="2211648" y="1043791"/>
                </a:moveTo>
                <a:cubicBezTo>
                  <a:pt x="2205385" y="1049049"/>
                  <a:pt x="2202254" y="1055597"/>
                  <a:pt x="2202254" y="1063435"/>
                </a:cubicBezTo>
                <a:lnTo>
                  <a:pt x="2210026" y="1080330"/>
                </a:lnTo>
                <a:lnTo>
                  <a:pt x="2204932" y="1066298"/>
                </a:lnTo>
                <a:cubicBezTo>
                  <a:pt x="2204933" y="1057790"/>
                  <a:pt x="2207960" y="1050886"/>
                  <a:pt x="2214016" y="1045586"/>
                </a:cubicBezTo>
                <a:cubicBezTo>
                  <a:pt x="2220071" y="1040287"/>
                  <a:pt x="2227860" y="1037637"/>
                  <a:pt x="2237382" y="1037637"/>
                </a:cubicBezTo>
                <a:cubicBezTo>
                  <a:pt x="2241823" y="1037637"/>
                  <a:pt x="2246008" y="1038120"/>
                  <a:pt x="2249938" y="1039088"/>
                </a:cubicBezTo>
                <a:lnTo>
                  <a:pt x="2252675" y="1040169"/>
                </a:lnTo>
                <a:lnTo>
                  <a:pt x="2250311" y="1038683"/>
                </a:lnTo>
                <a:cubicBezTo>
                  <a:pt x="2245619" y="1036831"/>
                  <a:pt x="2240650" y="1035904"/>
                  <a:pt x="2235405" y="1035904"/>
                </a:cubicBezTo>
                <a:cubicBezTo>
                  <a:pt x="2225831" y="1035904"/>
                  <a:pt x="2217912" y="1038533"/>
                  <a:pt x="2211648" y="1043791"/>
                </a:cubicBezTo>
                <a:close/>
                <a:moveTo>
                  <a:pt x="690476" y="1755191"/>
                </a:moveTo>
                <a:lnTo>
                  <a:pt x="763846" y="1755191"/>
                </a:lnTo>
                <a:lnTo>
                  <a:pt x="748670" y="1776059"/>
                </a:lnTo>
                <a:lnTo>
                  <a:pt x="771122" y="1836042"/>
                </a:lnTo>
                <a:lnTo>
                  <a:pt x="772336" y="1834446"/>
                </a:lnTo>
                <a:lnTo>
                  <a:pt x="750740" y="1777711"/>
                </a:lnTo>
                <a:lnTo>
                  <a:pt x="768334" y="1757525"/>
                </a:lnTo>
                <a:lnTo>
                  <a:pt x="776104" y="1761016"/>
                </a:lnTo>
                <a:lnTo>
                  <a:pt x="761368" y="1779801"/>
                </a:lnTo>
                <a:lnTo>
                  <a:pt x="779557" y="1829105"/>
                </a:lnTo>
                <a:lnTo>
                  <a:pt x="782994" y="1826189"/>
                </a:lnTo>
                <a:cubicBezTo>
                  <a:pt x="786189" y="1823632"/>
                  <a:pt x="789426" y="1821566"/>
                  <a:pt x="792705" y="1819989"/>
                </a:cubicBezTo>
                <a:cubicBezTo>
                  <a:pt x="796120" y="1832429"/>
                  <a:pt x="800509" y="1844335"/>
                  <a:pt x="805872" y="1855710"/>
                </a:cubicBezTo>
                <a:cubicBezTo>
                  <a:pt x="800784" y="1855472"/>
                  <a:pt x="797699" y="1855352"/>
                  <a:pt x="796619" y="1855352"/>
                </a:cubicBezTo>
                <a:cubicBezTo>
                  <a:pt x="788057" y="1855352"/>
                  <a:pt x="782337" y="1856211"/>
                  <a:pt x="779462" y="1857929"/>
                </a:cubicBezTo>
                <a:lnTo>
                  <a:pt x="805416" y="1926731"/>
                </a:lnTo>
                <a:lnTo>
                  <a:pt x="806826" y="1928097"/>
                </a:lnTo>
                <a:lnTo>
                  <a:pt x="781822" y="1859515"/>
                </a:lnTo>
                <a:cubicBezTo>
                  <a:pt x="786891" y="1857930"/>
                  <a:pt x="791678" y="1857138"/>
                  <a:pt x="796181" y="1857138"/>
                </a:cubicBezTo>
                <a:lnTo>
                  <a:pt x="808786" y="1858332"/>
                </a:lnTo>
                <a:lnTo>
                  <a:pt x="796414" y="1824221"/>
                </a:lnTo>
                <a:lnTo>
                  <a:pt x="806669" y="1828159"/>
                </a:lnTo>
                <a:cubicBezTo>
                  <a:pt x="808953" y="1837499"/>
                  <a:pt x="814427" y="1851110"/>
                  <a:pt x="823091" y="1868991"/>
                </a:cubicBezTo>
                <a:cubicBezTo>
                  <a:pt x="818588" y="1868701"/>
                  <a:pt x="816237" y="1868556"/>
                  <a:pt x="816038" y="1868556"/>
                </a:cubicBezTo>
                <a:lnTo>
                  <a:pt x="804218" y="1867537"/>
                </a:lnTo>
                <a:lnTo>
                  <a:pt x="793079" y="1866828"/>
                </a:lnTo>
                <a:lnTo>
                  <a:pt x="816887" y="1926883"/>
                </a:lnTo>
                <a:lnTo>
                  <a:pt x="849941" y="1960276"/>
                </a:lnTo>
                <a:lnTo>
                  <a:pt x="760730" y="1960276"/>
                </a:lnTo>
                <a:lnTo>
                  <a:pt x="756577" y="1950454"/>
                </a:lnTo>
                <a:lnTo>
                  <a:pt x="834063" y="1950453"/>
                </a:lnTo>
                <a:lnTo>
                  <a:pt x="818194" y="1939106"/>
                </a:lnTo>
                <a:lnTo>
                  <a:pt x="827761" y="1948370"/>
                </a:lnTo>
                <a:lnTo>
                  <a:pt x="747968" y="1948369"/>
                </a:lnTo>
                <a:lnTo>
                  <a:pt x="768106" y="1927566"/>
                </a:lnTo>
                <a:lnTo>
                  <a:pt x="753770" y="1888834"/>
                </a:lnTo>
                <a:cubicBezTo>
                  <a:pt x="745493" y="1898858"/>
                  <a:pt x="738155" y="1909121"/>
                  <a:pt x="731757" y="1919625"/>
                </a:cubicBezTo>
                <a:lnTo>
                  <a:pt x="723891" y="1917658"/>
                </a:lnTo>
                <a:lnTo>
                  <a:pt x="750610" y="1881523"/>
                </a:lnTo>
                <a:lnTo>
                  <a:pt x="749796" y="1878911"/>
                </a:lnTo>
                <a:cubicBezTo>
                  <a:pt x="740570" y="1887872"/>
                  <a:pt x="731397" y="1899060"/>
                  <a:pt x="722277" y="1912474"/>
                </a:cubicBezTo>
                <a:lnTo>
                  <a:pt x="717014" y="1906847"/>
                </a:lnTo>
                <a:lnTo>
                  <a:pt x="698848" y="1880961"/>
                </a:lnTo>
                <a:lnTo>
                  <a:pt x="692724" y="1899586"/>
                </a:lnTo>
                <a:cubicBezTo>
                  <a:pt x="691213" y="1905846"/>
                  <a:pt x="690458" y="1911474"/>
                  <a:pt x="690458" y="1916472"/>
                </a:cubicBezTo>
                <a:cubicBezTo>
                  <a:pt x="690458" y="1922184"/>
                  <a:pt x="691437" y="1927008"/>
                  <a:pt x="693396" y="1930944"/>
                </a:cubicBezTo>
                <a:cubicBezTo>
                  <a:pt x="695354" y="1934879"/>
                  <a:pt x="700258" y="1941691"/>
                  <a:pt x="708105" y="1951379"/>
                </a:cubicBezTo>
                <a:cubicBezTo>
                  <a:pt x="708808" y="1952270"/>
                  <a:pt x="710121" y="1955236"/>
                  <a:pt x="712044" y="1960276"/>
                </a:cubicBezTo>
                <a:lnTo>
                  <a:pt x="628580" y="1960276"/>
                </a:lnTo>
                <a:lnTo>
                  <a:pt x="624226" y="1950453"/>
                </a:lnTo>
                <a:lnTo>
                  <a:pt x="695263" y="1950453"/>
                </a:lnTo>
                <a:lnTo>
                  <a:pt x="693661" y="1948370"/>
                </a:lnTo>
                <a:lnTo>
                  <a:pt x="616639" y="1948370"/>
                </a:lnTo>
                <a:cubicBezTo>
                  <a:pt x="631133" y="1937694"/>
                  <a:pt x="642330" y="1926443"/>
                  <a:pt x="650230" y="1914616"/>
                </a:cubicBezTo>
                <a:cubicBezTo>
                  <a:pt x="656155" y="1905746"/>
                  <a:pt x="662138" y="1892945"/>
                  <a:pt x="668178" y="1876216"/>
                </a:cubicBezTo>
                <a:lnTo>
                  <a:pt x="673993" y="1858904"/>
                </a:lnTo>
                <a:lnTo>
                  <a:pt x="652097" y="1852443"/>
                </a:lnTo>
                <a:cubicBezTo>
                  <a:pt x="657636" y="1841909"/>
                  <a:pt x="662313" y="1831772"/>
                  <a:pt x="666126" y="1822033"/>
                </a:cubicBezTo>
                <a:cubicBezTo>
                  <a:pt x="669822" y="1823871"/>
                  <a:pt x="672055" y="1825167"/>
                  <a:pt x="672824" y="1825919"/>
                </a:cubicBezTo>
                <a:lnTo>
                  <a:pt x="679651" y="1833167"/>
                </a:lnTo>
                <a:cubicBezTo>
                  <a:pt x="681276" y="1834122"/>
                  <a:pt x="682460" y="1835421"/>
                  <a:pt x="683202" y="1837063"/>
                </a:cubicBezTo>
                <a:lnTo>
                  <a:pt x="684200" y="1834521"/>
                </a:lnTo>
                <a:lnTo>
                  <a:pt x="682772" y="1833860"/>
                </a:lnTo>
                <a:cubicBezTo>
                  <a:pt x="678202" y="1829840"/>
                  <a:pt x="674381" y="1826610"/>
                  <a:pt x="671310" y="1824170"/>
                </a:cubicBezTo>
                <a:lnTo>
                  <a:pt x="668880" y="1821396"/>
                </a:lnTo>
                <a:lnTo>
                  <a:pt x="673477" y="1814589"/>
                </a:lnTo>
                <a:cubicBezTo>
                  <a:pt x="680347" y="1818400"/>
                  <a:pt x="685124" y="1822341"/>
                  <a:pt x="687809" y="1826410"/>
                </a:cubicBezTo>
                <a:lnTo>
                  <a:pt x="705943" y="1775499"/>
                </a:lnTo>
                <a:close/>
                <a:moveTo>
                  <a:pt x="1446265" y="1390860"/>
                </a:moveTo>
                <a:lnTo>
                  <a:pt x="1451132" y="1397050"/>
                </a:lnTo>
                <a:lnTo>
                  <a:pt x="1449739" y="1399676"/>
                </a:lnTo>
                <a:cubicBezTo>
                  <a:pt x="1437913" y="1415569"/>
                  <a:pt x="1429423" y="1429448"/>
                  <a:pt x="1424269" y="1441312"/>
                </a:cubicBezTo>
                <a:lnTo>
                  <a:pt x="1417744" y="1435770"/>
                </a:lnTo>
                <a:cubicBezTo>
                  <a:pt x="1424530" y="1419319"/>
                  <a:pt x="1434038" y="1404349"/>
                  <a:pt x="1446265" y="1390860"/>
                </a:cubicBezTo>
                <a:close/>
                <a:moveTo>
                  <a:pt x="541183" y="1812108"/>
                </a:moveTo>
                <a:lnTo>
                  <a:pt x="551006" y="1815199"/>
                </a:lnTo>
                <a:lnTo>
                  <a:pt x="551006" y="1884432"/>
                </a:lnTo>
                <a:lnTo>
                  <a:pt x="541183" y="1881448"/>
                </a:lnTo>
                <a:close/>
                <a:moveTo>
                  <a:pt x="2207783" y="1022287"/>
                </a:moveTo>
                <a:cubicBezTo>
                  <a:pt x="2215305" y="1019757"/>
                  <a:pt x="2223673" y="1018491"/>
                  <a:pt x="2232887" y="1018491"/>
                </a:cubicBezTo>
                <a:cubicBezTo>
                  <a:pt x="2244440" y="1018492"/>
                  <a:pt x="2257973" y="1020588"/>
                  <a:pt x="2273486" y="1024782"/>
                </a:cubicBezTo>
                <a:cubicBezTo>
                  <a:pt x="2280245" y="1026641"/>
                  <a:pt x="2285235" y="1027570"/>
                  <a:pt x="2288458" y="1027570"/>
                </a:cubicBezTo>
                <a:cubicBezTo>
                  <a:pt x="2292678" y="1027570"/>
                  <a:pt x="2297823" y="1025927"/>
                  <a:pt x="2303891" y="1022642"/>
                </a:cubicBezTo>
                <a:lnTo>
                  <a:pt x="2308794" y="1025200"/>
                </a:lnTo>
                <a:cubicBezTo>
                  <a:pt x="2303496" y="1033735"/>
                  <a:pt x="2299378" y="1041607"/>
                  <a:pt x="2296439" y="1048818"/>
                </a:cubicBezTo>
                <a:cubicBezTo>
                  <a:pt x="2290469" y="1063499"/>
                  <a:pt x="2286450" y="1072596"/>
                  <a:pt x="2284384" y="1076109"/>
                </a:cubicBezTo>
                <a:lnTo>
                  <a:pt x="2279980" y="1078360"/>
                </a:lnTo>
                <a:cubicBezTo>
                  <a:pt x="2278384" y="1075968"/>
                  <a:pt x="2277443" y="1074195"/>
                  <a:pt x="2277156" y="1073042"/>
                </a:cubicBezTo>
                <a:lnTo>
                  <a:pt x="2273830" y="1063323"/>
                </a:lnTo>
                <a:lnTo>
                  <a:pt x="2271557" y="1064456"/>
                </a:lnTo>
                <a:cubicBezTo>
                  <a:pt x="2260339" y="1053062"/>
                  <a:pt x="2249031" y="1047364"/>
                  <a:pt x="2237636" y="1047364"/>
                </a:cubicBezTo>
                <a:cubicBezTo>
                  <a:pt x="2231073" y="1047364"/>
                  <a:pt x="2225669" y="1049232"/>
                  <a:pt x="2221422" y="1052969"/>
                </a:cubicBezTo>
                <a:cubicBezTo>
                  <a:pt x="2217176" y="1056705"/>
                  <a:pt x="2215053" y="1061439"/>
                  <a:pt x="2215053" y="1067172"/>
                </a:cubicBezTo>
                <a:cubicBezTo>
                  <a:pt x="2215053" y="1073452"/>
                  <a:pt x="2219569" y="1080071"/>
                  <a:pt x="2228601" y="1087027"/>
                </a:cubicBezTo>
                <a:lnTo>
                  <a:pt x="2231017" y="1089194"/>
                </a:lnTo>
                <a:lnTo>
                  <a:pt x="2230104" y="1090946"/>
                </a:lnTo>
                <a:lnTo>
                  <a:pt x="2236745" y="1093975"/>
                </a:lnTo>
                <a:lnTo>
                  <a:pt x="2261382" y="1099961"/>
                </a:lnTo>
                <a:cubicBezTo>
                  <a:pt x="2279724" y="1104386"/>
                  <a:pt x="2293479" y="1111474"/>
                  <a:pt x="2302650" y="1121223"/>
                </a:cubicBezTo>
                <a:lnTo>
                  <a:pt x="2302692" y="1121292"/>
                </a:lnTo>
                <a:lnTo>
                  <a:pt x="2302691" y="1116467"/>
                </a:lnTo>
                <a:cubicBezTo>
                  <a:pt x="2319970" y="1127564"/>
                  <a:pt x="2328609" y="1142274"/>
                  <a:pt x="2328609" y="1160599"/>
                </a:cubicBezTo>
                <a:cubicBezTo>
                  <a:pt x="2328609" y="1180029"/>
                  <a:pt x="2321094" y="1196474"/>
                  <a:pt x="2306065" y="1209935"/>
                </a:cubicBezTo>
                <a:cubicBezTo>
                  <a:pt x="2291035" y="1223395"/>
                  <a:pt x="2272804" y="1230125"/>
                  <a:pt x="2251369" y="1230125"/>
                </a:cubicBezTo>
                <a:cubicBezTo>
                  <a:pt x="2240491" y="1230125"/>
                  <a:pt x="2230760" y="1229033"/>
                  <a:pt x="2222176" y="1226849"/>
                </a:cubicBezTo>
                <a:lnTo>
                  <a:pt x="2198833" y="1221121"/>
                </a:lnTo>
                <a:cubicBezTo>
                  <a:pt x="2193507" y="1219782"/>
                  <a:pt x="2187920" y="1219112"/>
                  <a:pt x="2182069" y="1219112"/>
                </a:cubicBezTo>
                <a:cubicBezTo>
                  <a:pt x="2177017" y="1219112"/>
                  <a:pt x="2171384" y="1220233"/>
                  <a:pt x="2165173" y="1222474"/>
                </a:cubicBezTo>
                <a:lnTo>
                  <a:pt x="2162024" y="1213773"/>
                </a:lnTo>
                <a:cubicBezTo>
                  <a:pt x="2168639" y="1210486"/>
                  <a:pt x="2174788" y="1208843"/>
                  <a:pt x="2180471" y="1208843"/>
                </a:cubicBezTo>
                <a:cubicBezTo>
                  <a:pt x="2186502" y="1208843"/>
                  <a:pt x="2194007" y="1209898"/>
                  <a:pt x="2202984" y="1212010"/>
                </a:cubicBezTo>
                <a:lnTo>
                  <a:pt x="2223653" y="1217014"/>
                </a:lnTo>
                <a:cubicBezTo>
                  <a:pt x="2232332" y="1219107"/>
                  <a:pt x="2241536" y="1220154"/>
                  <a:pt x="2251260" y="1220154"/>
                </a:cubicBezTo>
                <a:cubicBezTo>
                  <a:pt x="2269936" y="1220154"/>
                  <a:pt x="2285810" y="1214219"/>
                  <a:pt x="2298882" y="1202351"/>
                </a:cubicBezTo>
                <a:lnTo>
                  <a:pt x="2303053" y="1193224"/>
                </a:lnTo>
                <a:lnTo>
                  <a:pt x="2311661" y="1181641"/>
                </a:lnTo>
                <a:lnTo>
                  <a:pt x="2314347" y="1168518"/>
                </a:lnTo>
                <a:lnTo>
                  <a:pt x="2318489" y="1159455"/>
                </a:lnTo>
                <a:cubicBezTo>
                  <a:pt x="2318488" y="1152409"/>
                  <a:pt x="2317172" y="1145725"/>
                  <a:pt x="2314540" y="1139402"/>
                </a:cubicBezTo>
                <a:lnTo>
                  <a:pt x="2304940" y="1124914"/>
                </a:lnTo>
                <a:lnTo>
                  <a:pt x="2312966" y="1137844"/>
                </a:lnTo>
                <a:cubicBezTo>
                  <a:pt x="2315259" y="1144050"/>
                  <a:pt x="2316405" y="1150921"/>
                  <a:pt x="2316405" y="1158457"/>
                </a:cubicBezTo>
                <a:lnTo>
                  <a:pt x="2314347" y="1168518"/>
                </a:lnTo>
                <a:lnTo>
                  <a:pt x="2303053" y="1193224"/>
                </a:lnTo>
                <a:lnTo>
                  <a:pt x="2297431" y="1200790"/>
                </a:lnTo>
                <a:cubicBezTo>
                  <a:pt x="2284781" y="1212211"/>
                  <a:pt x="2269193" y="1217922"/>
                  <a:pt x="2250669" y="1217921"/>
                </a:cubicBezTo>
                <a:cubicBezTo>
                  <a:pt x="2239208" y="1217921"/>
                  <a:pt x="2226554" y="1216212"/>
                  <a:pt x="2212709" y="1212794"/>
                </a:cubicBezTo>
                <a:lnTo>
                  <a:pt x="2194319" y="1208259"/>
                </a:lnTo>
                <a:cubicBezTo>
                  <a:pt x="2188453" y="1206862"/>
                  <a:pt x="2183448" y="1206164"/>
                  <a:pt x="2179304" y="1206164"/>
                </a:cubicBezTo>
                <a:cubicBezTo>
                  <a:pt x="2173943" y="1206164"/>
                  <a:pt x="2167449" y="1208052"/>
                  <a:pt x="2159824" y="1211829"/>
                </a:cubicBezTo>
                <a:lnTo>
                  <a:pt x="2156771" y="1206696"/>
                </a:lnTo>
                <a:cubicBezTo>
                  <a:pt x="2168977" y="1187752"/>
                  <a:pt x="2177748" y="1169489"/>
                  <a:pt x="2183085" y="1151909"/>
                </a:cubicBezTo>
                <a:lnTo>
                  <a:pt x="2190585" y="1153332"/>
                </a:lnTo>
                <a:lnTo>
                  <a:pt x="2207617" y="1187786"/>
                </a:lnTo>
                <a:lnTo>
                  <a:pt x="2207628" y="1187809"/>
                </a:lnTo>
                <a:lnTo>
                  <a:pt x="2207630" y="1187810"/>
                </a:lnTo>
                <a:lnTo>
                  <a:pt x="2208167" y="1188899"/>
                </a:lnTo>
                <a:lnTo>
                  <a:pt x="2210654" y="1190226"/>
                </a:lnTo>
                <a:lnTo>
                  <a:pt x="2207630" y="1187810"/>
                </a:lnTo>
                <a:lnTo>
                  <a:pt x="2207617" y="1187786"/>
                </a:lnTo>
                <a:lnTo>
                  <a:pt x="2194857" y="1159838"/>
                </a:lnTo>
                <a:lnTo>
                  <a:pt x="2204208" y="1158472"/>
                </a:lnTo>
                <a:cubicBezTo>
                  <a:pt x="2208000" y="1176596"/>
                  <a:pt x="2217860" y="1189367"/>
                  <a:pt x="2233791" y="1196786"/>
                </a:cubicBezTo>
                <a:lnTo>
                  <a:pt x="2233791" y="1199068"/>
                </a:lnTo>
                <a:lnTo>
                  <a:pt x="2246270" y="1200806"/>
                </a:lnTo>
                <a:cubicBezTo>
                  <a:pt x="2258617" y="1200806"/>
                  <a:pt x="2268307" y="1198046"/>
                  <a:pt x="2275342" y="1192527"/>
                </a:cubicBezTo>
                <a:cubicBezTo>
                  <a:pt x="2282378" y="1187008"/>
                  <a:pt x="2285895" y="1179626"/>
                  <a:pt x="2285895" y="1170382"/>
                </a:cubicBezTo>
                <a:lnTo>
                  <a:pt x="2284576" y="1162630"/>
                </a:lnTo>
                <a:lnTo>
                  <a:pt x="2281672" y="1163988"/>
                </a:lnTo>
                <a:cubicBezTo>
                  <a:pt x="2276515" y="1158606"/>
                  <a:pt x="2271516" y="1154810"/>
                  <a:pt x="2266677" y="1152599"/>
                </a:cubicBezTo>
                <a:cubicBezTo>
                  <a:pt x="2261839" y="1150387"/>
                  <a:pt x="2252278" y="1147605"/>
                  <a:pt x="2237994" y="1144251"/>
                </a:cubicBezTo>
                <a:cubicBezTo>
                  <a:pt x="2216755" y="1139337"/>
                  <a:pt x="2202272" y="1134975"/>
                  <a:pt x="2194548" y="1131167"/>
                </a:cubicBezTo>
                <a:cubicBezTo>
                  <a:pt x="2186824" y="1127359"/>
                  <a:pt x="2182159" y="1120709"/>
                  <a:pt x="2180555" y="1111216"/>
                </a:cubicBezTo>
                <a:lnTo>
                  <a:pt x="2190110" y="1114603"/>
                </a:lnTo>
                <a:lnTo>
                  <a:pt x="2183398" y="1110105"/>
                </a:lnTo>
                <a:cubicBezTo>
                  <a:pt x="2174637" y="1101239"/>
                  <a:pt x="2170256" y="1088952"/>
                  <a:pt x="2170256" y="1073246"/>
                </a:cubicBezTo>
                <a:cubicBezTo>
                  <a:pt x="2170256" y="1056987"/>
                  <a:pt x="2176087" y="1043796"/>
                  <a:pt x="2187751" y="1033674"/>
                </a:cubicBezTo>
                <a:cubicBezTo>
                  <a:pt x="2193583" y="1028613"/>
                  <a:pt x="2200260" y="1024818"/>
                  <a:pt x="2207783" y="1022287"/>
                </a:cubicBezTo>
                <a:close/>
                <a:moveTo>
                  <a:pt x="2136416" y="1044459"/>
                </a:moveTo>
                <a:cubicBezTo>
                  <a:pt x="2140347" y="1038465"/>
                  <a:pt x="2149002" y="1034500"/>
                  <a:pt x="2162379" y="1032567"/>
                </a:cubicBezTo>
                <a:lnTo>
                  <a:pt x="2158608" y="1042546"/>
                </a:lnTo>
                <a:cubicBezTo>
                  <a:pt x="2151162" y="1044288"/>
                  <a:pt x="2146281" y="1047203"/>
                  <a:pt x="2143965" y="1051288"/>
                </a:cubicBezTo>
                <a:cubicBezTo>
                  <a:pt x="2141648" y="1055374"/>
                  <a:pt x="2140490" y="1062774"/>
                  <a:pt x="2140490" y="1073488"/>
                </a:cubicBezTo>
                <a:lnTo>
                  <a:pt x="2140490" y="1226851"/>
                </a:lnTo>
                <a:lnTo>
                  <a:pt x="2104162" y="1226851"/>
                </a:lnTo>
                <a:lnTo>
                  <a:pt x="2101188" y="1217028"/>
                </a:lnTo>
                <a:lnTo>
                  <a:pt x="2130518" y="1217028"/>
                </a:lnTo>
                <a:lnTo>
                  <a:pt x="2130518" y="1074946"/>
                </a:lnTo>
                <a:cubicBezTo>
                  <a:pt x="2130518" y="1060616"/>
                  <a:pt x="2132484" y="1050453"/>
                  <a:pt x="2136416" y="1044459"/>
                </a:cubicBezTo>
                <a:close/>
                <a:moveTo>
                  <a:pt x="589015" y="1762334"/>
                </a:moveTo>
                <a:lnTo>
                  <a:pt x="593882" y="1768525"/>
                </a:lnTo>
                <a:lnTo>
                  <a:pt x="592489" y="1771150"/>
                </a:lnTo>
                <a:cubicBezTo>
                  <a:pt x="580663" y="1787044"/>
                  <a:pt x="572174" y="1800923"/>
                  <a:pt x="567019" y="1812787"/>
                </a:cubicBezTo>
                <a:lnTo>
                  <a:pt x="560493" y="1807246"/>
                </a:lnTo>
                <a:cubicBezTo>
                  <a:pt x="567281" y="1790794"/>
                  <a:pt x="576788" y="1775824"/>
                  <a:pt x="589015" y="1762334"/>
                </a:cubicBezTo>
                <a:close/>
                <a:moveTo>
                  <a:pt x="1339497" y="1402161"/>
                </a:moveTo>
                <a:lnTo>
                  <a:pt x="1339497" y="1463488"/>
                </a:lnTo>
                <a:lnTo>
                  <a:pt x="1342771" y="1463487"/>
                </a:lnTo>
                <a:lnTo>
                  <a:pt x="1342772" y="1404394"/>
                </a:lnTo>
                <a:cubicBezTo>
                  <a:pt x="1352294" y="1403507"/>
                  <a:pt x="1360331" y="1403063"/>
                  <a:pt x="1366886" y="1403064"/>
                </a:cubicBezTo>
                <a:lnTo>
                  <a:pt x="1376863" y="1403702"/>
                </a:lnTo>
                <a:lnTo>
                  <a:pt x="1388447" y="1405432"/>
                </a:lnTo>
                <a:lnTo>
                  <a:pt x="1395025" y="1407206"/>
                </a:lnTo>
                <a:lnTo>
                  <a:pt x="1394017" y="1406264"/>
                </a:lnTo>
                <a:lnTo>
                  <a:pt x="1388447" y="1405432"/>
                </a:lnTo>
                <a:lnTo>
                  <a:pt x="1383634" y="1404135"/>
                </a:lnTo>
                <a:lnTo>
                  <a:pt x="1376863" y="1403702"/>
                </a:lnTo>
                <a:lnTo>
                  <a:pt x="1362630" y="1401575"/>
                </a:lnTo>
                <a:cubicBezTo>
                  <a:pt x="1355434" y="1401575"/>
                  <a:pt x="1347723" y="1401771"/>
                  <a:pt x="1339497" y="1402161"/>
                </a:cubicBezTo>
                <a:close/>
                <a:moveTo>
                  <a:pt x="1139472" y="1482091"/>
                </a:moveTo>
                <a:lnTo>
                  <a:pt x="1139472" y="1557994"/>
                </a:lnTo>
                <a:lnTo>
                  <a:pt x="1142747" y="1557994"/>
                </a:lnTo>
                <a:lnTo>
                  <a:pt x="1142746" y="1482984"/>
                </a:lnTo>
                <a:lnTo>
                  <a:pt x="1175567" y="1482984"/>
                </a:lnTo>
                <a:lnTo>
                  <a:pt x="1174708" y="1482091"/>
                </a:lnTo>
                <a:close/>
                <a:moveTo>
                  <a:pt x="2023065" y="1058805"/>
                </a:moveTo>
                <a:lnTo>
                  <a:pt x="2023065" y="1139884"/>
                </a:lnTo>
                <a:cubicBezTo>
                  <a:pt x="2023065" y="1166222"/>
                  <a:pt x="2024686" y="1183204"/>
                  <a:pt x="2027927" y="1190829"/>
                </a:cubicBezTo>
                <a:lnTo>
                  <a:pt x="2031085" y="1194587"/>
                </a:lnTo>
                <a:lnTo>
                  <a:pt x="2026488" y="1182007"/>
                </a:lnTo>
                <a:cubicBezTo>
                  <a:pt x="2025396" y="1176881"/>
                  <a:pt x="2024850" y="1171109"/>
                  <a:pt x="2024851" y="1164692"/>
                </a:cubicBezTo>
                <a:lnTo>
                  <a:pt x="2025000" y="1150974"/>
                </a:lnTo>
                <a:lnTo>
                  <a:pt x="2025000" y="1071928"/>
                </a:lnTo>
                <a:close/>
                <a:moveTo>
                  <a:pt x="1198408" y="1440633"/>
                </a:moveTo>
                <a:lnTo>
                  <a:pt x="1208231" y="1443724"/>
                </a:lnTo>
                <a:lnTo>
                  <a:pt x="1208231" y="1512957"/>
                </a:lnTo>
                <a:lnTo>
                  <a:pt x="1198408" y="1509973"/>
                </a:lnTo>
                <a:close/>
                <a:moveTo>
                  <a:pt x="482247" y="1773636"/>
                </a:moveTo>
                <a:lnTo>
                  <a:pt x="482247" y="1834963"/>
                </a:lnTo>
                <a:lnTo>
                  <a:pt x="485521" y="1834963"/>
                </a:lnTo>
                <a:lnTo>
                  <a:pt x="485521" y="1775868"/>
                </a:lnTo>
                <a:cubicBezTo>
                  <a:pt x="495043" y="1774982"/>
                  <a:pt x="503082" y="1774538"/>
                  <a:pt x="509636" y="1774538"/>
                </a:cubicBezTo>
                <a:lnTo>
                  <a:pt x="519613" y="1775176"/>
                </a:lnTo>
                <a:lnTo>
                  <a:pt x="531199" y="1776907"/>
                </a:lnTo>
                <a:lnTo>
                  <a:pt x="537775" y="1778681"/>
                </a:lnTo>
                <a:lnTo>
                  <a:pt x="536767" y="1777739"/>
                </a:lnTo>
                <a:lnTo>
                  <a:pt x="531199" y="1776907"/>
                </a:lnTo>
                <a:lnTo>
                  <a:pt x="526385" y="1775609"/>
                </a:lnTo>
                <a:lnTo>
                  <a:pt x="519613" y="1775176"/>
                </a:lnTo>
                <a:lnTo>
                  <a:pt x="505380" y="1773050"/>
                </a:lnTo>
                <a:cubicBezTo>
                  <a:pt x="498184" y="1773050"/>
                  <a:pt x="490473" y="1773246"/>
                  <a:pt x="482247" y="1773636"/>
                </a:cubicBezTo>
                <a:close/>
                <a:moveTo>
                  <a:pt x="278176" y="1865633"/>
                </a:moveTo>
                <a:lnTo>
                  <a:pt x="279543" y="1865405"/>
                </a:lnTo>
                <a:lnTo>
                  <a:pt x="279543" y="1926904"/>
                </a:lnTo>
                <a:lnTo>
                  <a:pt x="281478" y="1929410"/>
                </a:lnTo>
                <a:lnTo>
                  <a:pt x="281478" y="1869570"/>
                </a:lnTo>
                <a:lnTo>
                  <a:pt x="286626" y="1868833"/>
                </a:lnTo>
                <a:lnTo>
                  <a:pt x="311438" y="1863863"/>
                </a:lnTo>
                <a:lnTo>
                  <a:pt x="310105" y="1860000"/>
                </a:lnTo>
                <a:close/>
                <a:moveTo>
                  <a:pt x="1853848" y="1120141"/>
                </a:moveTo>
                <a:lnTo>
                  <a:pt x="1853847" y="1196043"/>
                </a:lnTo>
                <a:lnTo>
                  <a:pt x="1857122" y="1196044"/>
                </a:lnTo>
                <a:lnTo>
                  <a:pt x="1857121" y="1121034"/>
                </a:lnTo>
                <a:lnTo>
                  <a:pt x="1889942" y="1121034"/>
                </a:lnTo>
                <a:lnTo>
                  <a:pt x="1889082" y="1120141"/>
                </a:lnTo>
                <a:close/>
                <a:moveTo>
                  <a:pt x="1282343" y="1383715"/>
                </a:moveTo>
                <a:lnTo>
                  <a:pt x="1444100" y="1383716"/>
                </a:lnTo>
                <a:lnTo>
                  <a:pt x="1441326" y="1391013"/>
                </a:lnTo>
                <a:cubicBezTo>
                  <a:pt x="1431486" y="1403066"/>
                  <a:pt x="1422808" y="1417497"/>
                  <a:pt x="1415292" y="1434303"/>
                </a:cubicBezTo>
                <a:cubicBezTo>
                  <a:pt x="1412297" y="1430900"/>
                  <a:pt x="1410556" y="1428671"/>
                  <a:pt x="1410069" y="1427615"/>
                </a:cubicBezTo>
                <a:lnTo>
                  <a:pt x="1409766" y="1427086"/>
                </a:lnTo>
                <a:lnTo>
                  <a:pt x="1404218" y="1424899"/>
                </a:lnTo>
                <a:cubicBezTo>
                  <a:pt x="1397103" y="1419230"/>
                  <a:pt x="1391954" y="1415860"/>
                  <a:pt x="1388772" y="1414789"/>
                </a:cubicBezTo>
                <a:cubicBezTo>
                  <a:pt x="1385590" y="1413719"/>
                  <a:pt x="1379041" y="1413184"/>
                  <a:pt x="1369126" y="1413184"/>
                </a:cubicBezTo>
                <a:cubicBezTo>
                  <a:pt x="1366116" y="1413184"/>
                  <a:pt x="1360632" y="1413400"/>
                  <a:pt x="1352673" y="1413830"/>
                </a:cubicBezTo>
                <a:lnTo>
                  <a:pt x="1352594" y="1413835"/>
                </a:lnTo>
                <a:lnTo>
                  <a:pt x="1352594" y="1463488"/>
                </a:lnTo>
                <a:lnTo>
                  <a:pt x="1374737" y="1463488"/>
                </a:lnTo>
                <a:lnTo>
                  <a:pt x="1398135" y="1437701"/>
                </a:lnTo>
                <a:lnTo>
                  <a:pt x="1398136" y="1506390"/>
                </a:lnTo>
                <a:lnTo>
                  <a:pt x="1383391" y="1491080"/>
                </a:lnTo>
                <a:lnTo>
                  <a:pt x="1384313" y="1492658"/>
                </a:lnTo>
                <a:lnTo>
                  <a:pt x="1352594" y="1492658"/>
                </a:lnTo>
                <a:lnTo>
                  <a:pt x="1352594" y="1557994"/>
                </a:lnTo>
                <a:cubicBezTo>
                  <a:pt x="1370034" y="1557994"/>
                  <a:pt x="1382663" y="1556672"/>
                  <a:pt x="1390477" y="1554029"/>
                </a:cubicBezTo>
                <a:cubicBezTo>
                  <a:pt x="1398292" y="1551385"/>
                  <a:pt x="1405246" y="1545744"/>
                  <a:pt x="1411339" y="1537104"/>
                </a:cubicBezTo>
                <a:lnTo>
                  <a:pt x="1416477" y="1525314"/>
                </a:lnTo>
                <a:cubicBezTo>
                  <a:pt x="1416634" y="1524998"/>
                  <a:pt x="1418498" y="1523425"/>
                  <a:pt x="1422069" y="1520596"/>
                </a:cubicBezTo>
                <a:cubicBezTo>
                  <a:pt x="1425731" y="1532591"/>
                  <a:pt x="1429366" y="1541689"/>
                  <a:pt x="1432975" y="1547891"/>
                </a:cubicBezTo>
                <a:cubicBezTo>
                  <a:pt x="1436584" y="1554092"/>
                  <a:pt x="1442919" y="1563066"/>
                  <a:pt x="1451981" y="1574811"/>
                </a:cubicBezTo>
                <a:lnTo>
                  <a:pt x="1282342" y="1574811"/>
                </a:lnTo>
                <a:lnTo>
                  <a:pt x="1304522" y="1553401"/>
                </a:lnTo>
                <a:lnTo>
                  <a:pt x="1304522" y="1492658"/>
                </a:lnTo>
                <a:cubicBezTo>
                  <a:pt x="1299053" y="1493572"/>
                  <a:pt x="1292354" y="1496105"/>
                  <a:pt x="1284426" y="1500255"/>
                </a:cubicBezTo>
                <a:lnTo>
                  <a:pt x="1280301" y="1493472"/>
                </a:lnTo>
                <a:cubicBezTo>
                  <a:pt x="1287424" y="1487832"/>
                  <a:pt x="1295498" y="1484458"/>
                  <a:pt x="1304523" y="1483352"/>
                </a:cubicBezTo>
                <a:lnTo>
                  <a:pt x="1304523" y="1481780"/>
                </a:lnTo>
                <a:cubicBezTo>
                  <a:pt x="1304610" y="1481789"/>
                  <a:pt x="1304434" y="1481794"/>
                  <a:pt x="1303997" y="1481794"/>
                </a:cubicBezTo>
                <a:cubicBezTo>
                  <a:pt x="1294883" y="1481793"/>
                  <a:pt x="1284844" y="1485415"/>
                  <a:pt x="1273880" y="1492658"/>
                </a:cubicBezTo>
                <a:cubicBezTo>
                  <a:pt x="1278838" y="1473211"/>
                  <a:pt x="1289052" y="1463488"/>
                  <a:pt x="1304523" y="1463487"/>
                </a:cubicBezTo>
                <a:lnTo>
                  <a:pt x="1304522" y="1405642"/>
                </a:lnTo>
                <a:close/>
                <a:moveTo>
                  <a:pt x="1246240" y="1390860"/>
                </a:moveTo>
                <a:lnTo>
                  <a:pt x="1251107" y="1397050"/>
                </a:lnTo>
                <a:lnTo>
                  <a:pt x="1249714" y="1399675"/>
                </a:lnTo>
                <a:cubicBezTo>
                  <a:pt x="1237889" y="1415569"/>
                  <a:pt x="1229399" y="1429448"/>
                  <a:pt x="1224244" y="1441313"/>
                </a:cubicBezTo>
                <a:lnTo>
                  <a:pt x="1217718" y="1435770"/>
                </a:lnTo>
                <a:cubicBezTo>
                  <a:pt x="1224506" y="1419319"/>
                  <a:pt x="1234013" y="1404349"/>
                  <a:pt x="1246240" y="1390860"/>
                </a:cubicBezTo>
                <a:close/>
                <a:moveTo>
                  <a:pt x="1912783" y="1078683"/>
                </a:moveTo>
                <a:lnTo>
                  <a:pt x="1922606" y="1081774"/>
                </a:lnTo>
                <a:lnTo>
                  <a:pt x="1922606" y="1151006"/>
                </a:lnTo>
                <a:lnTo>
                  <a:pt x="1912783" y="1148023"/>
                </a:lnTo>
                <a:close/>
                <a:moveTo>
                  <a:pt x="425092" y="1755191"/>
                </a:moveTo>
                <a:lnTo>
                  <a:pt x="586850" y="1755191"/>
                </a:lnTo>
                <a:lnTo>
                  <a:pt x="584076" y="1762488"/>
                </a:lnTo>
                <a:cubicBezTo>
                  <a:pt x="574236" y="1774542"/>
                  <a:pt x="565558" y="1788972"/>
                  <a:pt x="558043" y="1805778"/>
                </a:cubicBezTo>
                <a:cubicBezTo>
                  <a:pt x="555047" y="1802376"/>
                  <a:pt x="553306" y="1800146"/>
                  <a:pt x="552819" y="1799091"/>
                </a:cubicBezTo>
                <a:lnTo>
                  <a:pt x="552516" y="1798561"/>
                </a:lnTo>
                <a:lnTo>
                  <a:pt x="546969" y="1796374"/>
                </a:lnTo>
                <a:cubicBezTo>
                  <a:pt x="539853" y="1790705"/>
                  <a:pt x="534704" y="1787335"/>
                  <a:pt x="531522" y="1786264"/>
                </a:cubicBezTo>
                <a:cubicBezTo>
                  <a:pt x="528340" y="1785194"/>
                  <a:pt x="521791" y="1784659"/>
                  <a:pt x="511875" y="1784659"/>
                </a:cubicBezTo>
                <a:cubicBezTo>
                  <a:pt x="508866" y="1784659"/>
                  <a:pt x="503382" y="1784874"/>
                  <a:pt x="495423" y="1785305"/>
                </a:cubicBezTo>
                <a:lnTo>
                  <a:pt x="495344" y="1785310"/>
                </a:lnTo>
                <a:lnTo>
                  <a:pt x="495344" y="1834962"/>
                </a:lnTo>
                <a:lnTo>
                  <a:pt x="517487" y="1834963"/>
                </a:lnTo>
                <a:lnTo>
                  <a:pt x="540885" y="1809176"/>
                </a:lnTo>
                <a:lnTo>
                  <a:pt x="540885" y="1877865"/>
                </a:lnTo>
                <a:lnTo>
                  <a:pt x="526140" y="1862556"/>
                </a:lnTo>
                <a:lnTo>
                  <a:pt x="527063" y="1864133"/>
                </a:lnTo>
                <a:lnTo>
                  <a:pt x="495344" y="1864133"/>
                </a:lnTo>
                <a:lnTo>
                  <a:pt x="495344" y="1929468"/>
                </a:lnTo>
                <a:cubicBezTo>
                  <a:pt x="512785" y="1929469"/>
                  <a:pt x="525412" y="1928147"/>
                  <a:pt x="533228" y="1925504"/>
                </a:cubicBezTo>
                <a:cubicBezTo>
                  <a:pt x="541043" y="1922860"/>
                  <a:pt x="547996" y="1917219"/>
                  <a:pt x="554089" y="1908579"/>
                </a:cubicBezTo>
                <a:lnTo>
                  <a:pt x="559226" y="1896789"/>
                </a:lnTo>
                <a:cubicBezTo>
                  <a:pt x="559384" y="1896473"/>
                  <a:pt x="561248" y="1894900"/>
                  <a:pt x="564819" y="1892071"/>
                </a:cubicBezTo>
                <a:cubicBezTo>
                  <a:pt x="568481" y="1904066"/>
                  <a:pt x="572116" y="1913163"/>
                  <a:pt x="575725" y="1919366"/>
                </a:cubicBezTo>
                <a:cubicBezTo>
                  <a:pt x="579334" y="1925568"/>
                  <a:pt x="585669" y="1934541"/>
                  <a:pt x="594731" y="1946286"/>
                </a:cubicBezTo>
                <a:lnTo>
                  <a:pt x="425092" y="1946286"/>
                </a:lnTo>
                <a:lnTo>
                  <a:pt x="447272" y="1924876"/>
                </a:lnTo>
                <a:lnTo>
                  <a:pt x="447272" y="1864133"/>
                </a:lnTo>
                <a:cubicBezTo>
                  <a:pt x="441803" y="1865048"/>
                  <a:pt x="435104" y="1867580"/>
                  <a:pt x="427176" y="1871730"/>
                </a:cubicBezTo>
                <a:lnTo>
                  <a:pt x="423050" y="1864947"/>
                </a:lnTo>
                <a:cubicBezTo>
                  <a:pt x="430174" y="1859307"/>
                  <a:pt x="438248" y="1855934"/>
                  <a:pt x="447273" y="1854827"/>
                </a:cubicBezTo>
                <a:lnTo>
                  <a:pt x="447273" y="1853255"/>
                </a:lnTo>
                <a:cubicBezTo>
                  <a:pt x="447359" y="1853264"/>
                  <a:pt x="447184" y="1853269"/>
                  <a:pt x="446747" y="1853268"/>
                </a:cubicBezTo>
                <a:cubicBezTo>
                  <a:pt x="437633" y="1853269"/>
                  <a:pt x="427594" y="1856890"/>
                  <a:pt x="416630" y="1864133"/>
                </a:cubicBezTo>
                <a:cubicBezTo>
                  <a:pt x="421588" y="1844686"/>
                  <a:pt x="431802" y="1834963"/>
                  <a:pt x="447272" y="1834963"/>
                </a:cubicBezTo>
                <a:lnTo>
                  <a:pt x="447273" y="1777117"/>
                </a:lnTo>
                <a:close/>
                <a:moveTo>
                  <a:pt x="1985797" y="1021766"/>
                </a:moveTo>
                <a:lnTo>
                  <a:pt x="2065806" y="1021766"/>
                </a:lnTo>
                <a:lnTo>
                  <a:pt x="2045054" y="1039620"/>
                </a:lnTo>
                <a:lnTo>
                  <a:pt x="2109683" y="1173387"/>
                </a:lnTo>
                <a:lnTo>
                  <a:pt x="2109682" y="1159616"/>
                </a:lnTo>
                <a:lnTo>
                  <a:pt x="2049035" y="1039999"/>
                </a:lnTo>
                <a:lnTo>
                  <a:pt x="2072908" y="1024100"/>
                </a:lnTo>
                <a:lnTo>
                  <a:pt x="2078373" y="1030302"/>
                </a:lnTo>
                <a:lnTo>
                  <a:pt x="2060253" y="1043087"/>
                </a:lnTo>
                <a:lnTo>
                  <a:pt x="2109682" y="1147998"/>
                </a:lnTo>
                <a:lnTo>
                  <a:pt x="2109683" y="1082827"/>
                </a:lnTo>
                <a:lnTo>
                  <a:pt x="2109683" y="1075093"/>
                </a:lnTo>
                <a:cubicBezTo>
                  <a:pt x="2109683" y="1058681"/>
                  <a:pt x="2108413" y="1047872"/>
                  <a:pt x="2105874" y="1042666"/>
                </a:cubicBezTo>
                <a:cubicBezTo>
                  <a:pt x="2103334" y="1037459"/>
                  <a:pt x="2096372" y="1030492"/>
                  <a:pt x="2084987" y="1021765"/>
                </a:cubicBezTo>
                <a:lnTo>
                  <a:pt x="2157331" y="1021766"/>
                </a:lnTo>
                <a:cubicBezTo>
                  <a:pt x="2145628" y="1030985"/>
                  <a:pt x="2138299" y="1037789"/>
                  <a:pt x="2135344" y="1042179"/>
                </a:cubicBezTo>
                <a:cubicBezTo>
                  <a:pt x="2130837" y="1049029"/>
                  <a:pt x="2128584" y="1059612"/>
                  <a:pt x="2128584" y="1073925"/>
                </a:cubicBezTo>
                <a:lnTo>
                  <a:pt x="2128584" y="1083411"/>
                </a:lnTo>
                <a:lnTo>
                  <a:pt x="2128583" y="1214945"/>
                </a:lnTo>
                <a:lnTo>
                  <a:pt x="2098988" y="1214945"/>
                </a:lnTo>
                <a:lnTo>
                  <a:pt x="2034971" y="1081278"/>
                </a:lnTo>
                <a:lnTo>
                  <a:pt x="2034971" y="1155479"/>
                </a:lnTo>
                <a:lnTo>
                  <a:pt x="2034778" y="1163941"/>
                </a:lnTo>
                <a:lnTo>
                  <a:pt x="2036515" y="1184740"/>
                </a:lnTo>
                <a:cubicBezTo>
                  <a:pt x="2038284" y="1193565"/>
                  <a:pt x="2042376" y="1200143"/>
                  <a:pt x="2048791" y="1204473"/>
                </a:cubicBezTo>
                <a:lnTo>
                  <a:pt x="2049656" y="1206867"/>
                </a:lnTo>
                <a:lnTo>
                  <a:pt x="2051663" y="1207780"/>
                </a:lnTo>
                <a:lnTo>
                  <a:pt x="2065806" y="1226851"/>
                </a:lnTo>
                <a:lnTo>
                  <a:pt x="1981804" y="1226851"/>
                </a:lnTo>
                <a:lnTo>
                  <a:pt x="1978695" y="1218355"/>
                </a:lnTo>
                <a:lnTo>
                  <a:pt x="1974128" y="1226851"/>
                </a:lnTo>
                <a:lnTo>
                  <a:pt x="1811217" y="1226851"/>
                </a:lnTo>
                <a:lnTo>
                  <a:pt x="1807622" y="1217028"/>
                </a:lnTo>
                <a:lnTo>
                  <a:pt x="1968584" y="1217028"/>
                </a:lnTo>
                <a:lnTo>
                  <a:pt x="1972368" y="1211463"/>
                </a:lnTo>
                <a:cubicBezTo>
                  <a:pt x="1958655" y="1199278"/>
                  <a:pt x="1948781" y="1184252"/>
                  <a:pt x="1942744" y="1166387"/>
                </a:cubicBezTo>
                <a:lnTo>
                  <a:pt x="1952750" y="1168855"/>
                </a:lnTo>
                <a:cubicBezTo>
                  <a:pt x="1958285" y="1181737"/>
                  <a:pt x="1967588" y="1194957"/>
                  <a:pt x="1980658" y="1208515"/>
                </a:cubicBezTo>
                <a:lnTo>
                  <a:pt x="1981820" y="1209433"/>
                </a:lnTo>
                <a:lnTo>
                  <a:pt x="1999804" y="1193154"/>
                </a:lnTo>
                <a:cubicBezTo>
                  <a:pt x="2003405" y="1186492"/>
                  <a:pt x="2005206" y="1174669"/>
                  <a:pt x="2005206" y="1157685"/>
                </a:cubicBezTo>
                <a:lnTo>
                  <a:pt x="2005206" y="1042413"/>
                </a:lnTo>
                <a:close/>
                <a:moveTo>
                  <a:pt x="1960615" y="1028910"/>
                </a:moveTo>
                <a:lnTo>
                  <a:pt x="1965482" y="1035100"/>
                </a:lnTo>
                <a:lnTo>
                  <a:pt x="1964090" y="1037725"/>
                </a:lnTo>
                <a:cubicBezTo>
                  <a:pt x="1952263" y="1053619"/>
                  <a:pt x="1943773" y="1067498"/>
                  <a:pt x="1938619" y="1079362"/>
                </a:cubicBezTo>
                <a:lnTo>
                  <a:pt x="1932094" y="1073820"/>
                </a:lnTo>
                <a:cubicBezTo>
                  <a:pt x="1938880" y="1057369"/>
                  <a:pt x="1948388" y="1042399"/>
                  <a:pt x="1960615" y="1028910"/>
                </a:cubicBezTo>
                <a:close/>
                <a:moveTo>
                  <a:pt x="371996" y="1771390"/>
                </a:moveTo>
                <a:cubicBezTo>
                  <a:pt x="385866" y="1781490"/>
                  <a:pt x="392801" y="1793863"/>
                  <a:pt x="392801" y="1808508"/>
                </a:cubicBezTo>
                <a:cubicBezTo>
                  <a:pt x="392801" y="1832213"/>
                  <a:pt x="378561" y="1849765"/>
                  <a:pt x="350081" y="1861166"/>
                </a:cubicBezTo>
                <a:cubicBezTo>
                  <a:pt x="356012" y="1879158"/>
                  <a:pt x="366615" y="1897553"/>
                  <a:pt x="381888" y="1916351"/>
                </a:cubicBezTo>
                <a:cubicBezTo>
                  <a:pt x="391464" y="1928122"/>
                  <a:pt x="404015" y="1939869"/>
                  <a:pt x="419539" y="1951590"/>
                </a:cubicBezTo>
                <a:cubicBezTo>
                  <a:pt x="396055" y="1958587"/>
                  <a:pt x="374774" y="1968019"/>
                  <a:pt x="355694" y="1979887"/>
                </a:cubicBezTo>
                <a:lnTo>
                  <a:pt x="352243" y="1981435"/>
                </a:lnTo>
                <a:lnTo>
                  <a:pt x="346460" y="1975882"/>
                </a:lnTo>
                <a:cubicBezTo>
                  <a:pt x="366136" y="1962094"/>
                  <a:pt x="385933" y="1952856"/>
                  <a:pt x="405849" y="1948167"/>
                </a:cubicBezTo>
                <a:cubicBezTo>
                  <a:pt x="378186" y="1931570"/>
                  <a:pt x="356169" y="1902348"/>
                  <a:pt x="339800" y="1860503"/>
                </a:cubicBezTo>
                <a:lnTo>
                  <a:pt x="338872" y="1855536"/>
                </a:lnTo>
                <a:cubicBezTo>
                  <a:pt x="368574" y="1844044"/>
                  <a:pt x="383425" y="1827395"/>
                  <a:pt x="383425" y="1805590"/>
                </a:cubicBezTo>
                <a:cubicBezTo>
                  <a:pt x="383425" y="1796715"/>
                  <a:pt x="379615" y="1785315"/>
                  <a:pt x="371996" y="1771390"/>
                </a:cubicBezTo>
                <a:close/>
                <a:moveTo>
                  <a:pt x="135145" y="1872305"/>
                </a:moveTo>
                <a:lnTo>
                  <a:pt x="137878" y="1877117"/>
                </a:lnTo>
                <a:lnTo>
                  <a:pt x="137542" y="1875183"/>
                </a:lnTo>
                <a:close/>
                <a:moveTo>
                  <a:pt x="1139472" y="1402161"/>
                </a:moveTo>
                <a:lnTo>
                  <a:pt x="1139472" y="1463488"/>
                </a:lnTo>
                <a:lnTo>
                  <a:pt x="1142746" y="1463488"/>
                </a:lnTo>
                <a:lnTo>
                  <a:pt x="1142746" y="1404394"/>
                </a:lnTo>
                <a:cubicBezTo>
                  <a:pt x="1152268" y="1403507"/>
                  <a:pt x="1160307" y="1403063"/>
                  <a:pt x="1166861" y="1403064"/>
                </a:cubicBezTo>
                <a:lnTo>
                  <a:pt x="1176836" y="1403701"/>
                </a:lnTo>
                <a:lnTo>
                  <a:pt x="1188426" y="1405433"/>
                </a:lnTo>
                <a:lnTo>
                  <a:pt x="1195001" y="1407206"/>
                </a:lnTo>
                <a:lnTo>
                  <a:pt x="1193992" y="1406264"/>
                </a:lnTo>
                <a:lnTo>
                  <a:pt x="1188426" y="1405433"/>
                </a:lnTo>
                <a:lnTo>
                  <a:pt x="1183610" y="1404134"/>
                </a:lnTo>
                <a:lnTo>
                  <a:pt x="1176836" y="1403701"/>
                </a:lnTo>
                <a:lnTo>
                  <a:pt x="1162606" y="1401575"/>
                </a:lnTo>
                <a:cubicBezTo>
                  <a:pt x="1155409" y="1401575"/>
                  <a:pt x="1147698" y="1401771"/>
                  <a:pt x="1139472" y="1402161"/>
                </a:cubicBezTo>
                <a:close/>
                <a:moveTo>
                  <a:pt x="2468926" y="770258"/>
                </a:moveTo>
                <a:lnTo>
                  <a:pt x="2470293" y="770030"/>
                </a:lnTo>
                <a:lnTo>
                  <a:pt x="2470293" y="831529"/>
                </a:lnTo>
                <a:lnTo>
                  <a:pt x="2472228" y="834034"/>
                </a:lnTo>
                <a:lnTo>
                  <a:pt x="2472229" y="774195"/>
                </a:lnTo>
                <a:lnTo>
                  <a:pt x="2477376" y="773458"/>
                </a:lnTo>
                <a:lnTo>
                  <a:pt x="2502188" y="768488"/>
                </a:lnTo>
                <a:lnTo>
                  <a:pt x="2500855" y="764625"/>
                </a:lnTo>
                <a:close/>
                <a:moveTo>
                  <a:pt x="942612" y="1479712"/>
                </a:moveTo>
                <a:lnTo>
                  <a:pt x="916081" y="1513659"/>
                </a:lnTo>
                <a:lnTo>
                  <a:pt x="916081" y="1556792"/>
                </a:lnTo>
                <a:lnTo>
                  <a:pt x="918015" y="1558984"/>
                </a:lnTo>
                <a:lnTo>
                  <a:pt x="918016" y="1513319"/>
                </a:lnTo>
                <a:lnTo>
                  <a:pt x="943477" y="1482798"/>
                </a:lnTo>
                <a:close/>
                <a:moveTo>
                  <a:pt x="291301" y="1783282"/>
                </a:moveTo>
                <a:lnTo>
                  <a:pt x="291300" y="1846084"/>
                </a:lnTo>
                <a:lnTo>
                  <a:pt x="313463" y="1840147"/>
                </a:lnTo>
                <a:cubicBezTo>
                  <a:pt x="320306" y="1837521"/>
                  <a:pt x="325912" y="1834434"/>
                  <a:pt x="330282" y="1830886"/>
                </a:cubicBezTo>
                <a:cubicBezTo>
                  <a:pt x="339021" y="1823790"/>
                  <a:pt x="343390" y="1814682"/>
                  <a:pt x="343390" y="1803560"/>
                </a:cubicBezTo>
                <a:lnTo>
                  <a:pt x="341632" y="1795359"/>
                </a:lnTo>
                <a:lnTo>
                  <a:pt x="331909" y="1789929"/>
                </a:lnTo>
                <a:cubicBezTo>
                  <a:pt x="328045" y="1787908"/>
                  <a:pt x="324825" y="1786384"/>
                  <a:pt x="322250" y="1785358"/>
                </a:cubicBezTo>
                <a:cubicBezTo>
                  <a:pt x="317100" y="1783305"/>
                  <a:pt x="310946" y="1782277"/>
                  <a:pt x="303788" y="1782277"/>
                </a:cubicBezTo>
                <a:cubicBezTo>
                  <a:pt x="298215" y="1782278"/>
                  <a:pt x="294052" y="1782612"/>
                  <a:pt x="291301" y="1783282"/>
                </a:cubicBezTo>
                <a:close/>
                <a:moveTo>
                  <a:pt x="1853847" y="1040211"/>
                </a:moveTo>
                <a:lnTo>
                  <a:pt x="1853847" y="1101538"/>
                </a:lnTo>
                <a:lnTo>
                  <a:pt x="1857121" y="1101538"/>
                </a:lnTo>
                <a:lnTo>
                  <a:pt x="1857122" y="1042444"/>
                </a:lnTo>
                <a:cubicBezTo>
                  <a:pt x="1866643" y="1041557"/>
                  <a:pt x="1874681" y="1041113"/>
                  <a:pt x="1881236" y="1041113"/>
                </a:cubicBezTo>
                <a:lnTo>
                  <a:pt x="1891208" y="1041751"/>
                </a:lnTo>
                <a:lnTo>
                  <a:pt x="1902800" y="1043483"/>
                </a:lnTo>
                <a:lnTo>
                  <a:pt x="1909375" y="1045256"/>
                </a:lnTo>
                <a:lnTo>
                  <a:pt x="1908367" y="1044314"/>
                </a:lnTo>
                <a:lnTo>
                  <a:pt x="1902800" y="1043483"/>
                </a:lnTo>
                <a:lnTo>
                  <a:pt x="1897985" y="1042184"/>
                </a:lnTo>
                <a:lnTo>
                  <a:pt x="1891208" y="1041751"/>
                </a:lnTo>
                <a:lnTo>
                  <a:pt x="1876980" y="1039625"/>
                </a:lnTo>
                <a:cubicBezTo>
                  <a:pt x="1869784" y="1039625"/>
                  <a:pt x="1862073" y="1039821"/>
                  <a:pt x="1853847" y="1040211"/>
                </a:cubicBezTo>
                <a:close/>
                <a:moveTo>
                  <a:pt x="79816" y="1868763"/>
                </a:moveTo>
                <a:lnTo>
                  <a:pt x="79816" y="1931105"/>
                </a:lnTo>
                <a:lnTo>
                  <a:pt x="82569" y="1931106"/>
                </a:lnTo>
                <a:lnTo>
                  <a:pt x="102224" y="1930427"/>
                </a:lnTo>
                <a:cubicBezTo>
                  <a:pt x="127866" y="1928605"/>
                  <a:pt x="140686" y="1916232"/>
                  <a:pt x="140687" y="1893308"/>
                </a:cubicBezTo>
                <a:lnTo>
                  <a:pt x="139487" y="1886392"/>
                </a:lnTo>
                <a:lnTo>
                  <a:pt x="136689" y="1886392"/>
                </a:lnTo>
                <a:cubicBezTo>
                  <a:pt x="131708" y="1879321"/>
                  <a:pt x="125829" y="1874563"/>
                  <a:pt x="119052" y="1872117"/>
                </a:cubicBezTo>
                <a:cubicBezTo>
                  <a:pt x="112275" y="1869672"/>
                  <a:pt x="102176" y="1868449"/>
                  <a:pt x="88755" y="1868449"/>
                </a:cubicBezTo>
                <a:close/>
                <a:moveTo>
                  <a:pt x="279543" y="1773639"/>
                </a:moveTo>
                <a:lnTo>
                  <a:pt x="279543" y="1847569"/>
                </a:lnTo>
                <a:cubicBezTo>
                  <a:pt x="280204" y="1847569"/>
                  <a:pt x="280848" y="1847508"/>
                  <a:pt x="281478" y="1847388"/>
                </a:cubicBezTo>
                <a:lnTo>
                  <a:pt x="281478" y="1775762"/>
                </a:lnTo>
                <a:cubicBezTo>
                  <a:pt x="288626" y="1773855"/>
                  <a:pt x="296031" y="1772901"/>
                  <a:pt x="303690" y="1772901"/>
                </a:cubicBezTo>
                <a:cubicBezTo>
                  <a:pt x="313786" y="1772901"/>
                  <a:pt x="322314" y="1774950"/>
                  <a:pt x="329271" y="1779047"/>
                </a:cubicBezTo>
                <a:lnTo>
                  <a:pt x="336680" y="1785194"/>
                </a:lnTo>
                <a:lnTo>
                  <a:pt x="331783" y="1778980"/>
                </a:lnTo>
                <a:cubicBezTo>
                  <a:pt x="324044" y="1772447"/>
                  <a:pt x="314188" y="1769181"/>
                  <a:pt x="302211" y="1769181"/>
                </a:cubicBezTo>
                <a:cubicBezTo>
                  <a:pt x="292587" y="1769181"/>
                  <a:pt x="285031" y="1770666"/>
                  <a:pt x="279543" y="1773639"/>
                </a:cubicBezTo>
                <a:close/>
                <a:moveTo>
                  <a:pt x="1082317" y="1383716"/>
                </a:moveTo>
                <a:lnTo>
                  <a:pt x="1244075" y="1383716"/>
                </a:lnTo>
                <a:lnTo>
                  <a:pt x="1241301" y="1391013"/>
                </a:lnTo>
                <a:cubicBezTo>
                  <a:pt x="1231461" y="1403066"/>
                  <a:pt x="1222784" y="1417497"/>
                  <a:pt x="1215268" y="1434303"/>
                </a:cubicBezTo>
                <a:cubicBezTo>
                  <a:pt x="1212272" y="1430900"/>
                  <a:pt x="1210531" y="1428671"/>
                  <a:pt x="1210045" y="1427616"/>
                </a:cubicBezTo>
                <a:lnTo>
                  <a:pt x="1209741" y="1427086"/>
                </a:lnTo>
                <a:lnTo>
                  <a:pt x="1204194" y="1424899"/>
                </a:lnTo>
                <a:cubicBezTo>
                  <a:pt x="1197078" y="1419230"/>
                  <a:pt x="1191929" y="1415860"/>
                  <a:pt x="1188747" y="1414790"/>
                </a:cubicBezTo>
                <a:cubicBezTo>
                  <a:pt x="1185565" y="1413719"/>
                  <a:pt x="1179016" y="1413184"/>
                  <a:pt x="1169101" y="1413184"/>
                </a:cubicBezTo>
                <a:cubicBezTo>
                  <a:pt x="1166091" y="1413184"/>
                  <a:pt x="1160607" y="1413400"/>
                  <a:pt x="1152648" y="1413831"/>
                </a:cubicBezTo>
                <a:lnTo>
                  <a:pt x="1152569" y="1413835"/>
                </a:lnTo>
                <a:lnTo>
                  <a:pt x="1152569" y="1463488"/>
                </a:lnTo>
                <a:lnTo>
                  <a:pt x="1174711" y="1463488"/>
                </a:lnTo>
                <a:lnTo>
                  <a:pt x="1198110" y="1437701"/>
                </a:lnTo>
                <a:lnTo>
                  <a:pt x="1198111" y="1506390"/>
                </a:lnTo>
                <a:lnTo>
                  <a:pt x="1183365" y="1491080"/>
                </a:lnTo>
                <a:lnTo>
                  <a:pt x="1184288" y="1492658"/>
                </a:lnTo>
                <a:lnTo>
                  <a:pt x="1152569" y="1492658"/>
                </a:lnTo>
                <a:lnTo>
                  <a:pt x="1152569" y="1557994"/>
                </a:lnTo>
                <a:cubicBezTo>
                  <a:pt x="1170010" y="1557993"/>
                  <a:pt x="1182638" y="1556672"/>
                  <a:pt x="1190453" y="1554029"/>
                </a:cubicBezTo>
                <a:cubicBezTo>
                  <a:pt x="1198268" y="1551385"/>
                  <a:pt x="1205222" y="1545744"/>
                  <a:pt x="1211314" y="1537104"/>
                </a:cubicBezTo>
                <a:lnTo>
                  <a:pt x="1216451" y="1525314"/>
                </a:lnTo>
                <a:cubicBezTo>
                  <a:pt x="1216609" y="1524998"/>
                  <a:pt x="1218473" y="1523426"/>
                  <a:pt x="1222044" y="1520596"/>
                </a:cubicBezTo>
                <a:cubicBezTo>
                  <a:pt x="1225705" y="1532591"/>
                  <a:pt x="1229341" y="1541689"/>
                  <a:pt x="1232950" y="1547891"/>
                </a:cubicBezTo>
                <a:cubicBezTo>
                  <a:pt x="1236560" y="1554092"/>
                  <a:pt x="1242895" y="1563066"/>
                  <a:pt x="1251956" y="1574811"/>
                </a:cubicBezTo>
                <a:lnTo>
                  <a:pt x="1082318" y="1574811"/>
                </a:lnTo>
                <a:lnTo>
                  <a:pt x="1104497" y="1553401"/>
                </a:lnTo>
                <a:lnTo>
                  <a:pt x="1104498" y="1492658"/>
                </a:lnTo>
                <a:cubicBezTo>
                  <a:pt x="1099028" y="1493573"/>
                  <a:pt x="1092329" y="1496105"/>
                  <a:pt x="1084401" y="1500255"/>
                </a:cubicBezTo>
                <a:lnTo>
                  <a:pt x="1080276" y="1493472"/>
                </a:lnTo>
                <a:cubicBezTo>
                  <a:pt x="1087399" y="1487832"/>
                  <a:pt x="1095473" y="1484458"/>
                  <a:pt x="1104497" y="1483352"/>
                </a:cubicBezTo>
                <a:lnTo>
                  <a:pt x="1104497" y="1481780"/>
                </a:lnTo>
                <a:cubicBezTo>
                  <a:pt x="1104584" y="1481789"/>
                  <a:pt x="1104409" y="1481794"/>
                  <a:pt x="1103972" y="1481794"/>
                </a:cubicBezTo>
                <a:cubicBezTo>
                  <a:pt x="1094858" y="1481793"/>
                  <a:pt x="1084819" y="1485415"/>
                  <a:pt x="1073855" y="1492658"/>
                </a:cubicBezTo>
                <a:cubicBezTo>
                  <a:pt x="1078813" y="1473211"/>
                  <a:pt x="1089027" y="1463488"/>
                  <a:pt x="1104497" y="1463487"/>
                </a:cubicBezTo>
                <a:lnTo>
                  <a:pt x="1104498" y="1405642"/>
                </a:lnTo>
                <a:close/>
                <a:moveTo>
                  <a:pt x="68505" y="1856417"/>
                </a:moveTo>
                <a:lnTo>
                  <a:pt x="68505" y="1931106"/>
                </a:lnTo>
                <a:lnTo>
                  <a:pt x="69844" y="1931106"/>
                </a:lnTo>
                <a:lnTo>
                  <a:pt x="69844" y="1859668"/>
                </a:lnTo>
                <a:cubicBezTo>
                  <a:pt x="78974" y="1858974"/>
                  <a:pt x="84922" y="1858626"/>
                  <a:pt x="87690" y="1858626"/>
                </a:cubicBezTo>
                <a:cubicBezTo>
                  <a:pt x="104233" y="1858626"/>
                  <a:pt x="116404" y="1860256"/>
                  <a:pt x="124203" y="1863516"/>
                </a:cubicBezTo>
                <a:lnTo>
                  <a:pt x="134324" y="1871320"/>
                </a:lnTo>
                <a:lnTo>
                  <a:pt x="128109" y="1863863"/>
                </a:lnTo>
                <a:cubicBezTo>
                  <a:pt x="119725" y="1858586"/>
                  <a:pt x="103440" y="1855948"/>
                  <a:pt x="79255" y="1855947"/>
                </a:cubicBezTo>
                <a:cubicBezTo>
                  <a:pt x="76950" y="1855948"/>
                  <a:pt x="73367" y="1856104"/>
                  <a:pt x="68505" y="1856417"/>
                </a:cubicBezTo>
                <a:close/>
                <a:moveTo>
                  <a:pt x="267092" y="1758562"/>
                </a:moveTo>
                <a:cubicBezTo>
                  <a:pt x="279985" y="1754628"/>
                  <a:pt x="293203" y="1752660"/>
                  <a:pt x="306746" y="1752661"/>
                </a:cubicBezTo>
                <a:cubicBezTo>
                  <a:pt x="327988" y="1752661"/>
                  <a:pt x="345657" y="1757382"/>
                  <a:pt x="359752" y="1766824"/>
                </a:cubicBezTo>
                <a:cubicBezTo>
                  <a:pt x="373847" y="1776266"/>
                  <a:pt x="380895" y="1788403"/>
                  <a:pt x="380895" y="1803237"/>
                </a:cubicBezTo>
                <a:cubicBezTo>
                  <a:pt x="380895" y="1815338"/>
                  <a:pt x="376280" y="1825981"/>
                  <a:pt x="367051" y="1835166"/>
                </a:cubicBezTo>
                <a:cubicBezTo>
                  <a:pt x="357821" y="1844351"/>
                  <a:pt x="346093" y="1850691"/>
                  <a:pt x="331868" y="1854187"/>
                </a:cubicBezTo>
                <a:cubicBezTo>
                  <a:pt x="338377" y="1870463"/>
                  <a:pt x="347325" y="1887249"/>
                  <a:pt x="358710" y="1904543"/>
                </a:cubicBezTo>
                <a:cubicBezTo>
                  <a:pt x="370096" y="1921838"/>
                  <a:pt x="381820" y="1936167"/>
                  <a:pt x="393883" y="1947530"/>
                </a:cubicBezTo>
                <a:lnTo>
                  <a:pt x="389546" y="1949981"/>
                </a:lnTo>
                <a:cubicBezTo>
                  <a:pt x="375305" y="1954843"/>
                  <a:pt x="361337" y="1961720"/>
                  <a:pt x="347644" y="1970613"/>
                </a:cubicBezTo>
                <a:lnTo>
                  <a:pt x="341528" y="1972533"/>
                </a:lnTo>
                <a:lnTo>
                  <a:pt x="340193" y="1966174"/>
                </a:lnTo>
                <a:cubicBezTo>
                  <a:pt x="335481" y="1937695"/>
                  <a:pt x="329397" y="1912557"/>
                  <a:pt x="321942" y="1890761"/>
                </a:cubicBezTo>
                <a:lnTo>
                  <a:pt x="314329" y="1870861"/>
                </a:lnTo>
                <a:lnTo>
                  <a:pt x="290298" y="1878104"/>
                </a:lnTo>
                <a:lnTo>
                  <a:pt x="291301" y="1877979"/>
                </a:lnTo>
                <a:lnTo>
                  <a:pt x="291301" y="1928864"/>
                </a:lnTo>
                <a:lnTo>
                  <a:pt x="316983" y="1960276"/>
                </a:lnTo>
                <a:lnTo>
                  <a:pt x="236778" y="1960276"/>
                </a:lnTo>
                <a:lnTo>
                  <a:pt x="233183" y="1950453"/>
                </a:lnTo>
                <a:lnTo>
                  <a:pt x="302563" y="1950453"/>
                </a:lnTo>
                <a:lnTo>
                  <a:pt x="287894" y="1937719"/>
                </a:lnTo>
                <a:lnTo>
                  <a:pt x="296116" y="1948370"/>
                </a:lnTo>
                <a:lnTo>
                  <a:pt x="225595" y="1948370"/>
                </a:lnTo>
                <a:lnTo>
                  <a:pt x="244569" y="1926694"/>
                </a:lnTo>
                <a:lnTo>
                  <a:pt x="244569" y="1882765"/>
                </a:lnTo>
                <a:lnTo>
                  <a:pt x="231716" y="1886322"/>
                </a:lnTo>
                <a:lnTo>
                  <a:pt x="228283" y="1886792"/>
                </a:lnTo>
                <a:lnTo>
                  <a:pt x="225595" y="1879281"/>
                </a:lnTo>
                <a:cubicBezTo>
                  <a:pt x="231289" y="1876807"/>
                  <a:pt x="235399" y="1875265"/>
                  <a:pt x="237922" y="1874655"/>
                </a:cubicBezTo>
                <a:lnTo>
                  <a:pt x="244568" y="1873022"/>
                </a:lnTo>
                <a:lnTo>
                  <a:pt x="244568" y="1870739"/>
                </a:lnTo>
                <a:cubicBezTo>
                  <a:pt x="241189" y="1870739"/>
                  <a:pt x="235360" y="1871962"/>
                  <a:pt x="227081" y="1874407"/>
                </a:cubicBezTo>
                <a:lnTo>
                  <a:pt x="221510" y="1875118"/>
                </a:lnTo>
                <a:cubicBezTo>
                  <a:pt x="221730" y="1871314"/>
                  <a:pt x="222767" y="1866784"/>
                  <a:pt x="224621" y="1861529"/>
                </a:cubicBezTo>
                <a:cubicBezTo>
                  <a:pt x="224814" y="1861142"/>
                  <a:pt x="225471" y="1859051"/>
                  <a:pt x="226588" y="1855255"/>
                </a:cubicBezTo>
                <a:cubicBezTo>
                  <a:pt x="226700" y="1854915"/>
                  <a:pt x="227093" y="1853764"/>
                  <a:pt x="227767" y="1851801"/>
                </a:cubicBezTo>
                <a:cubicBezTo>
                  <a:pt x="233200" y="1852085"/>
                  <a:pt x="237311" y="1852226"/>
                  <a:pt x="240101" y="1852227"/>
                </a:cubicBezTo>
                <a:cubicBezTo>
                  <a:pt x="242694" y="1852227"/>
                  <a:pt x="244133" y="1852209"/>
                  <a:pt x="244420" y="1852173"/>
                </a:cubicBezTo>
                <a:lnTo>
                  <a:pt x="244420" y="1784687"/>
                </a:lnTo>
                <a:cubicBezTo>
                  <a:pt x="241030" y="1782623"/>
                  <a:pt x="237038" y="1780697"/>
                  <a:pt x="232441" y="1778908"/>
                </a:cubicBezTo>
                <a:lnTo>
                  <a:pt x="229390" y="1776266"/>
                </a:lnTo>
                <a:cubicBezTo>
                  <a:pt x="241633" y="1768398"/>
                  <a:pt x="254199" y="1762496"/>
                  <a:pt x="267092" y="1758562"/>
                </a:cubicBezTo>
                <a:close/>
                <a:moveTo>
                  <a:pt x="2562746" y="676015"/>
                </a:moveTo>
                <a:cubicBezTo>
                  <a:pt x="2576616" y="686115"/>
                  <a:pt x="2583551" y="698488"/>
                  <a:pt x="2583551" y="713133"/>
                </a:cubicBezTo>
                <a:cubicBezTo>
                  <a:pt x="2583551" y="736838"/>
                  <a:pt x="2569311" y="754390"/>
                  <a:pt x="2540831" y="765791"/>
                </a:cubicBezTo>
                <a:cubicBezTo>
                  <a:pt x="2546762" y="783783"/>
                  <a:pt x="2557365" y="802178"/>
                  <a:pt x="2572638" y="820976"/>
                </a:cubicBezTo>
                <a:cubicBezTo>
                  <a:pt x="2582214" y="832747"/>
                  <a:pt x="2594764" y="844494"/>
                  <a:pt x="2610290" y="856215"/>
                </a:cubicBezTo>
                <a:cubicBezTo>
                  <a:pt x="2586806" y="863212"/>
                  <a:pt x="2565523" y="872644"/>
                  <a:pt x="2546445" y="884511"/>
                </a:cubicBezTo>
                <a:lnTo>
                  <a:pt x="2542994" y="886060"/>
                </a:lnTo>
                <a:lnTo>
                  <a:pt x="2537210" y="880507"/>
                </a:lnTo>
                <a:cubicBezTo>
                  <a:pt x="2556887" y="866718"/>
                  <a:pt x="2576684" y="857480"/>
                  <a:pt x="2596599" y="852792"/>
                </a:cubicBezTo>
                <a:cubicBezTo>
                  <a:pt x="2568936" y="836195"/>
                  <a:pt x="2546919" y="806973"/>
                  <a:pt x="2530550" y="765128"/>
                </a:cubicBezTo>
                <a:lnTo>
                  <a:pt x="2529622" y="760161"/>
                </a:lnTo>
                <a:cubicBezTo>
                  <a:pt x="2559324" y="748669"/>
                  <a:pt x="2574175" y="732020"/>
                  <a:pt x="2574175" y="710215"/>
                </a:cubicBezTo>
                <a:cubicBezTo>
                  <a:pt x="2574175" y="701340"/>
                  <a:pt x="2570365" y="689940"/>
                  <a:pt x="2562746" y="676015"/>
                </a:cubicBezTo>
                <a:close/>
                <a:moveTo>
                  <a:pt x="169438" y="1795248"/>
                </a:moveTo>
                <a:lnTo>
                  <a:pt x="171940" y="1805576"/>
                </a:lnTo>
                <a:cubicBezTo>
                  <a:pt x="171941" y="1813578"/>
                  <a:pt x="170324" y="1820553"/>
                  <a:pt x="167091" y="1826499"/>
                </a:cubicBezTo>
                <a:lnTo>
                  <a:pt x="154764" y="1839000"/>
                </a:lnTo>
                <a:lnTo>
                  <a:pt x="148203" y="1843098"/>
                </a:lnTo>
                <a:lnTo>
                  <a:pt x="141427" y="1845976"/>
                </a:lnTo>
                <a:lnTo>
                  <a:pt x="142886" y="1846418"/>
                </a:lnTo>
                <a:lnTo>
                  <a:pt x="148203" y="1843098"/>
                </a:lnTo>
                <a:lnTo>
                  <a:pt x="152542" y="1841255"/>
                </a:lnTo>
                <a:lnTo>
                  <a:pt x="154764" y="1839000"/>
                </a:lnTo>
                <a:lnTo>
                  <a:pt x="165856" y="1832074"/>
                </a:lnTo>
                <a:cubicBezTo>
                  <a:pt x="171599" y="1824820"/>
                  <a:pt x="174471" y="1816046"/>
                  <a:pt x="174471" y="1805750"/>
                </a:cubicBezTo>
                <a:close/>
                <a:moveTo>
                  <a:pt x="1796693" y="1021765"/>
                </a:moveTo>
                <a:lnTo>
                  <a:pt x="1958450" y="1021766"/>
                </a:lnTo>
                <a:lnTo>
                  <a:pt x="1955676" y="1029063"/>
                </a:lnTo>
                <a:cubicBezTo>
                  <a:pt x="1945836" y="1041116"/>
                  <a:pt x="1937158" y="1055547"/>
                  <a:pt x="1929642" y="1072353"/>
                </a:cubicBezTo>
                <a:cubicBezTo>
                  <a:pt x="1926647" y="1068950"/>
                  <a:pt x="1924907" y="1066721"/>
                  <a:pt x="1924419" y="1065665"/>
                </a:cubicBezTo>
                <a:lnTo>
                  <a:pt x="1924116" y="1065136"/>
                </a:lnTo>
                <a:lnTo>
                  <a:pt x="1918569" y="1062949"/>
                </a:lnTo>
                <a:cubicBezTo>
                  <a:pt x="1911453" y="1057280"/>
                  <a:pt x="1906304" y="1053910"/>
                  <a:pt x="1903122" y="1052839"/>
                </a:cubicBezTo>
                <a:cubicBezTo>
                  <a:pt x="1899940" y="1051769"/>
                  <a:pt x="1893391" y="1051234"/>
                  <a:pt x="1883476" y="1051234"/>
                </a:cubicBezTo>
                <a:cubicBezTo>
                  <a:pt x="1880467" y="1051234"/>
                  <a:pt x="1874982" y="1051450"/>
                  <a:pt x="1867023" y="1051880"/>
                </a:cubicBezTo>
                <a:lnTo>
                  <a:pt x="1866944" y="1051884"/>
                </a:lnTo>
                <a:lnTo>
                  <a:pt x="1866944" y="1101538"/>
                </a:lnTo>
                <a:lnTo>
                  <a:pt x="1889087" y="1101538"/>
                </a:lnTo>
                <a:lnTo>
                  <a:pt x="1912485" y="1075751"/>
                </a:lnTo>
                <a:lnTo>
                  <a:pt x="1912486" y="1144440"/>
                </a:lnTo>
                <a:lnTo>
                  <a:pt x="1897740" y="1129131"/>
                </a:lnTo>
                <a:lnTo>
                  <a:pt x="1898663" y="1130708"/>
                </a:lnTo>
                <a:lnTo>
                  <a:pt x="1866944" y="1130708"/>
                </a:lnTo>
                <a:lnTo>
                  <a:pt x="1866944" y="1196044"/>
                </a:lnTo>
                <a:cubicBezTo>
                  <a:pt x="1884384" y="1196044"/>
                  <a:pt x="1897013" y="1194722"/>
                  <a:pt x="1904828" y="1192079"/>
                </a:cubicBezTo>
                <a:cubicBezTo>
                  <a:pt x="1912643" y="1189435"/>
                  <a:pt x="1919597" y="1183794"/>
                  <a:pt x="1925689" y="1175154"/>
                </a:cubicBezTo>
                <a:lnTo>
                  <a:pt x="1930827" y="1163364"/>
                </a:lnTo>
                <a:cubicBezTo>
                  <a:pt x="1930984" y="1163048"/>
                  <a:pt x="1932849" y="1161475"/>
                  <a:pt x="1936419" y="1158646"/>
                </a:cubicBezTo>
                <a:cubicBezTo>
                  <a:pt x="1940081" y="1170641"/>
                  <a:pt x="1943716" y="1179739"/>
                  <a:pt x="1947325" y="1185941"/>
                </a:cubicBezTo>
                <a:cubicBezTo>
                  <a:pt x="1950934" y="1192142"/>
                  <a:pt x="1957269" y="1201116"/>
                  <a:pt x="1966331" y="1212861"/>
                </a:cubicBezTo>
                <a:lnTo>
                  <a:pt x="1796693" y="1212861"/>
                </a:lnTo>
                <a:lnTo>
                  <a:pt x="1818872" y="1191451"/>
                </a:lnTo>
                <a:lnTo>
                  <a:pt x="1818872" y="1130708"/>
                </a:lnTo>
                <a:cubicBezTo>
                  <a:pt x="1813403" y="1131622"/>
                  <a:pt x="1806704" y="1134155"/>
                  <a:pt x="1798776" y="1138305"/>
                </a:cubicBezTo>
                <a:lnTo>
                  <a:pt x="1794651" y="1131522"/>
                </a:lnTo>
                <a:cubicBezTo>
                  <a:pt x="1801774" y="1125882"/>
                  <a:pt x="1809848" y="1122508"/>
                  <a:pt x="1818873" y="1121401"/>
                </a:cubicBezTo>
                <a:lnTo>
                  <a:pt x="1818873" y="1119830"/>
                </a:lnTo>
                <a:cubicBezTo>
                  <a:pt x="1818959" y="1119839"/>
                  <a:pt x="1818784" y="1119844"/>
                  <a:pt x="1818347" y="1119844"/>
                </a:cubicBezTo>
                <a:cubicBezTo>
                  <a:pt x="1809232" y="1119844"/>
                  <a:pt x="1799194" y="1123465"/>
                  <a:pt x="1788230" y="1130708"/>
                </a:cubicBezTo>
                <a:cubicBezTo>
                  <a:pt x="1793188" y="1111261"/>
                  <a:pt x="1803402" y="1101538"/>
                  <a:pt x="1818873" y="1101537"/>
                </a:cubicBezTo>
                <a:lnTo>
                  <a:pt x="1818872" y="1043692"/>
                </a:lnTo>
                <a:close/>
                <a:moveTo>
                  <a:pt x="2482051" y="687907"/>
                </a:moveTo>
                <a:lnTo>
                  <a:pt x="2482050" y="750709"/>
                </a:lnTo>
                <a:lnTo>
                  <a:pt x="2504213" y="744772"/>
                </a:lnTo>
                <a:cubicBezTo>
                  <a:pt x="2511056" y="742146"/>
                  <a:pt x="2516663" y="739059"/>
                  <a:pt x="2521032" y="735511"/>
                </a:cubicBezTo>
                <a:cubicBezTo>
                  <a:pt x="2529772" y="728415"/>
                  <a:pt x="2534141" y="719306"/>
                  <a:pt x="2534140" y="708185"/>
                </a:cubicBezTo>
                <a:lnTo>
                  <a:pt x="2532382" y="699984"/>
                </a:lnTo>
                <a:lnTo>
                  <a:pt x="2522660" y="694554"/>
                </a:lnTo>
                <a:cubicBezTo>
                  <a:pt x="2518794" y="692533"/>
                  <a:pt x="2515574" y="691010"/>
                  <a:pt x="2513000" y="689983"/>
                </a:cubicBezTo>
                <a:cubicBezTo>
                  <a:pt x="2507849" y="687929"/>
                  <a:pt x="2501696" y="686903"/>
                  <a:pt x="2494538" y="686902"/>
                </a:cubicBezTo>
                <a:cubicBezTo>
                  <a:pt x="2488965" y="686902"/>
                  <a:pt x="2484803" y="687237"/>
                  <a:pt x="2482051" y="687907"/>
                </a:cubicBezTo>
                <a:close/>
                <a:moveTo>
                  <a:pt x="1686713" y="1054359"/>
                </a:moveTo>
                <a:lnTo>
                  <a:pt x="1686714" y="1109874"/>
                </a:lnTo>
                <a:cubicBezTo>
                  <a:pt x="1703274" y="1109874"/>
                  <a:pt x="1715698" y="1107273"/>
                  <a:pt x="1723988" y="1102069"/>
                </a:cubicBezTo>
                <a:cubicBezTo>
                  <a:pt x="1732277" y="1096865"/>
                  <a:pt x="1736422" y="1088789"/>
                  <a:pt x="1736421" y="1077839"/>
                </a:cubicBezTo>
                <a:lnTo>
                  <a:pt x="1734263" y="1065161"/>
                </a:lnTo>
                <a:lnTo>
                  <a:pt x="1728416" y="1061174"/>
                </a:lnTo>
                <a:cubicBezTo>
                  <a:pt x="1725433" y="1059403"/>
                  <a:pt x="1722688" y="1058055"/>
                  <a:pt x="1720182" y="1057131"/>
                </a:cubicBezTo>
                <a:cubicBezTo>
                  <a:pt x="1715169" y="1055283"/>
                  <a:pt x="1707981" y="1054359"/>
                  <a:pt x="1698617" y="1054359"/>
                </a:cubicBezTo>
                <a:close/>
                <a:moveTo>
                  <a:pt x="2470294" y="678263"/>
                </a:moveTo>
                <a:lnTo>
                  <a:pt x="2470293" y="752194"/>
                </a:lnTo>
                <a:cubicBezTo>
                  <a:pt x="2470954" y="752194"/>
                  <a:pt x="2471599" y="752133"/>
                  <a:pt x="2472228" y="752013"/>
                </a:cubicBezTo>
                <a:lnTo>
                  <a:pt x="2472228" y="680387"/>
                </a:lnTo>
                <a:cubicBezTo>
                  <a:pt x="2479377" y="678480"/>
                  <a:pt x="2486780" y="677526"/>
                  <a:pt x="2494440" y="677527"/>
                </a:cubicBezTo>
                <a:cubicBezTo>
                  <a:pt x="2504537" y="677526"/>
                  <a:pt x="2513064" y="679575"/>
                  <a:pt x="2520022" y="683672"/>
                </a:cubicBezTo>
                <a:lnTo>
                  <a:pt x="2527431" y="689819"/>
                </a:lnTo>
                <a:lnTo>
                  <a:pt x="2522533" y="683605"/>
                </a:lnTo>
                <a:cubicBezTo>
                  <a:pt x="2514795" y="677072"/>
                  <a:pt x="2504937" y="673805"/>
                  <a:pt x="2492961" y="673806"/>
                </a:cubicBezTo>
                <a:cubicBezTo>
                  <a:pt x="2483338" y="673805"/>
                  <a:pt x="2475781" y="675291"/>
                  <a:pt x="2470294" y="678263"/>
                </a:cubicBezTo>
                <a:close/>
                <a:moveTo>
                  <a:pt x="1675105" y="1042564"/>
                </a:moveTo>
                <a:lnTo>
                  <a:pt x="1675105" y="1109874"/>
                </a:lnTo>
                <a:lnTo>
                  <a:pt x="1672823" y="1109874"/>
                </a:lnTo>
                <a:lnTo>
                  <a:pt x="1676592" y="1110005"/>
                </a:lnTo>
                <a:lnTo>
                  <a:pt x="1676593" y="1044834"/>
                </a:lnTo>
                <a:lnTo>
                  <a:pt x="1695554" y="1044834"/>
                </a:lnTo>
                <a:cubicBezTo>
                  <a:pt x="1701971" y="1044834"/>
                  <a:pt x="1707492" y="1045139"/>
                  <a:pt x="1712119" y="1045748"/>
                </a:cubicBezTo>
                <a:lnTo>
                  <a:pt x="1716798" y="1046896"/>
                </a:lnTo>
                <a:lnTo>
                  <a:pt x="1710702" y="1044266"/>
                </a:lnTo>
                <a:cubicBezTo>
                  <a:pt x="1704592" y="1042859"/>
                  <a:pt x="1697266" y="1042155"/>
                  <a:pt x="1688725" y="1042155"/>
                </a:cubicBezTo>
                <a:cubicBezTo>
                  <a:pt x="1684260" y="1042155"/>
                  <a:pt x="1679720" y="1042291"/>
                  <a:pt x="1675105" y="1042564"/>
                </a:cubicBezTo>
                <a:close/>
                <a:moveTo>
                  <a:pt x="79816" y="1787117"/>
                </a:moveTo>
                <a:lnTo>
                  <a:pt x="79816" y="1838681"/>
                </a:lnTo>
                <a:lnTo>
                  <a:pt x="82822" y="1838683"/>
                </a:lnTo>
                <a:cubicBezTo>
                  <a:pt x="100843" y="1838683"/>
                  <a:pt x="114050" y="1835829"/>
                  <a:pt x="122442" y="1830120"/>
                </a:cubicBezTo>
                <a:cubicBezTo>
                  <a:pt x="130835" y="1824411"/>
                  <a:pt x="135031" y="1815682"/>
                  <a:pt x="135031" y="1803934"/>
                </a:cubicBezTo>
                <a:lnTo>
                  <a:pt x="134408" y="1800607"/>
                </a:lnTo>
                <a:lnTo>
                  <a:pt x="126210" y="1797909"/>
                </a:lnTo>
                <a:cubicBezTo>
                  <a:pt x="119245" y="1787488"/>
                  <a:pt x="109548" y="1782277"/>
                  <a:pt x="97119" y="1782277"/>
                </a:cubicBezTo>
                <a:cubicBezTo>
                  <a:pt x="90214" y="1782278"/>
                  <a:pt x="84446" y="1783891"/>
                  <a:pt x="79816" y="1787117"/>
                </a:cubicBezTo>
                <a:close/>
                <a:moveTo>
                  <a:pt x="1475571" y="1124103"/>
                </a:moveTo>
                <a:lnTo>
                  <a:pt x="1483965" y="1128373"/>
                </a:lnTo>
                <a:lnTo>
                  <a:pt x="1507456" y="1134208"/>
                </a:lnTo>
                <a:cubicBezTo>
                  <a:pt x="1523680" y="1138263"/>
                  <a:pt x="1534668" y="1141847"/>
                  <a:pt x="1540421" y="1144960"/>
                </a:cubicBezTo>
                <a:lnTo>
                  <a:pt x="1546371" y="1150162"/>
                </a:lnTo>
                <a:lnTo>
                  <a:pt x="1542531" y="1144189"/>
                </a:lnTo>
                <a:cubicBezTo>
                  <a:pt x="1531899" y="1138621"/>
                  <a:pt x="1514907" y="1133550"/>
                  <a:pt x="1491553" y="1128973"/>
                </a:cubicBezTo>
                <a:close/>
                <a:moveTo>
                  <a:pt x="2457842" y="663187"/>
                </a:moveTo>
                <a:cubicBezTo>
                  <a:pt x="2470735" y="659253"/>
                  <a:pt x="2483953" y="657286"/>
                  <a:pt x="2497497" y="657286"/>
                </a:cubicBezTo>
                <a:cubicBezTo>
                  <a:pt x="2518739" y="657286"/>
                  <a:pt x="2536407" y="662007"/>
                  <a:pt x="2550503" y="671449"/>
                </a:cubicBezTo>
                <a:cubicBezTo>
                  <a:pt x="2564597" y="680891"/>
                  <a:pt x="2571645" y="693028"/>
                  <a:pt x="2571645" y="707861"/>
                </a:cubicBezTo>
                <a:cubicBezTo>
                  <a:pt x="2571645" y="719963"/>
                  <a:pt x="2567030" y="730606"/>
                  <a:pt x="2557800" y="739791"/>
                </a:cubicBezTo>
                <a:cubicBezTo>
                  <a:pt x="2548571" y="748976"/>
                  <a:pt x="2536844" y="755316"/>
                  <a:pt x="2522618" y="758812"/>
                </a:cubicBezTo>
                <a:cubicBezTo>
                  <a:pt x="2529128" y="775089"/>
                  <a:pt x="2538075" y="791874"/>
                  <a:pt x="2549461" y="809168"/>
                </a:cubicBezTo>
                <a:cubicBezTo>
                  <a:pt x="2560846" y="826462"/>
                  <a:pt x="2572570" y="840791"/>
                  <a:pt x="2584633" y="852155"/>
                </a:cubicBezTo>
                <a:lnTo>
                  <a:pt x="2580296" y="854606"/>
                </a:lnTo>
                <a:cubicBezTo>
                  <a:pt x="2566055" y="859468"/>
                  <a:pt x="2552088" y="866345"/>
                  <a:pt x="2538394" y="875238"/>
                </a:cubicBezTo>
                <a:lnTo>
                  <a:pt x="2532278" y="877158"/>
                </a:lnTo>
                <a:lnTo>
                  <a:pt x="2530944" y="870798"/>
                </a:lnTo>
                <a:cubicBezTo>
                  <a:pt x="2526230" y="842320"/>
                  <a:pt x="2520147" y="817182"/>
                  <a:pt x="2512692" y="795386"/>
                </a:cubicBezTo>
                <a:lnTo>
                  <a:pt x="2505079" y="775486"/>
                </a:lnTo>
                <a:lnTo>
                  <a:pt x="2481049" y="782729"/>
                </a:lnTo>
                <a:lnTo>
                  <a:pt x="2482051" y="782603"/>
                </a:lnTo>
                <a:lnTo>
                  <a:pt x="2482050" y="833489"/>
                </a:lnTo>
                <a:lnTo>
                  <a:pt x="2507733" y="864901"/>
                </a:lnTo>
                <a:lnTo>
                  <a:pt x="2427528" y="864901"/>
                </a:lnTo>
                <a:lnTo>
                  <a:pt x="2423933" y="855078"/>
                </a:lnTo>
                <a:lnTo>
                  <a:pt x="2493313" y="855078"/>
                </a:lnTo>
                <a:lnTo>
                  <a:pt x="2478644" y="842344"/>
                </a:lnTo>
                <a:lnTo>
                  <a:pt x="2486867" y="852994"/>
                </a:lnTo>
                <a:lnTo>
                  <a:pt x="2416345" y="852995"/>
                </a:lnTo>
                <a:lnTo>
                  <a:pt x="2435318" y="831319"/>
                </a:lnTo>
                <a:lnTo>
                  <a:pt x="2435319" y="787390"/>
                </a:lnTo>
                <a:lnTo>
                  <a:pt x="2422466" y="790947"/>
                </a:lnTo>
                <a:lnTo>
                  <a:pt x="2419034" y="791417"/>
                </a:lnTo>
                <a:lnTo>
                  <a:pt x="2416346" y="783906"/>
                </a:lnTo>
                <a:cubicBezTo>
                  <a:pt x="2422040" y="781431"/>
                  <a:pt x="2426149" y="779890"/>
                  <a:pt x="2428672" y="779281"/>
                </a:cubicBezTo>
                <a:lnTo>
                  <a:pt x="2435319" y="777647"/>
                </a:lnTo>
                <a:lnTo>
                  <a:pt x="2435319" y="775365"/>
                </a:lnTo>
                <a:cubicBezTo>
                  <a:pt x="2431938" y="775364"/>
                  <a:pt x="2426109" y="776587"/>
                  <a:pt x="2417831" y="779032"/>
                </a:cubicBezTo>
                <a:lnTo>
                  <a:pt x="2412260" y="779743"/>
                </a:lnTo>
                <a:cubicBezTo>
                  <a:pt x="2412480" y="775939"/>
                  <a:pt x="2413517" y="771409"/>
                  <a:pt x="2415371" y="766154"/>
                </a:cubicBezTo>
                <a:cubicBezTo>
                  <a:pt x="2415564" y="765767"/>
                  <a:pt x="2416220" y="763676"/>
                  <a:pt x="2417339" y="759879"/>
                </a:cubicBezTo>
                <a:cubicBezTo>
                  <a:pt x="2417450" y="759540"/>
                  <a:pt x="2417843" y="758389"/>
                  <a:pt x="2418517" y="756426"/>
                </a:cubicBezTo>
                <a:cubicBezTo>
                  <a:pt x="2423950" y="756710"/>
                  <a:pt x="2428061" y="756851"/>
                  <a:pt x="2430852" y="756852"/>
                </a:cubicBezTo>
                <a:cubicBezTo>
                  <a:pt x="2433444" y="756851"/>
                  <a:pt x="2434883" y="756834"/>
                  <a:pt x="2435170" y="756798"/>
                </a:cubicBezTo>
                <a:lnTo>
                  <a:pt x="2435170" y="689312"/>
                </a:lnTo>
                <a:cubicBezTo>
                  <a:pt x="2431780" y="687248"/>
                  <a:pt x="2427788" y="685322"/>
                  <a:pt x="2423191" y="683533"/>
                </a:cubicBezTo>
                <a:lnTo>
                  <a:pt x="2420140" y="680891"/>
                </a:lnTo>
                <a:cubicBezTo>
                  <a:pt x="2432382" y="673023"/>
                  <a:pt x="2444950" y="667121"/>
                  <a:pt x="2457842" y="663187"/>
                </a:cubicBezTo>
                <a:close/>
                <a:moveTo>
                  <a:pt x="68505" y="1777464"/>
                </a:moveTo>
                <a:lnTo>
                  <a:pt x="68505" y="1838622"/>
                </a:lnTo>
                <a:lnTo>
                  <a:pt x="70419" y="1838727"/>
                </a:lnTo>
                <a:cubicBezTo>
                  <a:pt x="70715" y="1838709"/>
                  <a:pt x="70523" y="1838692"/>
                  <a:pt x="69844" y="1838676"/>
                </a:cubicBezTo>
                <a:lnTo>
                  <a:pt x="69844" y="1780050"/>
                </a:lnTo>
                <a:cubicBezTo>
                  <a:pt x="79751" y="1775483"/>
                  <a:pt x="88905" y="1773199"/>
                  <a:pt x="97308" y="1773199"/>
                </a:cubicBezTo>
                <a:cubicBezTo>
                  <a:pt x="107017" y="1773199"/>
                  <a:pt x="114789" y="1775016"/>
                  <a:pt x="120623" y="1778650"/>
                </a:cubicBezTo>
                <a:cubicBezTo>
                  <a:pt x="123540" y="1780467"/>
                  <a:pt x="126243" y="1783236"/>
                  <a:pt x="128732" y="1786959"/>
                </a:cubicBezTo>
                <a:lnTo>
                  <a:pt x="133803" y="1797379"/>
                </a:lnTo>
                <a:lnTo>
                  <a:pt x="132418" y="1789984"/>
                </a:lnTo>
                <a:cubicBezTo>
                  <a:pt x="130676" y="1785827"/>
                  <a:pt x="128064" y="1782163"/>
                  <a:pt x="124581" y="1778992"/>
                </a:cubicBezTo>
                <a:cubicBezTo>
                  <a:pt x="117613" y="1772649"/>
                  <a:pt x="108402" y="1769478"/>
                  <a:pt x="96945" y="1769478"/>
                </a:cubicBezTo>
                <a:cubicBezTo>
                  <a:pt x="86745" y="1769478"/>
                  <a:pt x="77266" y="1772140"/>
                  <a:pt x="68505" y="1777464"/>
                </a:cubicBezTo>
                <a:close/>
                <a:moveTo>
                  <a:pt x="2396768" y="666673"/>
                </a:moveTo>
                <a:lnTo>
                  <a:pt x="2401437" y="673231"/>
                </a:lnTo>
                <a:lnTo>
                  <a:pt x="2381592" y="690560"/>
                </a:lnTo>
                <a:lnTo>
                  <a:pt x="2381591" y="779809"/>
                </a:lnTo>
                <a:cubicBezTo>
                  <a:pt x="2381592" y="809914"/>
                  <a:pt x="2379128" y="829744"/>
                  <a:pt x="2374201" y="839300"/>
                </a:cubicBezTo>
                <a:cubicBezTo>
                  <a:pt x="2364125" y="858649"/>
                  <a:pt x="2344594" y="868324"/>
                  <a:pt x="2315609" y="868324"/>
                </a:cubicBezTo>
                <a:cubicBezTo>
                  <a:pt x="2290828" y="868324"/>
                  <a:pt x="2271849" y="860337"/>
                  <a:pt x="2258674" y="844363"/>
                </a:cubicBezTo>
                <a:lnTo>
                  <a:pt x="2264075" y="845223"/>
                </a:lnTo>
                <a:lnTo>
                  <a:pt x="2271049" y="849516"/>
                </a:lnTo>
                <a:cubicBezTo>
                  <a:pt x="2281502" y="855506"/>
                  <a:pt x="2295830" y="858502"/>
                  <a:pt x="2314035" y="858502"/>
                </a:cubicBezTo>
                <a:cubicBezTo>
                  <a:pt x="2339679" y="858501"/>
                  <a:pt x="2356489" y="852012"/>
                  <a:pt x="2364467" y="839033"/>
                </a:cubicBezTo>
                <a:cubicBezTo>
                  <a:pt x="2369137" y="827357"/>
                  <a:pt x="2371472" y="807956"/>
                  <a:pt x="2371471" y="780829"/>
                </a:cubicBezTo>
                <a:lnTo>
                  <a:pt x="2371472" y="686056"/>
                </a:lnTo>
                <a:close/>
                <a:moveTo>
                  <a:pt x="861984" y="1383716"/>
                </a:moveTo>
                <a:lnTo>
                  <a:pt x="936445" y="1383716"/>
                </a:lnTo>
                <a:lnTo>
                  <a:pt x="916081" y="1407172"/>
                </a:lnTo>
                <a:lnTo>
                  <a:pt x="916081" y="1491123"/>
                </a:lnTo>
                <a:lnTo>
                  <a:pt x="918015" y="1483754"/>
                </a:lnTo>
                <a:lnTo>
                  <a:pt x="918016" y="1405886"/>
                </a:lnTo>
                <a:lnTo>
                  <a:pt x="937931" y="1388239"/>
                </a:lnTo>
                <a:lnTo>
                  <a:pt x="942719" y="1394820"/>
                </a:lnTo>
                <a:lnTo>
                  <a:pt x="927689" y="1410212"/>
                </a:lnTo>
                <a:lnTo>
                  <a:pt x="927690" y="1477408"/>
                </a:lnTo>
                <a:lnTo>
                  <a:pt x="967520" y="1424481"/>
                </a:lnTo>
                <a:cubicBezTo>
                  <a:pt x="973609" y="1417216"/>
                  <a:pt x="976654" y="1410847"/>
                  <a:pt x="976654" y="1405372"/>
                </a:cubicBezTo>
                <a:cubicBezTo>
                  <a:pt x="976654" y="1402575"/>
                  <a:pt x="975062" y="1399735"/>
                  <a:pt x="971877" y="1396851"/>
                </a:cubicBezTo>
                <a:cubicBezTo>
                  <a:pt x="968691" y="1393967"/>
                  <a:pt x="963942" y="1391884"/>
                  <a:pt x="957629" y="1390602"/>
                </a:cubicBezTo>
                <a:lnTo>
                  <a:pt x="957630" y="1383716"/>
                </a:lnTo>
                <a:lnTo>
                  <a:pt x="1040633" y="1383716"/>
                </a:lnTo>
                <a:lnTo>
                  <a:pt x="1040634" y="1390502"/>
                </a:lnTo>
                <a:cubicBezTo>
                  <a:pt x="1022883" y="1394813"/>
                  <a:pt x="1004740" y="1408058"/>
                  <a:pt x="986205" y="1430236"/>
                </a:cubicBezTo>
                <a:lnTo>
                  <a:pt x="965922" y="1453802"/>
                </a:lnTo>
                <a:lnTo>
                  <a:pt x="1019052" y="1556035"/>
                </a:lnTo>
                <a:lnTo>
                  <a:pt x="1020150" y="1556944"/>
                </a:lnTo>
                <a:lnTo>
                  <a:pt x="969020" y="1453107"/>
                </a:lnTo>
                <a:lnTo>
                  <a:pt x="996906" y="1420935"/>
                </a:lnTo>
                <a:cubicBezTo>
                  <a:pt x="1011628" y="1404497"/>
                  <a:pt x="1027613" y="1395496"/>
                  <a:pt x="1044861" y="1393934"/>
                </a:cubicBezTo>
                <a:lnTo>
                  <a:pt x="1047791" y="1402635"/>
                </a:lnTo>
                <a:cubicBezTo>
                  <a:pt x="1032306" y="1403759"/>
                  <a:pt x="1017680" y="1411955"/>
                  <a:pt x="1003913" y="1427222"/>
                </a:cubicBezTo>
                <a:lnTo>
                  <a:pt x="979208" y="1454018"/>
                </a:lnTo>
                <a:lnTo>
                  <a:pt x="1030053" y="1556064"/>
                </a:lnTo>
                <a:lnTo>
                  <a:pt x="1072014" y="1588801"/>
                </a:lnTo>
                <a:lnTo>
                  <a:pt x="974824" y="1588801"/>
                </a:lnTo>
                <a:lnTo>
                  <a:pt x="969020" y="1578978"/>
                </a:lnTo>
                <a:lnTo>
                  <a:pt x="1053510" y="1578979"/>
                </a:lnTo>
                <a:lnTo>
                  <a:pt x="1034805" y="1569060"/>
                </a:lnTo>
                <a:lnTo>
                  <a:pt x="1044280" y="1576895"/>
                </a:lnTo>
                <a:lnTo>
                  <a:pt x="962445" y="1576895"/>
                </a:lnTo>
                <a:lnTo>
                  <a:pt x="981561" y="1558740"/>
                </a:lnTo>
                <a:lnTo>
                  <a:pt x="947753" y="1490218"/>
                </a:lnTo>
                <a:lnTo>
                  <a:pt x="927689" y="1517294"/>
                </a:lnTo>
                <a:lnTo>
                  <a:pt x="927689" y="1557022"/>
                </a:lnTo>
                <a:lnTo>
                  <a:pt x="951474" y="1588801"/>
                </a:lnTo>
                <a:lnTo>
                  <a:pt x="872184" y="1588801"/>
                </a:lnTo>
                <a:lnTo>
                  <a:pt x="866509" y="1578979"/>
                </a:lnTo>
                <a:lnTo>
                  <a:pt x="936617" y="1578978"/>
                </a:lnTo>
                <a:lnTo>
                  <a:pt x="929517" y="1572018"/>
                </a:lnTo>
                <a:lnTo>
                  <a:pt x="933819" y="1576895"/>
                </a:lnTo>
                <a:lnTo>
                  <a:pt x="860817" y="1576895"/>
                </a:lnTo>
                <a:lnTo>
                  <a:pt x="880808" y="1555489"/>
                </a:lnTo>
                <a:lnTo>
                  <a:pt x="880808" y="1405433"/>
                </a:lnTo>
                <a:close/>
                <a:moveTo>
                  <a:pt x="55398" y="1758628"/>
                </a:moveTo>
                <a:cubicBezTo>
                  <a:pt x="68891" y="1754253"/>
                  <a:pt x="82991" y="1752065"/>
                  <a:pt x="97698" y="1752065"/>
                </a:cubicBezTo>
                <a:cubicBezTo>
                  <a:pt x="119310" y="1752065"/>
                  <a:pt x="137086" y="1757012"/>
                  <a:pt x="151028" y="1766906"/>
                </a:cubicBezTo>
                <a:lnTo>
                  <a:pt x="161136" y="1777919"/>
                </a:lnTo>
                <a:lnTo>
                  <a:pt x="157474" y="1770276"/>
                </a:lnTo>
                <a:lnTo>
                  <a:pt x="157474" y="1765116"/>
                </a:lnTo>
                <a:lnTo>
                  <a:pt x="163813" y="1766967"/>
                </a:lnTo>
                <a:cubicBezTo>
                  <a:pt x="177466" y="1777498"/>
                  <a:pt x="184293" y="1790912"/>
                  <a:pt x="184293" y="1807211"/>
                </a:cubicBezTo>
                <a:cubicBezTo>
                  <a:pt x="184293" y="1829763"/>
                  <a:pt x="173302" y="1844642"/>
                  <a:pt x="151319" y="1851848"/>
                </a:cubicBezTo>
                <a:cubicBezTo>
                  <a:pt x="155752" y="1853184"/>
                  <a:pt x="159779" y="1855257"/>
                  <a:pt x="163400" y="1858067"/>
                </a:cubicBezTo>
                <a:lnTo>
                  <a:pt x="170492" y="1865893"/>
                </a:lnTo>
                <a:lnTo>
                  <a:pt x="170034" y="1864710"/>
                </a:lnTo>
                <a:lnTo>
                  <a:pt x="174806" y="1860849"/>
                </a:lnTo>
                <a:cubicBezTo>
                  <a:pt x="187282" y="1869982"/>
                  <a:pt x="193521" y="1883223"/>
                  <a:pt x="193520" y="1900573"/>
                </a:cubicBezTo>
                <a:cubicBezTo>
                  <a:pt x="193521" y="1917920"/>
                  <a:pt x="187388" y="1932309"/>
                  <a:pt x="175124" y="1943737"/>
                </a:cubicBezTo>
                <a:cubicBezTo>
                  <a:pt x="163271" y="1954763"/>
                  <a:pt x="145979" y="1960276"/>
                  <a:pt x="123250" y="1960276"/>
                </a:cubicBezTo>
                <a:lnTo>
                  <a:pt x="22378" y="1960276"/>
                </a:lnTo>
                <a:lnTo>
                  <a:pt x="18566" y="1950453"/>
                </a:lnTo>
                <a:lnTo>
                  <a:pt x="113621" y="1950453"/>
                </a:lnTo>
                <a:cubicBezTo>
                  <a:pt x="133251" y="1950453"/>
                  <a:pt x="147296" y="1948503"/>
                  <a:pt x="155758" y="1944602"/>
                </a:cubicBezTo>
                <a:cubicBezTo>
                  <a:pt x="174285" y="1935990"/>
                  <a:pt x="183549" y="1920983"/>
                  <a:pt x="183549" y="1899580"/>
                </a:cubicBezTo>
                <a:lnTo>
                  <a:pt x="177509" y="1883996"/>
                </a:lnTo>
                <a:lnTo>
                  <a:pt x="181465" y="1897541"/>
                </a:lnTo>
                <a:cubicBezTo>
                  <a:pt x="181465" y="1912935"/>
                  <a:pt x="175892" y="1925255"/>
                  <a:pt x="164744" y="1934501"/>
                </a:cubicBezTo>
                <a:cubicBezTo>
                  <a:pt x="153597" y="1943747"/>
                  <a:pt x="138887" y="1948370"/>
                  <a:pt x="120613" y="1948370"/>
                </a:cubicBezTo>
                <a:lnTo>
                  <a:pt x="13097" y="1948370"/>
                </a:lnTo>
                <a:lnTo>
                  <a:pt x="33233" y="1926880"/>
                </a:lnTo>
                <a:lnTo>
                  <a:pt x="33232" y="1867993"/>
                </a:lnTo>
                <a:cubicBezTo>
                  <a:pt x="29771" y="1867993"/>
                  <a:pt x="23323" y="1868577"/>
                  <a:pt x="13890" y="1869744"/>
                </a:cubicBezTo>
                <a:lnTo>
                  <a:pt x="11929" y="1859957"/>
                </a:lnTo>
                <a:cubicBezTo>
                  <a:pt x="22662" y="1858816"/>
                  <a:pt x="29763" y="1858245"/>
                  <a:pt x="33232" y="1858245"/>
                </a:cubicBezTo>
                <a:lnTo>
                  <a:pt x="33233" y="1856459"/>
                </a:lnTo>
                <a:lnTo>
                  <a:pt x="32560" y="1856459"/>
                </a:lnTo>
                <a:cubicBezTo>
                  <a:pt x="27275" y="1856459"/>
                  <a:pt x="19426" y="1856848"/>
                  <a:pt x="9011" y="1857626"/>
                </a:cubicBezTo>
                <a:lnTo>
                  <a:pt x="16512" y="1837656"/>
                </a:lnTo>
                <a:lnTo>
                  <a:pt x="20938" y="1837849"/>
                </a:lnTo>
                <a:cubicBezTo>
                  <a:pt x="24318" y="1838109"/>
                  <a:pt x="27122" y="1838239"/>
                  <a:pt x="29351" y="1838239"/>
                </a:cubicBezTo>
                <a:cubicBezTo>
                  <a:pt x="32450" y="1838240"/>
                  <a:pt x="33744" y="1838385"/>
                  <a:pt x="33233" y="1838676"/>
                </a:cubicBezTo>
                <a:lnTo>
                  <a:pt x="33233" y="1788607"/>
                </a:lnTo>
                <a:lnTo>
                  <a:pt x="16743" y="1778317"/>
                </a:lnTo>
                <a:cubicBezTo>
                  <a:pt x="29021" y="1769567"/>
                  <a:pt x="41906" y="1763004"/>
                  <a:pt x="55398" y="1758628"/>
                </a:cubicBezTo>
                <a:close/>
                <a:moveTo>
                  <a:pt x="1621436" y="1021766"/>
                </a:moveTo>
                <a:lnTo>
                  <a:pt x="1689862" y="1021765"/>
                </a:lnTo>
                <a:cubicBezTo>
                  <a:pt x="1718259" y="1021766"/>
                  <a:pt x="1738601" y="1025776"/>
                  <a:pt x="1750891" y="1033795"/>
                </a:cubicBezTo>
                <a:cubicBezTo>
                  <a:pt x="1766843" y="1044048"/>
                  <a:pt x="1774819" y="1058235"/>
                  <a:pt x="1774819" y="1076358"/>
                </a:cubicBezTo>
                <a:cubicBezTo>
                  <a:pt x="1774819" y="1087401"/>
                  <a:pt x="1771758" y="1097019"/>
                  <a:pt x="1765635" y="1105213"/>
                </a:cubicBezTo>
                <a:cubicBezTo>
                  <a:pt x="1759512" y="1113407"/>
                  <a:pt x="1750966" y="1119315"/>
                  <a:pt x="1739996" y="1122936"/>
                </a:cubicBezTo>
                <a:cubicBezTo>
                  <a:pt x="1729407" y="1126431"/>
                  <a:pt x="1712696" y="1128178"/>
                  <a:pt x="1689862" y="1128178"/>
                </a:cubicBezTo>
                <a:lnTo>
                  <a:pt x="1675104" y="1128178"/>
                </a:lnTo>
                <a:lnTo>
                  <a:pt x="1675105" y="1194688"/>
                </a:lnTo>
                <a:lnTo>
                  <a:pt x="1676593" y="1196387"/>
                </a:lnTo>
                <a:lnTo>
                  <a:pt x="1676593" y="1129613"/>
                </a:lnTo>
                <a:cubicBezTo>
                  <a:pt x="1686665" y="1130144"/>
                  <a:pt x="1696649" y="1130411"/>
                  <a:pt x="1706547" y="1130410"/>
                </a:cubicBezTo>
                <a:cubicBezTo>
                  <a:pt x="1731003" y="1130410"/>
                  <a:pt x="1748967" y="1126228"/>
                  <a:pt x="1760438" y="1117864"/>
                </a:cubicBezTo>
                <a:cubicBezTo>
                  <a:pt x="1771911" y="1109499"/>
                  <a:pt x="1777647" y="1096662"/>
                  <a:pt x="1777647" y="1079351"/>
                </a:cubicBezTo>
                <a:cubicBezTo>
                  <a:pt x="1777647" y="1072234"/>
                  <a:pt x="1776538" y="1066016"/>
                  <a:pt x="1774318" y="1060694"/>
                </a:cubicBezTo>
                <a:cubicBezTo>
                  <a:pt x="1772099" y="1055371"/>
                  <a:pt x="1767762" y="1047600"/>
                  <a:pt x="1761307" y="1037381"/>
                </a:cubicBezTo>
                <a:cubicBezTo>
                  <a:pt x="1770815" y="1040838"/>
                  <a:pt x="1777504" y="1046500"/>
                  <a:pt x="1781371" y="1054366"/>
                </a:cubicBezTo>
                <a:cubicBezTo>
                  <a:pt x="1785238" y="1062232"/>
                  <a:pt x="1787172" y="1071036"/>
                  <a:pt x="1787172" y="1080776"/>
                </a:cubicBezTo>
                <a:cubicBezTo>
                  <a:pt x="1787172" y="1103015"/>
                  <a:pt x="1778458" y="1119059"/>
                  <a:pt x="1761030" y="1128908"/>
                </a:cubicBezTo>
                <a:cubicBezTo>
                  <a:pt x="1748230" y="1136160"/>
                  <a:pt x="1726602" y="1139786"/>
                  <a:pt x="1696145" y="1139787"/>
                </a:cubicBezTo>
                <a:cubicBezTo>
                  <a:pt x="1691057" y="1139787"/>
                  <a:pt x="1687913" y="1139694"/>
                  <a:pt x="1686713" y="1139508"/>
                </a:cubicBezTo>
                <a:lnTo>
                  <a:pt x="1686713" y="1195816"/>
                </a:lnTo>
                <a:lnTo>
                  <a:pt x="1709623" y="1226851"/>
                </a:lnTo>
                <a:lnTo>
                  <a:pt x="1632216" y="1226851"/>
                </a:lnTo>
                <a:lnTo>
                  <a:pt x="1626543" y="1217028"/>
                </a:lnTo>
                <a:lnTo>
                  <a:pt x="1695203" y="1217028"/>
                </a:lnTo>
                <a:lnTo>
                  <a:pt x="1692187" y="1214195"/>
                </a:lnTo>
                <a:lnTo>
                  <a:pt x="1692843" y="1214945"/>
                </a:lnTo>
                <a:lnTo>
                  <a:pt x="1618954" y="1214945"/>
                </a:lnTo>
                <a:lnTo>
                  <a:pt x="1639237" y="1193509"/>
                </a:lnTo>
                <a:lnTo>
                  <a:pt x="1639237" y="1139245"/>
                </a:lnTo>
                <a:lnTo>
                  <a:pt x="1629484" y="1140309"/>
                </a:lnTo>
                <a:cubicBezTo>
                  <a:pt x="1625898" y="1141053"/>
                  <a:pt x="1622140" y="1142171"/>
                  <a:pt x="1618212" y="1143661"/>
                </a:cubicBezTo>
                <a:lnTo>
                  <a:pt x="1615306" y="1136896"/>
                </a:lnTo>
                <a:cubicBezTo>
                  <a:pt x="1623309" y="1131984"/>
                  <a:pt x="1630138" y="1129529"/>
                  <a:pt x="1635793" y="1129529"/>
                </a:cubicBezTo>
                <a:lnTo>
                  <a:pt x="1639237" y="1129529"/>
                </a:lnTo>
                <a:lnTo>
                  <a:pt x="1639237" y="1127938"/>
                </a:lnTo>
                <a:cubicBezTo>
                  <a:pt x="1638794" y="1127899"/>
                  <a:pt x="1638278" y="1127880"/>
                  <a:pt x="1637691" y="1127880"/>
                </a:cubicBezTo>
                <a:cubicBezTo>
                  <a:pt x="1628046" y="1127880"/>
                  <a:pt x="1619504" y="1130365"/>
                  <a:pt x="1612065" y="1135336"/>
                </a:cubicBezTo>
                <a:lnTo>
                  <a:pt x="1608301" y="1130345"/>
                </a:lnTo>
                <a:cubicBezTo>
                  <a:pt x="1615029" y="1117391"/>
                  <a:pt x="1625548" y="1110921"/>
                  <a:pt x="1639856" y="1110937"/>
                </a:cubicBezTo>
                <a:lnTo>
                  <a:pt x="1639237" y="1110965"/>
                </a:lnTo>
                <a:lnTo>
                  <a:pt x="1639237" y="1043707"/>
                </a:lnTo>
                <a:close/>
                <a:moveTo>
                  <a:pt x="803935" y="1389966"/>
                </a:moveTo>
                <a:lnTo>
                  <a:pt x="810144" y="1395645"/>
                </a:lnTo>
                <a:cubicBezTo>
                  <a:pt x="803161" y="1405363"/>
                  <a:pt x="795947" y="1420224"/>
                  <a:pt x="788503" y="1440231"/>
                </a:cubicBezTo>
                <a:lnTo>
                  <a:pt x="786572" y="1442950"/>
                </a:lnTo>
                <a:lnTo>
                  <a:pt x="779089" y="1438170"/>
                </a:lnTo>
                <a:lnTo>
                  <a:pt x="779903" y="1434243"/>
                </a:lnTo>
                <a:cubicBezTo>
                  <a:pt x="787058" y="1414213"/>
                  <a:pt x="794113" y="1400111"/>
                  <a:pt x="801067" y="1391936"/>
                </a:cubicBezTo>
                <a:close/>
                <a:moveTo>
                  <a:pt x="1576404" y="1027554"/>
                </a:moveTo>
                <a:lnTo>
                  <a:pt x="1584417" y="1031230"/>
                </a:lnTo>
                <a:lnTo>
                  <a:pt x="1583103" y="1031644"/>
                </a:lnTo>
                <a:cubicBezTo>
                  <a:pt x="1578876" y="1041284"/>
                  <a:pt x="1575470" y="1048549"/>
                  <a:pt x="1572888" y="1053441"/>
                </a:cubicBezTo>
                <a:cubicBezTo>
                  <a:pt x="1565849" y="1068956"/>
                  <a:pt x="1561808" y="1077700"/>
                  <a:pt x="1560765" y="1079671"/>
                </a:cubicBezTo>
                <a:lnTo>
                  <a:pt x="1558630" y="1081892"/>
                </a:lnTo>
                <a:lnTo>
                  <a:pt x="1551027" y="1079067"/>
                </a:lnTo>
                <a:lnTo>
                  <a:pt x="1551842" y="1074974"/>
                </a:lnTo>
                <a:cubicBezTo>
                  <a:pt x="1554674" y="1068516"/>
                  <a:pt x="1558792" y="1060073"/>
                  <a:pt x="1564192" y="1049645"/>
                </a:cubicBezTo>
                <a:lnTo>
                  <a:pt x="1574222" y="1030142"/>
                </a:lnTo>
                <a:close/>
                <a:moveTo>
                  <a:pt x="725655" y="1402766"/>
                </a:moveTo>
                <a:lnTo>
                  <a:pt x="726771" y="1402766"/>
                </a:lnTo>
                <a:lnTo>
                  <a:pt x="726772" y="1556775"/>
                </a:lnTo>
                <a:lnTo>
                  <a:pt x="727962" y="1558166"/>
                </a:lnTo>
                <a:lnTo>
                  <a:pt x="727962" y="1404698"/>
                </a:lnTo>
                <a:lnTo>
                  <a:pt x="740740" y="1404403"/>
                </a:lnTo>
                <a:lnTo>
                  <a:pt x="757907" y="1406707"/>
                </a:lnTo>
                <a:lnTo>
                  <a:pt x="751486" y="1403615"/>
                </a:lnTo>
                <a:cubicBezTo>
                  <a:pt x="747827" y="1402652"/>
                  <a:pt x="743508" y="1402171"/>
                  <a:pt x="738529" y="1402170"/>
                </a:cubicBezTo>
                <a:cubicBezTo>
                  <a:pt x="734315" y="1402171"/>
                  <a:pt x="730024" y="1402369"/>
                  <a:pt x="725655" y="1402766"/>
                </a:cubicBezTo>
                <a:close/>
                <a:moveTo>
                  <a:pt x="1478224" y="1043791"/>
                </a:moveTo>
                <a:cubicBezTo>
                  <a:pt x="1471960" y="1049049"/>
                  <a:pt x="1468829" y="1055597"/>
                  <a:pt x="1468829" y="1063435"/>
                </a:cubicBezTo>
                <a:lnTo>
                  <a:pt x="1476601" y="1080330"/>
                </a:lnTo>
                <a:lnTo>
                  <a:pt x="1471508" y="1066298"/>
                </a:lnTo>
                <a:cubicBezTo>
                  <a:pt x="1471507" y="1057790"/>
                  <a:pt x="1474536" y="1050886"/>
                  <a:pt x="1480590" y="1045586"/>
                </a:cubicBezTo>
                <a:cubicBezTo>
                  <a:pt x="1486646" y="1040287"/>
                  <a:pt x="1494435" y="1037637"/>
                  <a:pt x="1503957" y="1037637"/>
                </a:cubicBezTo>
                <a:cubicBezTo>
                  <a:pt x="1508398" y="1037637"/>
                  <a:pt x="1512583" y="1038121"/>
                  <a:pt x="1516513" y="1039088"/>
                </a:cubicBezTo>
                <a:lnTo>
                  <a:pt x="1519250" y="1040169"/>
                </a:lnTo>
                <a:lnTo>
                  <a:pt x="1516887" y="1038683"/>
                </a:lnTo>
                <a:cubicBezTo>
                  <a:pt x="1512193" y="1036830"/>
                  <a:pt x="1507225" y="1035904"/>
                  <a:pt x="1501980" y="1035904"/>
                </a:cubicBezTo>
                <a:cubicBezTo>
                  <a:pt x="1492406" y="1035904"/>
                  <a:pt x="1484487" y="1038533"/>
                  <a:pt x="1478224" y="1043791"/>
                </a:cubicBezTo>
                <a:close/>
                <a:moveTo>
                  <a:pt x="471099" y="1497369"/>
                </a:moveTo>
                <a:cubicBezTo>
                  <a:pt x="470995" y="1499324"/>
                  <a:pt x="470008" y="1503214"/>
                  <a:pt x="468139" y="1509038"/>
                </a:cubicBezTo>
                <a:lnTo>
                  <a:pt x="463348" y="1523923"/>
                </a:lnTo>
                <a:cubicBezTo>
                  <a:pt x="460866" y="1531502"/>
                  <a:pt x="459625" y="1537807"/>
                  <a:pt x="459625" y="1542838"/>
                </a:cubicBezTo>
                <a:cubicBezTo>
                  <a:pt x="459625" y="1547896"/>
                  <a:pt x="460447" y="1552031"/>
                  <a:pt x="462091" y="1555244"/>
                </a:cubicBezTo>
                <a:lnTo>
                  <a:pt x="463595" y="1557454"/>
                </a:lnTo>
                <a:lnTo>
                  <a:pt x="461262" y="1545469"/>
                </a:lnTo>
                <a:cubicBezTo>
                  <a:pt x="461262" y="1535102"/>
                  <a:pt x="465323" y="1520542"/>
                  <a:pt x="473443" y="1501788"/>
                </a:cubicBezTo>
                <a:close/>
                <a:moveTo>
                  <a:pt x="1474358" y="1022287"/>
                </a:moveTo>
                <a:cubicBezTo>
                  <a:pt x="1481880" y="1019757"/>
                  <a:pt x="1490248" y="1018491"/>
                  <a:pt x="1499461" y="1018492"/>
                </a:cubicBezTo>
                <a:cubicBezTo>
                  <a:pt x="1511015" y="1018491"/>
                  <a:pt x="1524548" y="1020588"/>
                  <a:pt x="1540062" y="1024782"/>
                </a:cubicBezTo>
                <a:cubicBezTo>
                  <a:pt x="1546820" y="1026640"/>
                  <a:pt x="1551810" y="1027570"/>
                  <a:pt x="1555032" y="1027570"/>
                </a:cubicBezTo>
                <a:cubicBezTo>
                  <a:pt x="1559253" y="1027570"/>
                  <a:pt x="1564398" y="1025927"/>
                  <a:pt x="1570467" y="1022642"/>
                </a:cubicBezTo>
                <a:lnTo>
                  <a:pt x="1575369" y="1025200"/>
                </a:lnTo>
                <a:cubicBezTo>
                  <a:pt x="1570071" y="1033735"/>
                  <a:pt x="1565953" y="1041607"/>
                  <a:pt x="1563014" y="1048818"/>
                </a:cubicBezTo>
                <a:cubicBezTo>
                  <a:pt x="1557044" y="1063499"/>
                  <a:pt x="1553025" y="1072596"/>
                  <a:pt x="1550959" y="1076109"/>
                </a:cubicBezTo>
                <a:lnTo>
                  <a:pt x="1546554" y="1078360"/>
                </a:lnTo>
                <a:cubicBezTo>
                  <a:pt x="1544959" y="1075968"/>
                  <a:pt x="1544018" y="1074195"/>
                  <a:pt x="1543731" y="1073042"/>
                </a:cubicBezTo>
                <a:lnTo>
                  <a:pt x="1540405" y="1063323"/>
                </a:lnTo>
                <a:lnTo>
                  <a:pt x="1538132" y="1064456"/>
                </a:lnTo>
                <a:cubicBezTo>
                  <a:pt x="1526914" y="1053061"/>
                  <a:pt x="1515606" y="1047364"/>
                  <a:pt x="1504211" y="1047364"/>
                </a:cubicBezTo>
                <a:cubicBezTo>
                  <a:pt x="1497648" y="1047364"/>
                  <a:pt x="1492244" y="1049232"/>
                  <a:pt x="1487997" y="1052968"/>
                </a:cubicBezTo>
                <a:cubicBezTo>
                  <a:pt x="1483751" y="1056705"/>
                  <a:pt x="1481628" y="1061439"/>
                  <a:pt x="1481628" y="1067173"/>
                </a:cubicBezTo>
                <a:cubicBezTo>
                  <a:pt x="1481628" y="1073453"/>
                  <a:pt x="1486144" y="1080071"/>
                  <a:pt x="1495176" y="1087027"/>
                </a:cubicBezTo>
                <a:lnTo>
                  <a:pt x="1497592" y="1089194"/>
                </a:lnTo>
                <a:lnTo>
                  <a:pt x="1496678" y="1090947"/>
                </a:lnTo>
                <a:lnTo>
                  <a:pt x="1503319" y="1093975"/>
                </a:lnTo>
                <a:lnTo>
                  <a:pt x="1527958" y="1099961"/>
                </a:lnTo>
                <a:cubicBezTo>
                  <a:pt x="1546299" y="1104386"/>
                  <a:pt x="1560054" y="1111474"/>
                  <a:pt x="1569225" y="1121223"/>
                </a:cubicBezTo>
                <a:lnTo>
                  <a:pt x="1569267" y="1121292"/>
                </a:lnTo>
                <a:lnTo>
                  <a:pt x="1569266" y="1116467"/>
                </a:lnTo>
                <a:cubicBezTo>
                  <a:pt x="1586544" y="1127564"/>
                  <a:pt x="1595184" y="1142275"/>
                  <a:pt x="1595184" y="1160599"/>
                </a:cubicBezTo>
                <a:cubicBezTo>
                  <a:pt x="1595184" y="1180029"/>
                  <a:pt x="1587669" y="1196474"/>
                  <a:pt x="1572640" y="1209935"/>
                </a:cubicBezTo>
                <a:cubicBezTo>
                  <a:pt x="1557610" y="1223395"/>
                  <a:pt x="1539379" y="1230125"/>
                  <a:pt x="1517944" y="1230125"/>
                </a:cubicBezTo>
                <a:cubicBezTo>
                  <a:pt x="1507067" y="1230125"/>
                  <a:pt x="1497335" y="1229033"/>
                  <a:pt x="1488751" y="1226848"/>
                </a:cubicBezTo>
                <a:lnTo>
                  <a:pt x="1465408" y="1221121"/>
                </a:lnTo>
                <a:cubicBezTo>
                  <a:pt x="1460083" y="1219782"/>
                  <a:pt x="1454495" y="1219111"/>
                  <a:pt x="1448644" y="1219112"/>
                </a:cubicBezTo>
                <a:cubicBezTo>
                  <a:pt x="1443592" y="1219111"/>
                  <a:pt x="1437959" y="1220233"/>
                  <a:pt x="1431747" y="1222474"/>
                </a:cubicBezTo>
                <a:lnTo>
                  <a:pt x="1428599" y="1213772"/>
                </a:lnTo>
                <a:cubicBezTo>
                  <a:pt x="1435214" y="1210486"/>
                  <a:pt x="1441363" y="1208843"/>
                  <a:pt x="1447046" y="1208843"/>
                </a:cubicBezTo>
                <a:cubicBezTo>
                  <a:pt x="1453077" y="1208843"/>
                  <a:pt x="1460581" y="1209899"/>
                  <a:pt x="1469559" y="1212010"/>
                </a:cubicBezTo>
                <a:lnTo>
                  <a:pt x="1490228" y="1217014"/>
                </a:lnTo>
                <a:cubicBezTo>
                  <a:pt x="1498907" y="1219107"/>
                  <a:pt x="1508110" y="1220154"/>
                  <a:pt x="1517835" y="1220154"/>
                </a:cubicBezTo>
                <a:cubicBezTo>
                  <a:pt x="1536511" y="1220154"/>
                  <a:pt x="1552385" y="1214219"/>
                  <a:pt x="1565456" y="1202350"/>
                </a:cubicBezTo>
                <a:lnTo>
                  <a:pt x="1569628" y="1193225"/>
                </a:lnTo>
                <a:lnTo>
                  <a:pt x="1578236" y="1181641"/>
                </a:lnTo>
                <a:lnTo>
                  <a:pt x="1580921" y="1168517"/>
                </a:lnTo>
                <a:lnTo>
                  <a:pt x="1585064" y="1159455"/>
                </a:lnTo>
                <a:cubicBezTo>
                  <a:pt x="1585063" y="1152409"/>
                  <a:pt x="1583747" y="1145725"/>
                  <a:pt x="1581114" y="1139402"/>
                </a:cubicBezTo>
                <a:lnTo>
                  <a:pt x="1571516" y="1124914"/>
                </a:lnTo>
                <a:lnTo>
                  <a:pt x="1579541" y="1137844"/>
                </a:lnTo>
                <a:cubicBezTo>
                  <a:pt x="1581834" y="1144049"/>
                  <a:pt x="1582980" y="1150921"/>
                  <a:pt x="1582980" y="1158457"/>
                </a:cubicBezTo>
                <a:lnTo>
                  <a:pt x="1580921" y="1168517"/>
                </a:lnTo>
                <a:lnTo>
                  <a:pt x="1569628" y="1193225"/>
                </a:lnTo>
                <a:lnTo>
                  <a:pt x="1564006" y="1200790"/>
                </a:lnTo>
                <a:cubicBezTo>
                  <a:pt x="1551356" y="1212211"/>
                  <a:pt x="1535769" y="1217922"/>
                  <a:pt x="1517244" y="1217921"/>
                </a:cubicBezTo>
                <a:cubicBezTo>
                  <a:pt x="1505783" y="1217921"/>
                  <a:pt x="1493129" y="1216212"/>
                  <a:pt x="1479284" y="1212793"/>
                </a:cubicBezTo>
                <a:lnTo>
                  <a:pt x="1460894" y="1208259"/>
                </a:lnTo>
                <a:cubicBezTo>
                  <a:pt x="1455028" y="1206862"/>
                  <a:pt x="1450023" y="1206163"/>
                  <a:pt x="1445879" y="1206164"/>
                </a:cubicBezTo>
                <a:cubicBezTo>
                  <a:pt x="1440518" y="1206164"/>
                  <a:pt x="1434024" y="1208052"/>
                  <a:pt x="1426399" y="1211828"/>
                </a:cubicBezTo>
                <a:lnTo>
                  <a:pt x="1423346" y="1206696"/>
                </a:lnTo>
                <a:cubicBezTo>
                  <a:pt x="1435552" y="1187752"/>
                  <a:pt x="1444325" y="1169489"/>
                  <a:pt x="1449660" y="1151909"/>
                </a:cubicBezTo>
                <a:lnTo>
                  <a:pt x="1457160" y="1153332"/>
                </a:lnTo>
                <a:lnTo>
                  <a:pt x="1474192" y="1187787"/>
                </a:lnTo>
                <a:lnTo>
                  <a:pt x="1474203" y="1187809"/>
                </a:lnTo>
                <a:lnTo>
                  <a:pt x="1474205" y="1187810"/>
                </a:lnTo>
                <a:lnTo>
                  <a:pt x="1474743" y="1188899"/>
                </a:lnTo>
                <a:lnTo>
                  <a:pt x="1477229" y="1190226"/>
                </a:lnTo>
                <a:lnTo>
                  <a:pt x="1474205" y="1187810"/>
                </a:lnTo>
                <a:lnTo>
                  <a:pt x="1474192" y="1187787"/>
                </a:lnTo>
                <a:lnTo>
                  <a:pt x="1461431" y="1159839"/>
                </a:lnTo>
                <a:lnTo>
                  <a:pt x="1470783" y="1158471"/>
                </a:lnTo>
                <a:cubicBezTo>
                  <a:pt x="1474574" y="1176596"/>
                  <a:pt x="1484435" y="1189367"/>
                  <a:pt x="1500366" y="1196785"/>
                </a:cubicBezTo>
                <a:lnTo>
                  <a:pt x="1500366" y="1199068"/>
                </a:lnTo>
                <a:lnTo>
                  <a:pt x="1512845" y="1200806"/>
                </a:lnTo>
                <a:cubicBezTo>
                  <a:pt x="1525191" y="1200806"/>
                  <a:pt x="1534882" y="1198046"/>
                  <a:pt x="1541917" y="1192528"/>
                </a:cubicBezTo>
                <a:cubicBezTo>
                  <a:pt x="1548953" y="1187008"/>
                  <a:pt x="1552471" y="1179627"/>
                  <a:pt x="1552470" y="1170382"/>
                </a:cubicBezTo>
                <a:lnTo>
                  <a:pt x="1551150" y="1162630"/>
                </a:lnTo>
                <a:lnTo>
                  <a:pt x="1548247" y="1163987"/>
                </a:lnTo>
                <a:cubicBezTo>
                  <a:pt x="1543090" y="1158606"/>
                  <a:pt x="1538091" y="1154810"/>
                  <a:pt x="1533253" y="1152599"/>
                </a:cubicBezTo>
                <a:cubicBezTo>
                  <a:pt x="1528414" y="1150387"/>
                  <a:pt x="1518853" y="1147605"/>
                  <a:pt x="1504568" y="1144252"/>
                </a:cubicBezTo>
                <a:cubicBezTo>
                  <a:pt x="1483330" y="1139337"/>
                  <a:pt x="1468848" y="1134976"/>
                  <a:pt x="1461123" y="1131167"/>
                </a:cubicBezTo>
                <a:cubicBezTo>
                  <a:pt x="1453399" y="1127359"/>
                  <a:pt x="1448735" y="1120709"/>
                  <a:pt x="1447130" y="1111216"/>
                </a:cubicBezTo>
                <a:lnTo>
                  <a:pt x="1456685" y="1114603"/>
                </a:lnTo>
                <a:lnTo>
                  <a:pt x="1449973" y="1110106"/>
                </a:lnTo>
                <a:cubicBezTo>
                  <a:pt x="1441212" y="1101239"/>
                  <a:pt x="1436831" y="1088952"/>
                  <a:pt x="1436831" y="1073246"/>
                </a:cubicBezTo>
                <a:cubicBezTo>
                  <a:pt x="1436830" y="1056987"/>
                  <a:pt x="1442663" y="1043796"/>
                  <a:pt x="1454326" y="1033674"/>
                </a:cubicBezTo>
                <a:cubicBezTo>
                  <a:pt x="1460157" y="1028613"/>
                  <a:pt x="1466835" y="1024818"/>
                  <a:pt x="1474358" y="1022287"/>
                </a:cubicBezTo>
                <a:close/>
                <a:moveTo>
                  <a:pt x="2221848" y="659816"/>
                </a:moveTo>
                <a:lnTo>
                  <a:pt x="2296795" y="659816"/>
                </a:lnTo>
                <a:lnTo>
                  <a:pt x="2276966" y="683386"/>
                </a:lnTo>
                <a:lnTo>
                  <a:pt x="2276965" y="780597"/>
                </a:lnTo>
                <a:lnTo>
                  <a:pt x="2277257" y="803058"/>
                </a:lnTo>
                <a:lnTo>
                  <a:pt x="2282812" y="820673"/>
                </a:lnTo>
                <a:lnTo>
                  <a:pt x="2283351" y="823976"/>
                </a:lnTo>
                <a:lnTo>
                  <a:pt x="2284125" y="824837"/>
                </a:lnTo>
                <a:lnTo>
                  <a:pt x="2285394" y="828863"/>
                </a:lnTo>
                <a:lnTo>
                  <a:pt x="2290055" y="831441"/>
                </a:lnTo>
                <a:lnTo>
                  <a:pt x="2284125" y="824837"/>
                </a:lnTo>
                <a:lnTo>
                  <a:pt x="2282812" y="820673"/>
                </a:lnTo>
                <a:lnTo>
                  <a:pt x="2278305" y="793082"/>
                </a:lnTo>
                <a:lnTo>
                  <a:pt x="2278305" y="682431"/>
                </a:lnTo>
                <a:lnTo>
                  <a:pt x="2298259" y="664632"/>
                </a:lnTo>
                <a:lnTo>
                  <a:pt x="2302876" y="671061"/>
                </a:lnTo>
                <a:lnTo>
                  <a:pt x="2288574" y="686323"/>
                </a:lnTo>
                <a:lnTo>
                  <a:pt x="2288574" y="790543"/>
                </a:lnTo>
                <a:lnTo>
                  <a:pt x="2288386" y="803119"/>
                </a:lnTo>
                <a:lnTo>
                  <a:pt x="2292776" y="821087"/>
                </a:lnTo>
                <a:cubicBezTo>
                  <a:pt x="2294670" y="824216"/>
                  <a:pt x="2298860" y="828514"/>
                  <a:pt x="2305343" y="833982"/>
                </a:cubicBezTo>
                <a:lnTo>
                  <a:pt x="2305559" y="836101"/>
                </a:lnTo>
                <a:lnTo>
                  <a:pt x="2313644" y="837070"/>
                </a:lnTo>
                <a:cubicBezTo>
                  <a:pt x="2328315" y="837070"/>
                  <a:pt x="2338162" y="834436"/>
                  <a:pt x="2343185" y="829168"/>
                </a:cubicBezTo>
                <a:cubicBezTo>
                  <a:pt x="2347947" y="819082"/>
                  <a:pt x="2350329" y="802046"/>
                  <a:pt x="2350328" y="778060"/>
                </a:cubicBezTo>
                <a:lnTo>
                  <a:pt x="2350910" y="685033"/>
                </a:lnTo>
                <a:lnTo>
                  <a:pt x="2328165" y="659816"/>
                </a:lnTo>
                <a:lnTo>
                  <a:pt x="2396400" y="659816"/>
                </a:lnTo>
                <a:lnTo>
                  <a:pt x="2370281" y="685012"/>
                </a:lnTo>
                <a:lnTo>
                  <a:pt x="2370281" y="777913"/>
                </a:lnTo>
                <a:cubicBezTo>
                  <a:pt x="2370280" y="795301"/>
                  <a:pt x="2369701" y="807930"/>
                  <a:pt x="2368540" y="815799"/>
                </a:cubicBezTo>
                <a:cubicBezTo>
                  <a:pt x="2367380" y="823668"/>
                  <a:pt x="2365189" y="828706"/>
                  <a:pt x="2361970" y="830912"/>
                </a:cubicBezTo>
                <a:cubicBezTo>
                  <a:pt x="2352668" y="847320"/>
                  <a:pt x="2335391" y="855525"/>
                  <a:pt x="2310140" y="855525"/>
                </a:cubicBezTo>
                <a:cubicBezTo>
                  <a:pt x="2283701" y="855525"/>
                  <a:pt x="2265136" y="848948"/>
                  <a:pt x="2254446" y="835796"/>
                </a:cubicBezTo>
                <a:cubicBezTo>
                  <a:pt x="2245944" y="825452"/>
                  <a:pt x="2241694" y="806012"/>
                  <a:pt x="2241693" y="777476"/>
                </a:cubicBezTo>
                <a:lnTo>
                  <a:pt x="2241693" y="681954"/>
                </a:lnTo>
                <a:close/>
                <a:moveTo>
                  <a:pt x="1415693" y="1028623"/>
                </a:moveTo>
                <a:lnTo>
                  <a:pt x="1420362" y="1035181"/>
                </a:lnTo>
                <a:lnTo>
                  <a:pt x="1400516" y="1052510"/>
                </a:lnTo>
                <a:lnTo>
                  <a:pt x="1400517" y="1141758"/>
                </a:lnTo>
                <a:cubicBezTo>
                  <a:pt x="1400516" y="1171863"/>
                  <a:pt x="1398053" y="1191694"/>
                  <a:pt x="1393126" y="1201250"/>
                </a:cubicBezTo>
                <a:cubicBezTo>
                  <a:pt x="1383049" y="1220599"/>
                  <a:pt x="1363519" y="1230274"/>
                  <a:pt x="1334534" y="1230274"/>
                </a:cubicBezTo>
                <a:cubicBezTo>
                  <a:pt x="1309753" y="1230274"/>
                  <a:pt x="1290774" y="1222287"/>
                  <a:pt x="1277598" y="1206313"/>
                </a:cubicBezTo>
                <a:lnTo>
                  <a:pt x="1283001" y="1207173"/>
                </a:lnTo>
                <a:lnTo>
                  <a:pt x="1289975" y="1211466"/>
                </a:lnTo>
                <a:cubicBezTo>
                  <a:pt x="1300427" y="1217456"/>
                  <a:pt x="1314755" y="1220451"/>
                  <a:pt x="1332960" y="1220451"/>
                </a:cubicBezTo>
                <a:cubicBezTo>
                  <a:pt x="1358604" y="1220451"/>
                  <a:pt x="1375415" y="1213962"/>
                  <a:pt x="1383392" y="1200983"/>
                </a:cubicBezTo>
                <a:cubicBezTo>
                  <a:pt x="1388061" y="1189307"/>
                  <a:pt x="1390397" y="1169906"/>
                  <a:pt x="1390396" y="1142780"/>
                </a:cubicBezTo>
                <a:lnTo>
                  <a:pt x="1390396" y="1048006"/>
                </a:lnTo>
                <a:close/>
                <a:moveTo>
                  <a:pt x="619125" y="1383716"/>
                </a:moveTo>
                <a:lnTo>
                  <a:pt x="800900" y="1383715"/>
                </a:lnTo>
                <a:cubicBezTo>
                  <a:pt x="799779" y="1388267"/>
                  <a:pt x="799126" y="1390737"/>
                  <a:pt x="798942" y="1391127"/>
                </a:cubicBezTo>
                <a:lnTo>
                  <a:pt x="789226" y="1407826"/>
                </a:lnTo>
                <a:cubicBezTo>
                  <a:pt x="785693" y="1414585"/>
                  <a:pt x="782511" y="1422491"/>
                  <a:pt x="779680" y="1431543"/>
                </a:cubicBezTo>
                <a:lnTo>
                  <a:pt x="777783" y="1434594"/>
                </a:lnTo>
                <a:lnTo>
                  <a:pt x="772188" y="1432390"/>
                </a:lnTo>
                <a:lnTo>
                  <a:pt x="771623" y="1429931"/>
                </a:lnTo>
                <a:lnTo>
                  <a:pt x="768290" y="1420580"/>
                </a:lnTo>
                <a:lnTo>
                  <a:pt x="756117" y="1416077"/>
                </a:lnTo>
                <a:cubicBezTo>
                  <a:pt x="751219" y="1414842"/>
                  <a:pt x="746426" y="1414225"/>
                  <a:pt x="741738" y="1414226"/>
                </a:cubicBezTo>
                <a:cubicBezTo>
                  <a:pt x="739794" y="1414225"/>
                  <a:pt x="738501" y="1414273"/>
                  <a:pt x="737859" y="1414368"/>
                </a:cubicBezTo>
                <a:lnTo>
                  <a:pt x="738441" y="1557470"/>
                </a:lnTo>
                <a:lnTo>
                  <a:pt x="761644" y="1588801"/>
                </a:lnTo>
                <a:lnTo>
                  <a:pt x="682563" y="1588801"/>
                </a:lnTo>
                <a:lnTo>
                  <a:pt x="677619" y="1578979"/>
                </a:lnTo>
                <a:lnTo>
                  <a:pt x="747517" y="1578978"/>
                </a:lnTo>
                <a:lnTo>
                  <a:pt x="739044" y="1571114"/>
                </a:lnTo>
                <a:lnTo>
                  <a:pt x="743991" y="1576895"/>
                </a:lnTo>
                <a:lnTo>
                  <a:pt x="671220" y="1576895"/>
                </a:lnTo>
                <a:lnTo>
                  <a:pt x="691648" y="1555424"/>
                </a:lnTo>
                <a:lnTo>
                  <a:pt x="691648" y="1414572"/>
                </a:lnTo>
                <a:lnTo>
                  <a:pt x="684265" y="1414523"/>
                </a:lnTo>
                <a:cubicBezTo>
                  <a:pt x="675076" y="1414523"/>
                  <a:pt x="668657" y="1416219"/>
                  <a:pt x="665007" y="1419610"/>
                </a:cubicBezTo>
                <a:cubicBezTo>
                  <a:pt x="661357" y="1423002"/>
                  <a:pt x="659100" y="1430186"/>
                  <a:pt x="658236" y="1441163"/>
                </a:cubicBezTo>
                <a:lnTo>
                  <a:pt x="648602" y="1441163"/>
                </a:lnTo>
                <a:cubicBezTo>
                  <a:pt x="649743" y="1426876"/>
                  <a:pt x="653009" y="1417227"/>
                  <a:pt x="658399" y="1412216"/>
                </a:cubicBezTo>
                <a:cubicBezTo>
                  <a:pt x="663789" y="1407206"/>
                  <a:pt x="671472" y="1404701"/>
                  <a:pt x="681444" y="1404701"/>
                </a:cubicBezTo>
                <a:lnTo>
                  <a:pt x="693044" y="1404865"/>
                </a:lnTo>
                <a:lnTo>
                  <a:pt x="691648" y="1404842"/>
                </a:lnTo>
                <a:lnTo>
                  <a:pt x="691648" y="1403336"/>
                </a:lnTo>
                <a:cubicBezTo>
                  <a:pt x="688422" y="1402956"/>
                  <a:pt x="684696" y="1402766"/>
                  <a:pt x="680469" y="1402766"/>
                </a:cubicBezTo>
                <a:cubicBezTo>
                  <a:pt x="668783" y="1402766"/>
                  <a:pt x="660456" y="1405056"/>
                  <a:pt x="655485" y="1409635"/>
                </a:cubicBezTo>
                <a:cubicBezTo>
                  <a:pt x="650515" y="1414215"/>
                  <a:pt x="647714" y="1423118"/>
                  <a:pt x="647081" y="1436345"/>
                </a:cubicBezTo>
                <a:lnTo>
                  <a:pt x="640149" y="1436345"/>
                </a:lnTo>
                <a:cubicBezTo>
                  <a:pt x="635570" y="1421546"/>
                  <a:pt x="628943" y="1405910"/>
                  <a:pt x="620271" y="1389437"/>
                </a:cubicBezTo>
                <a:close/>
                <a:moveTo>
                  <a:pt x="505622" y="1436517"/>
                </a:moveTo>
                <a:lnTo>
                  <a:pt x="492679" y="1475261"/>
                </a:lnTo>
                <a:cubicBezTo>
                  <a:pt x="493246" y="1475602"/>
                  <a:pt x="493580" y="1475874"/>
                  <a:pt x="493679" y="1476075"/>
                </a:cubicBezTo>
                <a:lnTo>
                  <a:pt x="497795" y="1481347"/>
                </a:lnTo>
                <a:cubicBezTo>
                  <a:pt x="499952" y="1483482"/>
                  <a:pt x="502201" y="1486023"/>
                  <a:pt x="504542" y="1488972"/>
                </a:cubicBezTo>
                <a:lnTo>
                  <a:pt x="511776" y="1498950"/>
                </a:lnTo>
                <a:lnTo>
                  <a:pt x="522619" y="1486403"/>
                </a:lnTo>
                <a:close/>
                <a:moveTo>
                  <a:pt x="2087434" y="681568"/>
                </a:moveTo>
                <a:cubicBezTo>
                  <a:pt x="2070119" y="692034"/>
                  <a:pt x="2061462" y="718198"/>
                  <a:pt x="2061462" y="760061"/>
                </a:cubicBezTo>
                <a:cubicBezTo>
                  <a:pt x="2061462" y="779351"/>
                  <a:pt x="2063592" y="795023"/>
                  <a:pt x="2067852" y="807079"/>
                </a:cubicBezTo>
                <a:lnTo>
                  <a:pt x="2074751" y="816188"/>
                </a:lnTo>
                <a:lnTo>
                  <a:pt x="2080495" y="826159"/>
                </a:lnTo>
                <a:lnTo>
                  <a:pt x="2085859" y="830858"/>
                </a:lnTo>
                <a:lnTo>
                  <a:pt x="2087024" y="832397"/>
                </a:lnTo>
                <a:lnTo>
                  <a:pt x="2088093" y="832815"/>
                </a:lnTo>
                <a:lnTo>
                  <a:pt x="2085859" y="830858"/>
                </a:lnTo>
                <a:lnTo>
                  <a:pt x="2074751" y="816188"/>
                </a:lnTo>
                <a:lnTo>
                  <a:pt x="2071300" y="810199"/>
                </a:lnTo>
                <a:cubicBezTo>
                  <a:pt x="2067024" y="798549"/>
                  <a:pt x="2064886" y="782910"/>
                  <a:pt x="2064886" y="763284"/>
                </a:cubicBezTo>
                <a:cubicBezTo>
                  <a:pt x="2064885" y="707303"/>
                  <a:pt x="2080068" y="679312"/>
                  <a:pt x="2110434" y="679312"/>
                </a:cubicBezTo>
                <a:lnTo>
                  <a:pt x="2115223" y="680549"/>
                </a:lnTo>
                <a:lnTo>
                  <a:pt x="2136487" y="692354"/>
                </a:lnTo>
                <a:lnTo>
                  <a:pt x="2141988" y="698313"/>
                </a:lnTo>
                <a:lnTo>
                  <a:pt x="2135398" y="696744"/>
                </a:lnTo>
                <a:cubicBezTo>
                  <a:pt x="2126166" y="691572"/>
                  <a:pt x="2117933" y="688986"/>
                  <a:pt x="2110701" y="688986"/>
                </a:cubicBezTo>
                <a:cubicBezTo>
                  <a:pt x="2087202" y="688986"/>
                  <a:pt x="2075452" y="713157"/>
                  <a:pt x="2075452" y="761498"/>
                </a:cubicBezTo>
                <a:cubicBezTo>
                  <a:pt x="2075452" y="797350"/>
                  <a:pt x="2083380" y="821599"/>
                  <a:pt x="2099232" y="834244"/>
                </a:cubicBezTo>
                <a:lnTo>
                  <a:pt x="2097646" y="836171"/>
                </a:lnTo>
                <a:lnTo>
                  <a:pt x="2106906" y="837218"/>
                </a:lnTo>
                <a:cubicBezTo>
                  <a:pt x="2120809" y="837219"/>
                  <a:pt x="2131495" y="830506"/>
                  <a:pt x="2138962" y="817082"/>
                </a:cubicBezTo>
                <a:cubicBezTo>
                  <a:pt x="2146430" y="803657"/>
                  <a:pt x="2150164" y="783580"/>
                  <a:pt x="2150164" y="756849"/>
                </a:cubicBezTo>
                <a:cubicBezTo>
                  <a:pt x="2150164" y="726610"/>
                  <a:pt x="2147381" y="706097"/>
                  <a:pt x="2141815" y="695311"/>
                </a:cubicBezTo>
                <a:lnTo>
                  <a:pt x="2136487" y="692354"/>
                </a:lnTo>
                <a:lnTo>
                  <a:pt x="2128835" y="684063"/>
                </a:lnTo>
                <a:lnTo>
                  <a:pt x="2115223" y="680549"/>
                </a:lnTo>
                <a:lnTo>
                  <a:pt x="2107634" y="676336"/>
                </a:lnTo>
                <a:cubicBezTo>
                  <a:pt x="2099939" y="676336"/>
                  <a:pt x="2093205" y="678080"/>
                  <a:pt x="2087434" y="681568"/>
                </a:cubicBezTo>
                <a:close/>
                <a:moveTo>
                  <a:pt x="499009" y="1419588"/>
                </a:moveTo>
                <a:lnTo>
                  <a:pt x="478961" y="1477234"/>
                </a:lnTo>
                <a:cubicBezTo>
                  <a:pt x="485886" y="1484058"/>
                  <a:pt x="492046" y="1491198"/>
                  <a:pt x="497441" y="1498653"/>
                </a:cubicBezTo>
                <a:lnTo>
                  <a:pt x="503328" y="1506845"/>
                </a:lnTo>
                <a:lnTo>
                  <a:pt x="504048" y="1505971"/>
                </a:lnTo>
                <a:cubicBezTo>
                  <a:pt x="504374" y="1505537"/>
                  <a:pt x="504776" y="1505336"/>
                  <a:pt x="505255" y="1505367"/>
                </a:cubicBezTo>
                <a:cubicBezTo>
                  <a:pt x="498891" y="1496328"/>
                  <a:pt x="490962" y="1487208"/>
                  <a:pt x="481468" y="1478005"/>
                </a:cubicBezTo>
                <a:lnTo>
                  <a:pt x="500146" y="1427890"/>
                </a:lnTo>
                <a:close/>
                <a:moveTo>
                  <a:pt x="1104095" y="1124103"/>
                </a:moveTo>
                <a:lnTo>
                  <a:pt x="1112490" y="1128373"/>
                </a:lnTo>
                <a:lnTo>
                  <a:pt x="1135982" y="1134208"/>
                </a:lnTo>
                <a:cubicBezTo>
                  <a:pt x="1152205" y="1138264"/>
                  <a:pt x="1163194" y="1141847"/>
                  <a:pt x="1168945" y="1144960"/>
                </a:cubicBezTo>
                <a:lnTo>
                  <a:pt x="1174896" y="1150161"/>
                </a:lnTo>
                <a:lnTo>
                  <a:pt x="1171056" y="1144188"/>
                </a:lnTo>
                <a:cubicBezTo>
                  <a:pt x="1160424" y="1138622"/>
                  <a:pt x="1143431" y="1133550"/>
                  <a:pt x="1120078" y="1128973"/>
                </a:cubicBezTo>
                <a:close/>
                <a:moveTo>
                  <a:pt x="2073134" y="664610"/>
                </a:moveTo>
                <a:cubicBezTo>
                  <a:pt x="2083324" y="660124"/>
                  <a:pt x="2094828" y="657881"/>
                  <a:pt x="2107646" y="657881"/>
                </a:cubicBezTo>
                <a:cubicBezTo>
                  <a:pt x="2119974" y="657881"/>
                  <a:pt x="2131057" y="660202"/>
                  <a:pt x="2140895" y="664845"/>
                </a:cubicBezTo>
                <a:lnTo>
                  <a:pt x="2151208" y="671340"/>
                </a:lnTo>
                <a:lnTo>
                  <a:pt x="2151208" y="665362"/>
                </a:lnTo>
                <a:cubicBezTo>
                  <a:pt x="2168681" y="672627"/>
                  <a:pt x="2181583" y="684636"/>
                  <a:pt x="2189910" y="701392"/>
                </a:cubicBezTo>
                <a:cubicBezTo>
                  <a:pt x="2198238" y="718148"/>
                  <a:pt x="2202403" y="737382"/>
                  <a:pt x="2202402" y="759096"/>
                </a:cubicBezTo>
                <a:cubicBezTo>
                  <a:pt x="2202403" y="791098"/>
                  <a:pt x="2194180" y="817056"/>
                  <a:pt x="2177735" y="836968"/>
                </a:cubicBezTo>
                <a:cubicBezTo>
                  <a:pt x="2161291" y="856880"/>
                  <a:pt x="2139627" y="866836"/>
                  <a:pt x="2112743" y="866836"/>
                </a:cubicBezTo>
                <a:cubicBezTo>
                  <a:pt x="2095482" y="866836"/>
                  <a:pt x="2079022" y="860740"/>
                  <a:pt x="2063362" y="848549"/>
                </a:cubicBezTo>
                <a:lnTo>
                  <a:pt x="2063363" y="843341"/>
                </a:lnTo>
                <a:cubicBezTo>
                  <a:pt x="2078109" y="852258"/>
                  <a:pt x="2094237" y="856715"/>
                  <a:pt x="2111748" y="856715"/>
                </a:cubicBezTo>
                <a:cubicBezTo>
                  <a:pt x="2135268" y="856715"/>
                  <a:pt x="2154594" y="847834"/>
                  <a:pt x="2169729" y="830073"/>
                </a:cubicBezTo>
                <a:cubicBezTo>
                  <a:pt x="2184864" y="812311"/>
                  <a:pt x="2192432" y="789489"/>
                  <a:pt x="2192431" y="761607"/>
                </a:cubicBezTo>
                <a:cubicBezTo>
                  <a:pt x="2192431" y="740788"/>
                  <a:pt x="2188947" y="722618"/>
                  <a:pt x="2181979" y="707095"/>
                </a:cubicBezTo>
                <a:cubicBezTo>
                  <a:pt x="2178496" y="699334"/>
                  <a:pt x="2174190" y="692499"/>
                  <a:pt x="2169060" y="686589"/>
                </a:cubicBezTo>
                <a:lnTo>
                  <a:pt x="2160358" y="679301"/>
                </a:lnTo>
                <a:lnTo>
                  <a:pt x="2166671" y="685737"/>
                </a:lnTo>
                <a:cubicBezTo>
                  <a:pt x="2181364" y="704309"/>
                  <a:pt x="2188710" y="728887"/>
                  <a:pt x="2188710" y="759473"/>
                </a:cubicBezTo>
                <a:cubicBezTo>
                  <a:pt x="2188711" y="788455"/>
                  <a:pt x="2181459" y="811685"/>
                  <a:pt x="2166956" y="829161"/>
                </a:cubicBezTo>
                <a:cubicBezTo>
                  <a:pt x="2152453" y="846638"/>
                  <a:pt x="2132926" y="855376"/>
                  <a:pt x="2108373" y="855376"/>
                </a:cubicBezTo>
                <a:cubicBezTo>
                  <a:pt x="2089048" y="855376"/>
                  <a:pt x="2071870" y="849227"/>
                  <a:pt x="2056842" y="836928"/>
                </a:cubicBezTo>
                <a:cubicBezTo>
                  <a:pt x="2034820" y="818836"/>
                  <a:pt x="2023809" y="792142"/>
                  <a:pt x="2023808" y="756847"/>
                </a:cubicBezTo>
                <a:cubicBezTo>
                  <a:pt x="2023809" y="726758"/>
                  <a:pt x="2031373" y="702741"/>
                  <a:pt x="2046502" y="684797"/>
                </a:cubicBezTo>
                <a:cubicBezTo>
                  <a:pt x="2054067" y="675825"/>
                  <a:pt x="2062944" y="669096"/>
                  <a:pt x="2073134" y="664610"/>
                </a:cubicBezTo>
                <a:close/>
                <a:moveTo>
                  <a:pt x="261832" y="1489064"/>
                </a:moveTo>
                <a:lnTo>
                  <a:pt x="261833" y="1556875"/>
                </a:lnTo>
                <a:lnTo>
                  <a:pt x="263619" y="1558794"/>
                </a:lnTo>
                <a:lnTo>
                  <a:pt x="263619" y="1490102"/>
                </a:lnTo>
                <a:lnTo>
                  <a:pt x="271027" y="1490426"/>
                </a:lnTo>
                <a:cubicBezTo>
                  <a:pt x="283456" y="1491318"/>
                  <a:pt x="292695" y="1491765"/>
                  <a:pt x="298744" y="1491765"/>
                </a:cubicBezTo>
                <a:cubicBezTo>
                  <a:pt x="307763" y="1491765"/>
                  <a:pt x="314905" y="1490824"/>
                  <a:pt x="320173" y="1488942"/>
                </a:cubicBezTo>
                <a:lnTo>
                  <a:pt x="320173" y="1488758"/>
                </a:lnTo>
                <a:cubicBezTo>
                  <a:pt x="313291" y="1490167"/>
                  <a:pt x="303616" y="1490872"/>
                  <a:pt x="291147" y="1490872"/>
                </a:cubicBezTo>
                <a:cubicBezTo>
                  <a:pt x="284403" y="1490872"/>
                  <a:pt x="279344" y="1490703"/>
                  <a:pt x="275969" y="1490365"/>
                </a:cubicBezTo>
                <a:close/>
                <a:moveTo>
                  <a:pt x="471401" y="1383716"/>
                </a:moveTo>
                <a:lnTo>
                  <a:pt x="544771" y="1383716"/>
                </a:lnTo>
                <a:lnTo>
                  <a:pt x="529595" y="1404584"/>
                </a:lnTo>
                <a:lnTo>
                  <a:pt x="552047" y="1464567"/>
                </a:lnTo>
                <a:lnTo>
                  <a:pt x="553261" y="1462972"/>
                </a:lnTo>
                <a:lnTo>
                  <a:pt x="531665" y="1406235"/>
                </a:lnTo>
                <a:lnTo>
                  <a:pt x="549259" y="1386051"/>
                </a:lnTo>
                <a:lnTo>
                  <a:pt x="557028" y="1389541"/>
                </a:lnTo>
                <a:lnTo>
                  <a:pt x="542292" y="1408326"/>
                </a:lnTo>
                <a:lnTo>
                  <a:pt x="560482" y="1457630"/>
                </a:lnTo>
                <a:lnTo>
                  <a:pt x="563919" y="1454714"/>
                </a:lnTo>
                <a:cubicBezTo>
                  <a:pt x="567114" y="1452157"/>
                  <a:pt x="570351" y="1450091"/>
                  <a:pt x="573630" y="1448514"/>
                </a:cubicBezTo>
                <a:cubicBezTo>
                  <a:pt x="577045" y="1460954"/>
                  <a:pt x="581434" y="1472861"/>
                  <a:pt x="586796" y="1484235"/>
                </a:cubicBezTo>
                <a:cubicBezTo>
                  <a:pt x="581709" y="1483996"/>
                  <a:pt x="578624" y="1483877"/>
                  <a:pt x="577544" y="1483877"/>
                </a:cubicBezTo>
                <a:cubicBezTo>
                  <a:pt x="568981" y="1483877"/>
                  <a:pt x="563262" y="1484736"/>
                  <a:pt x="560387" y="1486454"/>
                </a:cubicBezTo>
                <a:lnTo>
                  <a:pt x="586341" y="1555257"/>
                </a:lnTo>
                <a:lnTo>
                  <a:pt x="587751" y="1556622"/>
                </a:lnTo>
                <a:lnTo>
                  <a:pt x="562747" y="1488039"/>
                </a:lnTo>
                <a:cubicBezTo>
                  <a:pt x="567816" y="1486455"/>
                  <a:pt x="572603" y="1485663"/>
                  <a:pt x="577106" y="1485663"/>
                </a:cubicBezTo>
                <a:lnTo>
                  <a:pt x="589711" y="1486857"/>
                </a:lnTo>
                <a:lnTo>
                  <a:pt x="577339" y="1452746"/>
                </a:lnTo>
                <a:lnTo>
                  <a:pt x="587594" y="1456684"/>
                </a:lnTo>
                <a:cubicBezTo>
                  <a:pt x="589878" y="1466024"/>
                  <a:pt x="595352" y="1479635"/>
                  <a:pt x="604016" y="1497516"/>
                </a:cubicBezTo>
                <a:cubicBezTo>
                  <a:pt x="599513" y="1497226"/>
                  <a:pt x="597162" y="1497081"/>
                  <a:pt x="596963" y="1497081"/>
                </a:cubicBezTo>
                <a:lnTo>
                  <a:pt x="585143" y="1496063"/>
                </a:lnTo>
                <a:lnTo>
                  <a:pt x="574004" y="1495354"/>
                </a:lnTo>
                <a:lnTo>
                  <a:pt x="597812" y="1555408"/>
                </a:lnTo>
                <a:lnTo>
                  <a:pt x="630866" y="1588801"/>
                </a:lnTo>
                <a:lnTo>
                  <a:pt x="541655" y="1588801"/>
                </a:lnTo>
                <a:lnTo>
                  <a:pt x="537502" y="1578978"/>
                </a:lnTo>
                <a:lnTo>
                  <a:pt x="614988" y="1578978"/>
                </a:lnTo>
                <a:lnTo>
                  <a:pt x="599119" y="1567631"/>
                </a:lnTo>
                <a:lnTo>
                  <a:pt x="608686" y="1576895"/>
                </a:lnTo>
                <a:lnTo>
                  <a:pt x="528893" y="1576895"/>
                </a:lnTo>
                <a:lnTo>
                  <a:pt x="549031" y="1556091"/>
                </a:lnTo>
                <a:lnTo>
                  <a:pt x="534695" y="1517359"/>
                </a:lnTo>
                <a:cubicBezTo>
                  <a:pt x="526418" y="1527383"/>
                  <a:pt x="519081" y="1537647"/>
                  <a:pt x="512682" y="1548150"/>
                </a:cubicBezTo>
                <a:lnTo>
                  <a:pt x="504816" y="1546183"/>
                </a:lnTo>
                <a:lnTo>
                  <a:pt x="531534" y="1510047"/>
                </a:lnTo>
                <a:lnTo>
                  <a:pt x="530721" y="1507436"/>
                </a:lnTo>
                <a:cubicBezTo>
                  <a:pt x="521495" y="1516397"/>
                  <a:pt x="512322" y="1527585"/>
                  <a:pt x="503202" y="1540999"/>
                </a:cubicBezTo>
                <a:lnTo>
                  <a:pt x="497939" y="1535371"/>
                </a:lnTo>
                <a:lnTo>
                  <a:pt x="479773" y="1509486"/>
                </a:lnTo>
                <a:lnTo>
                  <a:pt x="473649" y="1528110"/>
                </a:lnTo>
                <a:cubicBezTo>
                  <a:pt x="472138" y="1534371"/>
                  <a:pt x="471383" y="1539999"/>
                  <a:pt x="471382" y="1544997"/>
                </a:cubicBezTo>
                <a:cubicBezTo>
                  <a:pt x="471383" y="1550710"/>
                  <a:pt x="472362" y="1555534"/>
                  <a:pt x="474321" y="1559469"/>
                </a:cubicBezTo>
                <a:cubicBezTo>
                  <a:pt x="476279" y="1563404"/>
                  <a:pt x="481183" y="1570216"/>
                  <a:pt x="489030" y="1579904"/>
                </a:cubicBezTo>
                <a:cubicBezTo>
                  <a:pt x="489733" y="1580795"/>
                  <a:pt x="491046" y="1583761"/>
                  <a:pt x="492969" y="1588801"/>
                </a:cubicBezTo>
                <a:lnTo>
                  <a:pt x="409505" y="1588801"/>
                </a:lnTo>
                <a:lnTo>
                  <a:pt x="405152" y="1578978"/>
                </a:lnTo>
                <a:lnTo>
                  <a:pt x="476189" y="1578978"/>
                </a:lnTo>
                <a:lnTo>
                  <a:pt x="474586" y="1576895"/>
                </a:lnTo>
                <a:lnTo>
                  <a:pt x="397564" y="1576895"/>
                </a:lnTo>
                <a:cubicBezTo>
                  <a:pt x="412057" y="1566219"/>
                  <a:pt x="423254" y="1554968"/>
                  <a:pt x="431155" y="1543141"/>
                </a:cubicBezTo>
                <a:cubicBezTo>
                  <a:pt x="437080" y="1534270"/>
                  <a:pt x="443063" y="1521470"/>
                  <a:pt x="449103" y="1504740"/>
                </a:cubicBezTo>
                <a:lnTo>
                  <a:pt x="454918" y="1487429"/>
                </a:lnTo>
                <a:lnTo>
                  <a:pt x="433022" y="1480968"/>
                </a:lnTo>
                <a:cubicBezTo>
                  <a:pt x="438561" y="1470434"/>
                  <a:pt x="443238" y="1460297"/>
                  <a:pt x="447051" y="1450558"/>
                </a:cubicBezTo>
                <a:cubicBezTo>
                  <a:pt x="450747" y="1452397"/>
                  <a:pt x="452980" y="1453692"/>
                  <a:pt x="453748" y="1454444"/>
                </a:cubicBezTo>
                <a:lnTo>
                  <a:pt x="460576" y="1461693"/>
                </a:lnTo>
                <a:cubicBezTo>
                  <a:pt x="462201" y="1462647"/>
                  <a:pt x="463385" y="1463946"/>
                  <a:pt x="464127" y="1465588"/>
                </a:cubicBezTo>
                <a:lnTo>
                  <a:pt x="465125" y="1463046"/>
                </a:lnTo>
                <a:lnTo>
                  <a:pt x="463697" y="1462386"/>
                </a:lnTo>
                <a:cubicBezTo>
                  <a:pt x="459127" y="1458365"/>
                  <a:pt x="455306" y="1455135"/>
                  <a:pt x="452235" y="1452696"/>
                </a:cubicBezTo>
                <a:lnTo>
                  <a:pt x="449805" y="1449921"/>
                </a:lnTo>
                <a:lnTo>
                  <a:pt x="454402" y="1443115"/>
                </a:lnTo>
                <a:cubicBezTo>
                  <a:pt x="461272" y="1446925"/>
                  <a:pt x="466049" y="1450865"/>
                  <a:pt x="468734" y="1454934"/>
                </a:cubicBezTo>
                <a:lnTo>
                  <a:pt x="486868" y="1404024"/>
                </a:lnTo>
                <a:close/>
                <a:moveTo>
                  <a:pt x="1240773" y="1021766"/>
                </a:moveTo>
                <a:lnTo>
                  <a:pt x="1315719" y="1021766"/>
                </a:lnTo>
                <a:lnTo>
                  <a:pt x="1295891" y="1045336"/>
                </a:lnTo>
                <a:lnTo>
                  <a:pt x="1295890" y="1142547"/>
                </a:lnTo>
                <a:lnTo>
                  <a:pt x="1296181" y="1165008"/>
                </a:lnTo>
                <a:lnTo>
                  <a:pt x="1301736" y="1182622"/>
                </a:lnTo>
                <a:lnTo>
                  <a:pt x="1302276" y="1185925"/>
                </a:lnTo>
                <a:lnTo>
                  <a:pt x="1303050" y="1186788"/>
                </a:lnTo>
                <a:lnTo>
                  <a:pt x="1304319" y="1190813"/>
                </a:lnTo>
                <a:lnTo>
                  <a:pt x="1308980" y="1193391"/>
                </a:lnTo>
                <a:lnTo>
                  <a:pt x="1303050" y="1186788"/>
                </a:lnTo>
                <a:lnTo>
                  <a:pt x="1301736" y="1182622"/>
                </a:lnTo>
                <a:lnTo>
                  <a:pt x="1297230" y="1155032"/>
                </a:lnTo>
                <a:lnTo>
                  <a:pt x="1297230" y="1044380"/>
                </a:lnTo>
                <a:lnTo>
                  <a:pt x="1317184" y="1026582"/>
                </a:lnTo>
                <a:lnTo>
                  <a:pt x="1321800" y="1033012"/>
                </a:lnTo>
                <a:lnTo>
                  <a:pt x="1307499" y="1048274"/>
                </a:lnTo>
                <a:lnTo>
                  <a:pt x="1307499" y="1152492"/>
                </a:lnTo>
                <a:lnTo>
                  <a:pt x="1307311" y="1165069"/>
                </a:lnTo>
                <a:lnTo>
                  <a:pt x="1311701" y="1183038"/>
                </a:lnTo>
                <a:cubicBezTo>
                  <a:pt x="1313596" y="1186165"/>
                  <a:pt x="1317785" y="1190464"/>
                  <a:pt x="1324268" y="1195932"/>
                </a:cubicBezTo>
                <a:lnTo>
                  <a:pt x="1324484" y="1198051"/>
                </a:lnTo>
                <a:lnTo>
                  <a:pt x="1332569" y="1199020"/>
                </a:lnTo>
                <a:cubicBezTo>
                  <a:pt x="1347240" y="1199020"/>
                  <a:pt x="1357087" y="1196386"/>
                  <a:pt x="1362110" y="1191118"/>
                </a:cubicBezTo>
                <a:cubicBezTo>
                  <a:pt x="1366872" y="1181032"/>
                  <a:pt x="1369254" y="1163996"/>
                  <a:pt x="1369253" y="1140010"/>
                </a:cubicBezTo>
                <a:lnTo>
                  <a:pt x="1369835" y="1046983"/>
                </a:lnTo>
                <a:lnTo>
                  <a:pt x="1347090" y="1021766"/>
                </a:lnTo>
                <a:lnTo>
                  <a:pt x="1415325" y="1021766"/>
                </a:lnTo>
                <a:lnTo>
                  <a:pt x="1389206" y="1046962"/>
                </a:lnTo>
                <a:lnTo>
                  <a:pt x="1389206" y="1139863"/>
                </a:lnTo>
                <a:cubicBezTo>
                  <a:pt x="1389205" y="1157252"/>
                  <a:pt x="1388626" y="1169880"/>
                  <a:pt x="1387465" y="1177749"/>
                </a:cubicBezTo>
                <a:cubicBezTo>
                  <a:pt x="1386305" y="1185619"/>
                  <a:pt x="1384114" y="1190656"/>
                  <a:pt x="1380895" y="1192862"/>
                </a:cubicBezTo>
                <a:cubicBezTo>
                  <a:pt x="1371593" y="1209271"/>
                  <a:pt x="1354317" y="1217475"/>
                  <a:pt x="1329065" y="1217475"/>
                </a:cubicBezTo>
                <a:cubicBezTo>
                  <a:pt x="1302626" y="1217475"/>
                  <a:pt x="1284061" y="1210898"/>
                  <a:pt x="1273371" y="1197746"/>
                </a:cubicBezTo>
                <a:cubicBezTo>
                  <a:pt x="1264869" y="1187402"/>
                  <a:pt x="1260619" y="1167962"/>
                  <a:pt x="1260618" y="1139426"/>
                </a:cubicBezTo>
                <a:lnTo>
                  <a:pt x="1260618" y="1043904"/>
                </a:lnTo>
                <a:close/>
                <a:moveTo>
                  <a:pt x="1204928" y="1027554"/>
                </a:moveTo>
                <a:lnTo>
                  <a:pt x="1212942" y="1031230"/>
                </a:lnTo>
                <a:lnTo>
                  <a:pt x="1211628" y="1031645"/>
                </a:lnTo>
                <a:cubicBezTo>
                  <a:pt x="1207400" y="1041284"/>
                  <a:pt x="1203995" y="1048549"/>
                  <a:pt x="1201413" y="1053440"/>
                </a:cubicBezTo>
                <a:cubicBezTo>
                  <a:pt x="1194374" y="1068956"/>
                  <a:pt x="1190333" y="1077699"/>
                  <a:pt x="1189290" y="1079671"/>
                </a:cubicBezTo>
                <a:lnTo>
                  <a:pt x="1187155" y="1081892"/>
                </a:lnTo>
                <a:lnTo>
                  <a:pt x="1179551" y="1079067"/>
                </a:lnTo>
                <a:lnTo>
                  <a:pt x="1180368" y="1074974"/>
                </a:lnTo>
                <a:cubicBezTo>
                  <a:pt x="1183200" y="1068515"/>
                  <a:pt x="1187316" y="1060073"/>
                  <a:pt x="1192718" y="1049646"/>
                </a:cubicBezTo>
                <a:lnTo>
                  <a:pt x="1202747" y="1030142"/>
                </a:lnTo>
                <a:close/>
                <a:moveTo>
                  <a:pt x="2029911" y="617207"/>
                </a:moveTo>
                <a:lnTo>
                  <a:pt x="2029911" y="627376"/>
                </a:lnTo>
                <a:lnTo>
                  <a:pt x="2027525" y="629766"/>
                </a:lnTo>
                <a:cubicBezTo>
                  <a:pt x="2019469" y="637442"/>
                  <a:pt x="2012552" y="645104"/>
                  <a:pt x="2006773" y="652751"/>
                </a:cubicBezTo>
                <a:cubicBezTo>
                  <a:pt x="2000993" y="660399"/>
                  <a:pt x="1992307" y="673435"/>
                  <a:pt x="1980714" y="691860"/>
                </a:cubicBezTo>
                <a:lnTo>
                  <a:pt x="1928410" y="774271"/>
                </a:lnTo>
                <a:lnTo>
                  <a:pt x="1928410" y="829642"/>
                </a:lnTo>
                <a:lnTo>
                  <a:pt x="1954369" y="864901"/>
                </a:lnTo>
                <a:lnTo>
                  <a:pt x="1858016" y="864901"/>
                </a:lnTo>
                <a:lnTo>
                  <a:pt x="1855254" y="855078"/>
                </a:lnTo>
                <a:lnTo>
                  <a:pt x="1940537" y="855078"/>
                </a:lnTo>
                <a:lnTo>
                  <a:pt x="1918439" y="831717"/>
                </a:lnTo>
                <a:lnTo>
                  <a:pt x="1918438" y="771470"/>
                </a:lnTo>
                <a:lnTo>
                  <a:pt x="1972635" y="685877"/>
                </a:lnTo>
                <a:lnTo>
                  <a:pt x="1986771" y="671054"/>
                </a:lnTo>
                <a:cubicBezTo>
                  <a:pt x="1998201" y="647732"/>
                  <a:pt x="2012580" y="629783"/>
                  <a:pt x="2029911" y="617207"/>
                </a:cubicBezTo>
                <a:close/>
                <a:moveTo>
                  <a:pt x="1106748" y="1043791"/>
                </a:moveTo>
                <a:cubicBezTo>
                  <a:pt x="1100485" y="1049049"/>
                  <a:pt x="1097353" y="1055597"/>
                  <a:pt x="1097354" y="1063436"/>
                </a:cubicBezTo>
                <a:lnTo>
                  <a:pt x="1105126" y="1080330"/>
                </a:lnTo>
                <a:lnTo>
                  <a:pt x="1100033" y="1066298"/>
                </a:lnTo>
                <a:cubicBezTo>
                  <a:pt x="1100033" y="1057790"/>
                  <a:pt x="1103061" y="1050886"/>
                  <a:pt x="1109116" y="1045586"/>
                </a:cubicBezTo>
                <a:cubicBezTo>
                  <a:pt x="1115172" y="1040287"/>
                  <a:pt x="1122960" y="1037637"/>
                  <a:pt x="1132482" y="1037637"/>
                </a:cubicBezTo>
                <a:cubicBezTo>
                  <a:pt x="1136923" y="1037637"/>
                  <a:pt x="1141108" y="1038121"/>
                  <a:pt x="1145037" y="1039088"/>
                </a:cubicBezTo>
                <a:lnTo>
                  <a:pt x="1147774" y="1040169"/>
                </a:lnTo>
                <a:lnTo>
                  <a:pt x="1145412" y="1038683"/>
                </a:lnTo>
                <a:cubicBezTo>
                  <a:pt x="1140719" y="1036831"/>
                  <a:pt x="1135749" y="1035905"/>
                  <a:pt x="1130505" y="1035905"/>
                </a:cubicBezTo>
                <a:cubicBezTo>
                  <a:pt x="1120930" y="1035905"/>
                  <a:pt x="1113012" y="1038533"/>
                  <a:pt x="1106748" y="1043791"/>
                </a:cubicBezTo>
                <a:close/>
                <a:moveTo>
                  <a:pt x="1102883" y="1022287"/>
                </a:moveTo>
                <a:cubicBezTo>
                  <a:pt x="1110405" y="1019757"/>
                  <a:pt x="1118774" y="1018491"/>
                  <a:pt x="1127987" y="1018491"/>
                </a:cubicBezTo>
                <a:cubicBezTo>
                  <a:pt x="1139539" y="1018492"/>
                  <a:pt x="1153073" y="1020588"/>
                  <a:pt x="1168587" y="1024782"/>
                </a:cubicBezTo>
                <a:cubicBezTo>
                  <a:pt x="1175344" y="1026640"/>
                  <a:pt x="1180335" y="1027570"/>
                  <a:pt x="1183558" y="1027570"/>
                </a:cubicBezTo>
                <a:cubicBezTo>
                  <a:pt x="1187777" y="1027570"/>
                  <a:pt x="1192922" y="1025928"/>
                  <a:pt x="1198992" y="1022643"/>
                </a:cubicBezTo>
                <a:lnTo>
                  <a:pt x="1203894" y="1025201"/>
                </a:lnTo>
                <a:cubicBezTo>
                  <a:pt x="1198597" y="1033735"/>
                  <a:pt x="1194478" y="1041608"/>
                  <a:pt x="1191539" y="1048818"/>
                </a:cubicBezTo>
                <a:cubicBezTo>
                  <a:pt x="1185568" y="1063499"/>
                  <a:pt x="1181551" y="1072596"/>
                  <a:pt x="1179483" y="1076109"/>
                </a:cubicBezTo>
                <a:lnTo>
                  <a:pt x="1175079" y="1078360"/>
                </a:lnTo>
                <a:cubicBezTo>
                  <a:pt x="1173484" y="1075968"/>
                  <a:pt x="1172543" y="1074195"/>
                  <a:pt x="1172256" y="1073042"/>
                </a:cubicBezTo>
                <a:lnTo>
                  <a:pt x="1168930" y="1063323"/>
                </a:lnTo>
                <a:lnTo>
                  <a:pt x="1166656" y="1064456"/>
                </a:lnTo>
                <a:cubicBezTo>
                  <a:pt x="1155438" y="1053062"/>
                  <a:pt x="1144132" y="1047364"/>
                  <a:pt x="1132735" y="1047364"/>
                </a:cubicBezTo>
                <a:cubicBezTo>
                  <a:pt x="1126173" y="1047364"/>
                  <a:pt x="1120768" y="1049233"/>
                  <a:pt x="1116523" y="1052969"/>
                </a:cubicBezTo>
                <a:cubicBezTo>
                  <a:pt x="1112276" y="1056704"/>
                  <a:pt x="1110153" y="1061439"/>
                  <a:pt x="1110153" y="1067172"/>
                </a:cubicBezTo>
                <a:cubicBezTo>
                  <a:pt x="1110153" y="1073452"/>
                  <a:pt x="1114669" y="1080071"/>
                  <a:pt x="1123701" y="1087027"/>
                </a:cubicBezTo>
                <a:lnTo>
                  <a:pt x="1126117" y="1089194"/>
                </a:lnTo>
                <a:lnTo>
                  <a:pt x="1125204" y="1090947"/>
                </a:lnTo>
                <a:lnTo>
                  <a:pt x="1131845" y="1093975"/>
                </a:lnTo>
                <a:lnTo>
                  <a:pt x="1156483" y="1099961"/>
                </a:lnTo>
                <a:cubicBezTo>
                  <a:pt x="1174823" y="1104387"/>
                  <a:pt x="1188579" y="1111474"/>
                  <a:pt x="1197749" y="1121223"/>
                </a:cubicBezTo>
                <a:lnTo>
                  <a:pt x="1197792" y="1121291"/>
                </a:lnTo>
                <a:lnTo>
                  <a:pt x="1197792" y="1116467"/>
                </a:lnTo>
                <a:cubicBezTo>
                  <a:pt x="1215070" y="1127564"/>
                  <a:pt x="1223709" y="1142275"/>
                  <a:pt x="1223709" y="1160599"/>
                </a:cubicBezTo>
                <a:cubicBezTo>
                  <a:pt x="1223708" y="1180029"/>
                  <a:pt x="1216195" y="1196474"/>
                  <a:pt x="1201164" y="1209935"/>
                </a:cubicBezTo>
                <a:cubicBezTo>
                  <a:pt x="1186136" y="1223395"/>
                  <a:pt x="1167904" y="1230125"/>
                  <a:pt x="1146470" y="1230125"/>
                </a:cubicBezTo>
                <a:cubicBezTo>
                  <a:pt x="1135591" y="1230125"/>
                  <a:pt x="1125859" y="1229033"/>
                  <a:pt x="1117276" y="1226849"/>
                </a:cubicBezTo>
                <a:lnTo>
                  <a:pt x="1093933" y="1221121"/>
                </a:lnTo>
                <a:cubicBezTo>
                  <a:pt x="1088608" y="1219782"/>
                  <a:pt x="1083020" y="1219112"/>
                  <a:pt x="1077169" y="1219111"/>
                </a:cubicBezTo>
                <a:cubicBezTo>
                  <a:pt x="1072116" y="1219112"/>
                  <a:pt x="1066484" y="1220233"/>
                  <a:pt x="1060272" y="1222474"/>
                </a:cubicBezTo>
                <a:lnTo>
                  <a:pt x="1057124" y="1213773"/>
                </a:lnTo>
                <a:cubicBezTo>
                  <a:pt x="1063739" y="1210486"/>
                  <a:pt x="1069888" y="1208843"/>
                  <a:pt x="1075572" y="1208843"/>
                </a:cubicBezTo>
                <a:cubicBezTo>
                  <a:pt x="1081602" y="1208843"/>
                  <a:pt x="1089106" y="1209899"/>
                  <a:pt x="1098084" y="1212010"/>
                </a:cubicBezTo>
                <a:lnTo>
                  <a:pt x="1118752" y="1217015"/>
                </a:lnTo>
                <a:cubicBezTo>
                  <a:pt x="1127433" y="1219107"/>
                  <a:pt x="1136635" y="1220153"/>
                  <a:pt x="1146360" y="1220154"/>
                </a:cubicBezTo>
                <a:cubicBezTo>
                  <a:pt x="1165037" y="1220154"/>
                  <a:pt x="1180911" y="1214219"/>
                  <a:pt x="1193982" y="1202350"/>
                </a:cubicBezTo>
                <a:lnTo>
                  <a:pt x="1198153" y="1193224"/>
                </a:lnTo>
                <a:lnTo>
                  <a:pt x="1206762" y="1181641"/>
                </a:lnTo>
                <a:lnTo>
                  <a:pt x="1209448" y="1168514"/>
                </a:lnTo>
                <a:lnTo>
                  <a:pt x="1213588" y="1159455"/>
                </a:lnTo>
                <a:cubicBezTo>
                  <a:pt x="1213589" y="1152409"/>
                  <a:pt x="1212272" y="1145724"/>
                  <a:pt x="1209639" y="1139402"/>
                </a:cubicBezTo>
                <a:lnTo>
                  <a:pt x="1200040" y="1124914"/>
                </a:lnTo>
                <a:lnTo>
                  <a:pt x="1208066" y="1137844"/>
                </a:lnTo>
                <a:cubicBezTo>
                  <a:pt x="1210358" y="1144050"/>
                  <a:pt x="1211505" y="1150921"/>
                  <a:pt x="1211505" y="1158457"/>
                </a:cubicBezTo>
                <a:lnTo>
                  <a:pt x="1209448" y="1168514"/>
                </a:lnTo>
                <a:lnTo>
                  <a:pt x="1198153" y="1193224"/>
                </a:lnTo>
                <a:lnTo>
                  <a:pt x="1192530" y="1200790"/>
                </a:lnTo>
                <a:cubicBezTo>
                  <a:pt x="1179881" y="1212211"/>
                  <a:pt x="1164294" y="1217921"/>
                  <a:pt x="1145770" y="1217921"/>
                </a:cubicBezTo>
                <a:cubicBezTo>
                  <a:pt x="1134308" y="1217921"/>
                  <a:pt x="1121655" y="1216212"/>
                  <a:pt x="1107809" y="1212793"/>
                </a:cubicBezTo>
                <a:lnTo>
                  <a:pt x="1089419" y="1208260"/>
                </a:lnTo>
                <a:cubicBezTo>
                  <a:pt x="1083553" y="1206862"/>
                  <a:pt x="1078548" y="1206164"/>
                  <a:pt x="1074404" y="1206164"/>
                </a:cubicBezTo>
                <a:cubicBezTo>
                  <a:pt x="1069043" y="1206164"/>
                  <a:pt x="1062550" y="1208052"/>
                  <a:pt x="1054923" y="1211828"/>
                </a:cubicBezTo>
                <a:lnTo>
                  <a:pt x="1051870" y="1206697"/>
                </a:lnTo>
                <a:cubicBezTo>
                  <a:pt x="1064078" y="1187752"/>
                  <a:pt x="1072849" y="1169489"/>
                  <a:pt x="1078185" y="1151909"/>
                </a:cubicBezTo>
                <a:lnTo>
                  <a:pt x="1085685" y="1153332"/>
                </a:lnTo>
                <a:lnTo>
                  <a:pt x="1102718" y="1187786"/>
                </a:lnTo>
                <a:lnTo>
                  <a:pt x="1102729" y="1187809"/>
                </a:lnTo>
                <a:lnTo>
                  <a:pt x="1102730" y="1187810"/>
                </a:lnTo>
                <a:lnTo>
                  <a:pt x="1103268" y="1188898"/>
                </a:lnTo>
                <a:lnTo>
                  <a:pt x="1105755" y="1190226"/>
                </a:lnTo>
                <a:lnTo>
                  <a:pt x="1102730" y="1187810"/>
                </a:lnTo>
                <a:lnTo>
                  <a:pt x="1102718" y="1187786"/>
                </a:lnTo>
                <a:lnTo>
                  <a:pt x="1089956" y="1159839"/>
                </a:lnTo>
                <a:lnTo>
                  <a:pt x="1099307" y="1158471"/>
                </a:lnTo>
                <a:cubicBezTo>
                  <a:pt x="1103099" y="1176596"/>
                  <a:pt x="1112961" y="1189367"/>
                  <a:pt x="1128892" y="1196785"/>
                </a:cubicBezTo>
                <a:lnTo>
                  <a:pt x="1128891" y="1199068"/>
                </a:lnTo>
                <a:lnTo>
                  <a:pt x="1141370" y="1200806"/>
                </a:lnTo>
                <a:cubicBezTo>
                  <a:pt x="1153716" y="1200806"/>
                  <a:pt x="1163407" y="1198047"/>
                  <a:pt x="1170442" y="1192528"/>
                </a:cubicBezTo>
                <a:cubicBezTo>
                  <a:pt x="1177477" y="1187008"/>
                  <a:pt x="1180995" y="1179627"/>
                  <a:pt x="1180995" y="1170383"/>
                </a:cubicBezTo>
                <a:lnTo>
                  <a:pt x="1179675" y="1162630"/>
                </a:lnTo>
                <a:lnTo>
                  <a:pt x="1176772" y="1163987"/>
                </a:lnTo>
                <a:cubicBezTo>
                  <a:pt x="1171614" y="1158606"/>
                  <a:pt x="1166616" y="1154810"/>
                  <a:pt x="1161778" y="1152598"/>
                </a:cubicBezTo>
                <a:cubicBezTo>
                  <a:pt x="1156939" y="1150387"/>
                  <a:pt x="1147378" y="1147604"/>
                  <a:pt x="1133094" y="1144251"/>
                </a:cubicBezTo>
                <a:cubicBezTo>
                  <a:pt x="1111854" y="1139337"/>
                  <a:pt x="1097373" y="1134975"/>
                  <a:pt x="1089649" y="1131167"/>
                </a:cubicBezTo>
                <a:cubicBezTo>
                  <a:pt x="1081924" y="1127359"/>
                  <a:pt x="1077260" y="1120709"/>
                  <a:pt x="1075655" y="1111216"/>
                </a:cubicBezTo>
                <a:lnTo>
                  <a:pt x="1085210" y="1114603"/>
                </a:lnTo>
                <a:lnTo>
                  <a:pt x="1078498" y="1110106"/>
                </a:lnTo>
                <a:cubicBezTo>
                  <a:pt x="1069736" y="1101239"/>
                  <a:pt x="1065355" y="1088953"/>
                  <a:pt x="1065355" y="1073246"/>
                </a:cubicBezTo>
                <a:cubicBezTo>
                  <a:pt x="1065356" y="1056987"/>
                  <a:pt x="1071188" y="1043796"/>
                  <a:pt x="1082851" y="1033674"/>
                </a:cubicBezTo>
                <a:cubicBezTo>
                  <a:pt x="1088683" y="1028614"/>
                  <a:pt x="1095360" y="1024817"/>
                  <a:pt x="1102883" y="1022287"/>
                </a:cubicBezTo>
                <a:close/>
                <a:moveTo>
                  <a:pt x="838592" y="1131898"/>
                </a:moveTo>
                <a:lnTo>
                  <a:pt x="974298" y="1131899"/>
                </a:lnTo>
                <a:lnTo>
                  <a:pt x="967587" y="1111930"/>
                </a:lnTo>
                <a:lnTo>
                  <a:pt x="977878" y="1116490"/>
                </a:lnTo>
                <a:lnTo>
                  <a:pt x="985800" y="1141870"/>
                </a:lnTo>
                <a:lnTo>
                  <a:pt x="843297" y="1141870"/>
                </a:lnTo>
                <a:close/>
                <a:moveTo>
                  <a:pt x="1398047" y="855079"/>
                </a:moveTo>
                <a:lnTo>
                  <a:pt x="1559009" y="855079"/>
                </a:lnTo>
                <a:lnTo>
                  <a:pt x="1562793" y="849513"/>
                </a:lnTo>
                <a:cubicBezTo>
                  <a:pt x="1549080" y="837328"/>
                  <a:pt x="1539206" y="822303"/>
                  <a:pt x="1533169" y="804437"/>
                </a:cubicBezTo>
                <a:lnTo>
                  <a:pt x="1543175" y="806904"/>
                </a:lnTo>
                <a:cubicBezTo>
                  <a:pt x="1548710" y="819787"/>
                  <a:pt x="1558013" y="833007"/>
                  <a:pt x="1571083" y="846565"/>
                </a:cubicBezTo>
                <a:lnTo>
                  <a:pt x="1573418" y="848409"/>
                </a:lnTo>
                <a:lnTo>
                  <a:pt x="1564553" y="864901"/>
                </a:lnTo>
                <a:lnTo>
                  <a:pt x="1401642" y="864901"/>
                </a:lnTo>
                <a:close/>
                <a:moveTo>
                  <a:pt x="1800243" y="659816"/>
                </a:moveTo>
                <a:lnTo>
                  <a:pt x="1880034" y="659816"/>
                </a:lnTo>
                <a:lnTo>
                  <a:pt x="1861939" y="681982"/>
                </a:lnTo>
                <a:lnTo>
                  <a:pt x="1907349" y="751901"/>
                </a:lnTo>
                <a:lnTo>
                  <a:pt x="1909081" y="747485"/>
                </a:lnTo>
                <a:lnTo>
                  <a:pt x="1865760" y="681193"/>
                </a:lnTo>
                <a:lnTo>
                  <a:pt x="1883832" y="664048"/>
                </a:lnTo>
                <a:lnTo>
                  <a:pt x="1890247" y="669196"/>
                </a:lnTo>
                <a:lnTo>
                  <a:pt x="1876971" y="682140"/>
                </a:lnTo>
                <a:lnTo>
                  <a:pt x="1914234" y="740957"/>
                </a:lnTo>
                <a:lnTo>
                  <a:pt x="1944421" y="690837"/>
                </a:lnTo>
                <a:cubicBezTo>
                  <a:pt x="1953591" y="676297"/>
                  <a:pt x="1958175" y="665636"/>
                  <a:pt x="1958175" y="658853"/>
                </a:cubicBezTo>
                <a:cubicBezTo>
                  <a:pt x="1958176" y="653518"/>
                  <a:pt x="1954019" y="645883"/>
                  <a:pt x="1945707" y="635947"/>
                </a:cubicBezTo>
                <a:cubicBezTo>
                  <a:pt x="1975254" y="628351"/>
                  <a:pt x="1999015" y="619600"/>
                  <a:pt x="2016993" y="609696"/>
                </a:cubicBezTo>
                <a:lnTo>
                  <a:pt x="2021144" y="608451"/>
                </a:lnTo>
                <a:lnTo>
                  <a:pt x="2024185" y="612800"/>
                </a:lnTo>
                <a:lnTo>
                  <a:pt x="2021974" y="616160"/>
                </a:lnTo>
                <a:cubicBezTo>
                  <a:pt x="2004622" y="634193"/>
                  <a:pt x="1990360" y="652455"/>
                  <a:pt x="1979191" y="670943"/>
                </a:cubicBezTo>
                <a:cubicBezTo>
                  <a:pt x="1974813" y="678045"/>
                  <a:pt x="1971699" y="683104"/>
                  <a:pt x="1969852" y="686121"/>
                </a:cubicBezTo>
                <a:lnTo>
                  <a:pt x="1916057" y="772167"/>
                </a:lnTo>
                <a:lnTo>
                  <a:pt x="1916057" y="829366"/>
                </a:lnTo>
                <a:lnTo>
                  <a:pt x="1937217" y="852995"/>
                </a:lnTo>
                <a:lnTo>
                  <a:pt x="1860070" y="852995"/>
                </a:lnTo>
                <a:lnTo>
                  <a:pt x="1881083" y="829284"/>
                </a:lnTo>
                <a:lnTo>
                  <a:pt x="1881083" y="772279"/>
                </a:lnTo>
                <a:lnTo>
                  <a:pt x="1846062" y="718415"/>
                </a:lnTo>
                <a:lnTo>
                  <a:pt x="1838474" y="705787"/>
                </a:lnTo>
                <a:cubicBezTo>
                  <a:pt x="1831964" y="695957"/>
                  <a:pt x="1826561" y="688633"/>
                  <a:pt x="1822264" y="683815"/>
                </a:cubicBezTo>
                <a:cubicBezTo>
                  <a:pt x="1817967" y="678998"/>
                  <a:pt x="1811615" y="673283"/>
                  <a:pt x="1803209" y="666671"/>
                </a:cubicBezTo>
                <a:close/>
                <a:moveTo>
                  <a:pt x="1736366" y="682508"/>
                </a:moveTo>
                <a:cubicBezTo>
                  <a:pt x="1740298" y="676514"/>
                  <a:pt x="1748952" y="672551"/>
                  <a:pt x="1762330" y="670617"/>
                </a:cubicBezTo>
                <a:lnTo>
                  <a:pt x="1758557" y="680596"/>
                </a:lnTo>
                <a:cubicBezTo>
                  <a:pt x="1751111" y="682339"/>
                  <a:pt x="1746230" y="685253"/>
                  <a:pt x="1743914" y="689339"/>
                </a:cubicBezTo>
                <a:cubicBezTo>
                  <a:pt x="1741598" y="693424"/>
                  <a:pt x="1740440" y="700824"/>
                  <a:pt x="1740440" y="711538"/>
                </a:cubicBezTo>
                <a:lnTo>
                  <a:pt x="1740440" y="864901"/>
                </a:lnTo>
                <a:lnTo>
                  <a:pt x="1704112" y="864901"/>
                </a:lnTo>
                <a:lnTo>
                  <a:pt x="1701138" y="855078"/>
                </a:lnTo>
                <a:lnTo>
                  <a:pt x="1730469" y="855078"/>
                </a:lnTo>
                <a:lnTo>
                  <a:pt x="1730468" y="712996"/>
                </a:lnTo>
                <a:cubicBezTo>
                  <a:pt x="1730469" y="698665"/>
                  <a:pt x="1732435" y="688503"/>
                  <a:pt x="1736366" y="682508"/>
                </a:cubicBezTo>
                <a:close/>
                <a:moveTo>
                  <a:pt x="826189" y="1108235"/>
                </a:moveTo>
                <a:lnTo>
                  <a:pt x="963818" y="1108235"/>
                </a:lnTo>
                <a:lnTo>
                  <a:pt x="971208" y="1131452"/>
                </a:lnTo>
                <a:lnTo>
                  <a:pt x="833151" y="1131452"/>
                </a:lnTo>
                <a:close/>
                <a:moveTo>
                  <a:pt x="207008" y="1383716"/>
                </a:moveTo>
                <a:lnTo>
                  <a:pt x="281636" y="1383716"/>
                </a:lnTo>
                <a:lnTo>
                  <a:pt x="261833" y="1407284"/>
                </a:lnTo>
                <a:lnTo>
                  <a:pt x="261832" y="1466676"/>
                </a:lnTo>
                <a:cubicBezTo>
                  <a:pt x="262431" y="1466780"/>
                  <a:pt x="263026" y="1466903"/>
                  <a:pt x="263619" y="1467046"/>
                </a:cubicBezTo>
                <a:lnTo>
                  <a:pt x="263619" y="1406300"/>
                </a:lnTo>
                <a:lnTo>
                  <a:pt x="282364" y="1388823"/>
                </a:lnTo>
                <a:lnTo>
                  <a:pt x="288514" y="1394348"/>
                </a:lnTo>
                <a:lnTo>
                  <a:pt x="273441" y="1410486"/>
                </a:lnTo>
                <a:lnTo>
                  <a:pt x="273441" y="1467508"/>
                </a:lnTo>
                <a:lnTo>
                  <a:pt x="275390" y="1467690"/>
                </a:lnTo>
                <a:cubicBezTo>
                  <a:pt x="282574" y="1468361"/>
                  <a:pt x="289761" y="1468697"/>
                  <a:pt x="296951" y="1468697"/>
                </a:cubicBezTo>
                <a:cubicBezTo>
                  <a:pt x="307047" y="1468697"/>
                  <a:pt x="314787" y="1468328"/>
                  <a:pt x="320173" y="1467590"/>
                </a:cubicBezTo>
                <a:lnTo>
                  <a:pt x="320173" y="1404419"/>
                </a:lnTo>
                <a:lnTo>
                  <a:pt x="302318" y="1383716"/>
                </a:lnTo>
                <a:lnTo>
                  <a:pt x="375881" y="1383716"/>
                </a:lnTo>
                <a:lnTo>
                  <a:pt x="355743" y="1407347"/>
                </a:lnTo>
                <a:lnTo>
                  <a:pt x="355743" y="1556931"/>
                </a:lnTo>
                <a:lnTo>
                  <a:pt x="357232" y="1558614"/>
                </a:lnTo>
                <a:lnTo>
                  <a:pt x="357231" y="1406633"/>
                </a:lnTo>
                <a:lnTo>
                  <a:pt x="376835" y="1388823"/>
                </a:lnTo>
                <a:lnTo>
                  <a:pt x="381939" y="1395178"/>
                </a:lnTo>
                <a:lnTo>
                  <a:pt x="367054" y="1410503"/>
                </a:lnTo>
                <a:lnTo>
                  <a:pt x="367054" y="1557105"/>
                </a:lnTo>
                <a:lnTo>
                  <a:pt x="391278" y="1588801"/>
                </a:lnTo>
                <a:lnTo>
                  <a:pt x="311037" y="1588801"/>
                </a:lnTo>
                <a:lnTo>
                  <a:pt x="305721" y="1578978"/>
                </a:lnTo>
                <a:lnTo>
                  <a:pt x="376858" y="1578978"/>
                </a:lnTo>
                <a:lnTo>
                  <a:pt x="368512" y="1571368"/>
                </a:lnTo>
                <a:lnTo>
                  <a:pt x="373400" y="1576895"/>
                </a:lnTo>
                <a:lnTo>
                  <a:pt x="300123" y="1576895"/>
                </a:lnTo>
                <a:lnTo>
                  <a:pt x="320173" y="1555487"/>
                </a:lnTo>
                <a:lnTo>
                  <a:pt x="320173" y="1497953"/>
                </a:lnTo>
                <a:cubicBezTo>
                  <a:pt x="314283" y="1499880"/>
                  <a:pt x="306836" y="1500843"/>
                  <a:pt x="297830" y="1500844"/>
                </a:cubicBezTo>
                <a:lnTo>
                  <a:pt x="273441" y="1499615"/>
                </a:lnTo>
                <a:lnTo>
                  <a:pt x="273441" y="1557101"/>
                </a:lnTo>
                <a:lnTo>
                  <a:pt x="297588" y="1588801"/>
                </a:lnTo>
                <a:lnTo>
                  <a:pt x="217756" y="1588801"/>
                </a:lnTo>
                <a:lnTo>
                  <a:pt x="212261" y="1578979"/>
                </a:lnTo>
                <a:lnTo>
                  <a:pt x="283438" y="1578978"/>
                </a:lnTo>
                <a:lnTo>
                  <a:pt x="277573" y="1573786"/>
                </a:lnTo>
                <a:lnTo>
                  <a:pt x="280466" y="1576895"/>
                </a:lnTo>
                <a:lnTo>
                  <a:pt x="207008" y="1576894"/>
                </a:lnTo>
                <a:lnTo>
                  <a:pt x="226560" y="1555468"/>
                </a:lnTo>
                <a:lnTo>
                  <a:pt x="226560" y="1496055"/>
                </a:lnTo>
                <a:cubicBezTo>
                  <a:pt x="221446" y="1496056"/>
                  <a:pt x="216252" y="1499265"/>
                  <a:pt x="210978" y="1505685"/>
                </a:cubicBezTo>
                <a:lnTo>
                  <a:pt x="203943" y="1502341"/>
                </a:lnTo>
                <a:cubicBezTo>
                  <a:pt x="207233" y="1497486"/>
                  <a:pt x="210762" y="1493756"/>
                  <a:pt x="214532" y="1491153"/>
                </a:cubicBezTo>
                <a:lnTo>
                  <a:pt x="223645" y="1487797"/>
                </a:lnTo>
                <a:lnTo>
                  <a:pt x="215116" y="1490108"/>
                </a:lnTo>
                <a:cubicBezTo>
                  <a:pt x="211424" y="1492175"/>
                  <a:pt x="207855" y="1495277"/>
                  <a:pt x="204408" y="1499411"/>
                </a:cubicBezTo>
                <a:lnTo>
                  <a:pt x="198544" y="1496125"/>
                </a:lnTo>
                <a:cubicBezTo>
                  <a:pt x="204804" y="1479636"/>
                  <a:pt x="214142" y="1470177"/>
                  <a:pt x="226560" y="1467748"/>
                </a:cubicBezTo>
                <a:lnTo>
                  <a:pt x="226561" y="1405884"/>
                </a:lnTo>
                <a:close/>
                <a:moveTo>
                  <a:pt x="752366" y="1124914"/>
                </a:moveTo>
                <a:lnTo>
                  <a:pt x="760391" y="1137843"/>
                </a:lnTo>
                <a:cubicBezTo>
                  <a:pt x="762684" y="1144049"/>
                  <a:pt x="763830" y="1150920"/>
                  <a:pt x="763830" y="1158457"/>
                </a:cubicBezTo>
                <a:lnTo>
                  <a:pt x="761771" y="1168517"/>
                </a:lnTo>
                <a:lnTo>
                  <a:pt x="750478" y="1193224"/>
                </a:lnTo>
                <a:lnTo>
                  <a:pt x="744855" y="1200789"/>
                </a:lnTo>
                <a:cubicBezTo>
                  <a:pt x="732206" y="1212210"/>
                  <a:pt x="716618" y="1217921"/>
                  <a:pt x="698094" y="1217921"/>
                </a:cubicBezTo>
                <a:cubicBezTo>
                  <a:pt x="686633" y="1217922"/>
                  <a:pt x="673979" y="1216212"/>
                  <a:pt x="660133" y="1212794"/>
                </a:cubicBezTo>
                <a:lnTo>
                  <a:pt x="641744" y="1208259"/>
                </a:lnTo>
                <a:cubicBezTo>
                  <a:pt x="635878" y="1206862"/>
                  <a:pt x="630872" y="1206164"/>
                  <a:pt x="626729" y="1206164"/>
                </a:cubicBezTo>
                <a:cubicBezTo>
                  <a:pt x="624049" y="1206164"/>
                  <a:pt x="621085" y="1206636"/>
                  <a:pt x="617838" y="1207580"/>
                </a:cubicBezTo>
                <a:lnTo>
                  <a:pt x="611230" y="1210231"/>
                </a:lnTo>
                <a:lnTo>
                  <a:pt x="611393" y="1210359"/>
                </a:lnTo>
                <a:lnTo>
                  <a:pt x="609586" y="1213719"/>
                </a:lnTo>
                <a:lnTo>
                  <a:pt x="619022" y="1210075"/>
                </a:lnTo>
                <a:cubicBezTo>
                  <a:pt x="622097" y="1209253"/>
                  <a:pt x="625055" y="1208843"/>
                  <a:pt x="627896" y="1208843"/>
                </a:cubicBezTo>
                <a:cubicBezTo>
                  <a:pt x="633927" y="1208842"/>
                  <a:pt x="641431" y="1209899"/>
                  <a:pt x="650409" y="1212010"/>
                </a:cubicBezTo>
                <a:lnTo>
                  <a:pt x="671078" y="1217014"/>
                </a:lnTo>
                <a:cubicBezTo>
                  <a:pt x="679757" y="1219107"/>
                  <a:pt x="688960" y="1220154"/>
                  <a:pt x="698685" y="1220154"/>
                </a:cubicBezTo>
                <a:cubicBezTo>
                  <a:pt x="717361" y="1220154"/>
                  <a:pt x="733235" y="1214219"/>
                  <a:pt x="746306" y="1202350"/>
                </a:cubicBezTo>
                <a:lnTo>
                  <a:pt x="750478" y="1193224"/>
                </a:lnTo>
                <a:lnTo>
                  <a:pt x="759086" y="1181641"/>
                </a:lnTo>
                <a:lnTo>
                  <a:pt x="761771" y="1168517"/>
                </a:lnTo>
                <a:lnTo>
                  <a:pt x="765914" y="1159455"/>
                </a:lnTo>
                <a:cubicBezTo>
                  <a:pt x="765913" y="1152409"/>
                  <a:pt x="764597" y="1145725"/>
                  <a:pt x="761964" y="1139402"/>
                </a:cubicBezTo>
                <a:close/>
                <a:moveTo>
                  <a:pt x="184809" y="1389967"/>
                </a:moveTo>
                <a:lnTo>
                  <a:pt x="191018" y="1395645"/>
                </a:lnTo>
                <a:cubicBezTo>
                  <a:pt x="184036" y="1405362"/>
                  <a:pt x="176822" y="1420224"/>
                  <a:pt x="169378" y="1440231"/>
                </a:cubicBezTo>
                <a:lnTo>
                  <a:pt x="167447" y="1442949"/>
                </a:lnTo>
                <a:lnTo>
                  <a:pt x="159965" y="1438170"/>
                </a:lnTo>
                <a:lnTo>
                  <a:pt x="160778" y="1434243"/>
                </a:lnTo>
                <a:cubicBezTo>
                  <a:pt x="167933" y="1414213"/>
                  <a:pt x="174987" y="1400111"/>
                  <a:pt x="181942" y="1391936"/>
                </a:cubicBezTo>
                <a:close/>
                <a:moveTo>
                  <a:pt x="1623015" y="696856"/>
                </a:moveTo>
                <a:lnTo>
                  <a:pt x="1623015" y="777934"/>
                </a:lnTo>
                <a:cubicBezTo>
                  <a:pt x="1623015" y="804272"/>
                  <a:pt x="1624635" y="821254"/>
                  <a:pt x="1627877" y="828879"/>
                </a:cubicBezTo>
                <a:lnTo>
                  <a:pt x="1631034" y="832637"/>
                </a:lnTo>
                <a:lnTo>
                  <a:pt x="1626438" y="820057"/>
                </a:lnTo>
                <a:cubicBezTo>
                  <a:pt x="1625347" y="814930"/>
                  <a:pt x="1624801" y="809159"/>
                  <a:pt x="1624801" y="802742"/>
                </a:cubicBezTo>
                <a:lnTo>
                  <a:pt x="1624949" y="789024"/>
                </a:lnTo>
                <a:lnTo>
                  <a:pt x="1624949" y="709978"/>
                </a:lnTo>
                <a:close/>
                <a:moveTo>
                  <a:pt x="106530" y="1402766"/>
                </a:moveTo>
                <a:lnTo>
                  <a:pt x="107647" y="1402766"/>
                </a:lnTo>
                <a:lnTo>
                  <a:pt x="107647" y="1556775"/>
                </a:lnTo>
                <a:lnTo>
                  <a:pt x="108837" y="1558166"/>
                </a:lnTo>
                <a:lnTo>
                  <a:pt x="108837" y="1404698"/>
                </a:lnTo>
                <a:lnTo>
                  <a:pt x="121616" y="1404403"/>
                </a:lnTo>
                <a:lnTo>
                  <a:pt x="138781" y="1406707"/>
                </a:lnTo>
                <a:lnTo>
                  <a:pt x="132361" y="1403615"/>
                </a:lnTo>
                <a:cubicBezTo>
                  <a:pt x="128702" y="1402652"/>
                  <a:pt x="124383" y="1402170"/>
                  <a:pt x="119404" y="1402170"/>
                </a:cubicBezTo>
                <a:cubicBezTo>
                  <a:pt x="115190" y="1402170"/>
                  <a:pt x="110899" y="1402369"/>
                  <a:pt x="106530" y="1402766"/>
                </a:cubicBezTo>
                <a:close/>
                <a:moveTo>
                  <a:pt x="1444272" y="758191"/>
                </a:moveTo>
                <a:lnTo>
                  <a:pt x="1444272" y="834094"/>
                </a:lnTo>
                <a:lnTo>
                  <a:pt x="1447546" y="834093"/>
                </a:lnTo>
                <a:lnTo>
                  <a:pt x="1447547" y="759084"/>
                </a:lnTo>
                <a:lnTo>
                  <a:pt x="1480368" y="759084"/>
                </a:lnTo>
                <a:lnTo>
                  <a:pt x="1479507" y="758191"/>
                </a:lnTo>
                <a:close/>
                <a:moveTo>
                  <a:pt x="1503208" y="716733"/>
                </a:moveTo>
                <a:lnTo>
                  <a:pt x="1513030" y="719824"/>
                </a:lnTo>
                <a:lnTo>
                  <a:pt x="1513031" y="789057"/>
                </a:lnTo>
                <a:lnTo>
                  <a:pt x="1503208" y="786073"/>
                </a:lnTo>
                <a:close/>
                <a:moveTo>
                  <a:pt x="639550" y="1115953"/>
                </a:moveTo>
                <a:lnTo>
                  <a:pt x="647158" y="1122310"/>
                </a:lnTo>
                <a:cubicBezTo>
                  <a:pt x="651590" y="1124563"/>
                  <a:pt x="657475" y="1126585"/>
                  <a:pt x="664815" y="1128373"/>
                </a:cubicBezTo>
                <a:lnTo>
                  <a:pt x="688306" y="1134208"/>
                </a:lnTo>
                <a:cubicBezTo>
                  <a:pt x="704530" y="1138263"/>
                  <a:pt x="715518" y="1141847"/>
                  <a:pt x="721271" y="1144959"/>
                </a:cubicBezTo>
                <a:lnTo>
                  <a:pt x="727221" y="1150162"/>
                </a:lnTo>
                <a:lnTo>
                  <a:pt x="723381" y="1144188"/>
                </a:lnTo>
                <a:cubicBezTo>
                  <a:pt x="712749" y="1138621"/>
                  <a:pt x="695756" y="1133549"/>
                  <a:pt x="672403" y="1128973"/>
                </a:cubicBezTo>
                <a:cubicBezTo>
                  <a:pt x="662924" y="1127117"/>
                  <a:pt x="654719" y="1124618"/>
                  <a:pt x="647789" y="1121473"/>
                </a:cubicBezTo>
                <a:close/>
                <a:moveTo>
                  <a:pt x="1585747" y="659816"/>
                </a:moveTo>
                <a:lnTo>
                  <a:pt x="1665756" y="659816"/>
                </a:lnTo>
                <a:lnTo>
                  <a:pt x="1645004" y="677671"/>
                </a:lnTo>
                <a:lnTo>
                  <a:pt x="1709633" y="811437"/>
                </a:lnTo>
                <a:lnTo>
                  <a:pt x="1709633" y="797666"/>
                </a:lnTo>
                <a:lnTo>
                  <a:pt x="1648986" y="678049"/>
                </a:lnTo>
                <a:lnTo>
                  <a:pt x="1672858" y="662151"/>
                </a:lnTo>
                <a:lnTo>
                  <a:pt x="1678323" y="668352"/>
                </a:lnTo>
                <a:lnTo>
                  <a:pt x="1660203" y="681138"/>
                </a:lnTo>
                <a:lnTo>
                  <a:pt x="1709633" y="786047"/>
                </a:lnTo>
                <a:lnTo>
                  <a:pt x="1709632" y="720877"/>
                </a:lnTo>
                <a:lnTo>
                  <a:pt x="1709633" y="713142"/>
                </a:lnTo>
                <a:cubicBezTo>
                  <a:pt x="1709633" y="696731"/>
                  <a:pt x="1708363" y="685922"/>
                  <a:pt x="1705824" y="680716"/>
                </a:cubicBezTo>
                <a:cubicBezTo>
                  <a:pt x="1703285" y="675509"/>
                  <a:pt x="1696322" y="668543"/>
                  <a:pt x="1684936" y="659816"/>
                </a:cubicBezTo>
                <a:lnTo>
                  <a:pt x="1757281" y="659816"/>
                </a:lnTo>
                <a:cubicBezTo>
                  <a:pt x="1745578" y="669035"/>
                  <a:pt x="1738249" y="675839"/>
                  <a:pt x="1735294" y="680228"/>
                </a:cubicBezTo>
                <a:cubicBezTo>
                  <a:pt x="1730787" y="687079"/>
                  <a:pt x="1728534" y="697661"/>
                  <a:pt x="1728534" y="711975"/>
                </a:cubicBezTo>
                <a:lnTo>
                  <a:pt x="1728533" y="721461"/>
                </a:lnTo>
                <a:lnTo>
                  <a:pt x="1728534" y="852995"/>
                </a:lnTo>
                <a:lnTo>
                  <a:pt x="1698938" y="852995"/>
                </a:lnTo>
                <a:lnTo>
                  <a:pt x="1634921" y="719328"/>
                </a:lnTo>
                <a:lnTo>
                  <a:pt x="1634921" y="793529"/>
                </a:lnTo>
                <a:lnTo>
                  <a:pt x="1634728" y="801991"/>
                </a:lnTo>
                <a:lnTo>
                  <a:pt x="1636465" y="822789"/>
                </a:lnTo>
                <a:cubicBezTo>
                  <a:pt x="1638234" y="831616"/>
                  <a:pt x="1642325" y="838194"/>
                  <a:pt x="1648740" y="842523"/>
                </a:cubicBezTo>
                <a:lnTo>
                  <a:pt x="1649606" y="844917"/>
                </a:lnTo>
                <a:lnTo>
                  <a:pt x="1651613" y="845830"/>
                </a:lnTo>
                <a:lnTo>
                  <a:pt x="1665756" y="864901"/>
                </a:lnTo>
                <a:lnTo>
                  <a:pt x="1581755" y="864901"/>
                </a:lnTo>
                <a:lnTo>
                  <a:pt x="1578159" y="855078"/>
                </a:lnTo>
                <a:lnTo>
                  <a:pt x="1651325" y="855078"/>
                </a:lnTo>
                <a:lnTo>
                  <a:pt x="1645394" y="852995"/>
                </a:lnTo>
                <a:lnTo>
                  <a:pt x="1575680" y="852995"/>
                </a:lnTo>
                <a:cubicBezTo>
                  <a:pt x="1588128" y="845130"/>
                  <a:pt x="1596152" y="837867"/>
                  <a:pt x="1599753" y="831204"/>
                </a:cubicBezTo>
                <a:cubicBezTo>
                  <a:pt x="1603354" y="824542"/>
                  <a:pt x="1605155" y="812719"/>
                  <a:pt x="1605155" y="795736"/>
                </a:cubicBezTo>
                <a:lnTo>
                  <a:pt x="1605155" y="680463"/>
                </a:lnTo>
                <a:close/>
                <a:moveTo>
                  <a:pt x="1551040" y="666960"/>
                </a:moveTo>
                <a:lnTo>
                  <a:pt x="1555907" y="673150"/>
                </a:lnTo>
                <a:lnTo>
                  <a:pt x="1554514" y="675775"/>
                </a:lnTo>
                <a:cubicBezTo>
                  <a:pt x="1542688" y="691669"/>
                  <a:pt x="1534198" y="705548"/>
                  <a:pt x="1529044" y="717412"/>
                </a:cubicBezTo>
                <a:lnTo>
                  <a:pt x="1522518" y="711871"/>
                </a:lnTo>
                <a:cubicBezTo>
                  <a:pt x="1529306" y="695419"/>
                  <a:pt x="1538813" y="680448"/>
                  <a:pt x="1551040" y="666960"/>
                </a:cubicBezTo>
                <a:close/>
                <a:moveTo>
                  <a:pt x="0" y="1383716"/>
                </a:moveTo>
                <a:lnTo>
                  <a:pt x="181775" y="1383716"/>
                </a:lnTo>
                <a:cubicBezTo>
                  <a:pt x="180654" y="1388267"/>
                  <a:pt x="180001" y="1390738"/>
                  <a:pt x="179817" y="1391127"/>
                </a:cubicBezTo>
                <a:lnTo>
                  <a:pt x="170101" y="1407826"/>
                </a:lnTo>
                <a:cubicBezTo>
                  <a:pt x="166568" y="1414585"/>
                  <a:pt x="163386" y="1422491"/>
                  <a:pt x="160555" y="1431543"/>
                </a:cubicBezTo>
                <a:lnTo>
                  <a:pt x="158658" y="1434594"/>
                </a:lnTo>
                <a:lnTo>
                  <a:pt x="153062" y="1432390"/>
                </a:lnTo>
                <a:lnTo>
                  <a:pt x="152498" y="1429932"/>
                </a:lnTo>
                <a:lnTo>
                  <a:pt x="149165" y="1420580"/>
                </a:lnTo>
                <a:lnTo>
                  <a:pt x="136992" y="1416076"/>
                </a:lnTo>
                <a:cubicBezTo>
                  <a:pt x="132093" y="1414843"/>
                  <a:pt x="127301" y="1414226"/>
                  <a:pt x="122613" y="1414226"/>
                </a:cubicBezTo>
                <a:cubicBezTo>
                  <a:pt x="120669" y="1414226"/>
                  <a:pt x="119376" y="1414273"/>
                  <a:pt x="118734" y="1414367"/>
                </a:cubicBezTo>
                <a:lnTo>
                  <a:pt x="119315" y="1557470"/>
                </a:lnTo>
                <a:lnTo>
                  <a:pt x="142519" y="1588801"/>
                </a:lnTo>
                <a:lnTo>
                  <a:pt x="63438" y="1588801"/>
                </a:lnTo>
                <a:lnTo>
                  <a:pt x="58494" y="1578978"/>
                </a:lnTo>
                <a:lnTo>
                  <a:pt x="128392" y="1578979"/>
                </a:lnTo>
                <a:lnTo>
                  <a:pt x="119919" y="1571114"/>
                </a:lnTo>
                <a:lnTo>
                  <a:pt x="124867" y="1576895"/>
                </a:lnTo>
                <a:lnTo>
                  <a:pt x="52094" y="1576895"/>
                </a:lnTo>
                <a:lnTo>
                  <a:pt x="72523" y="1555424"/>
                </a:lnTo>
                <a:lnTo>
                  <a:pt x="72523" y="1414572"/>
                </a:lnTo>
                <a:lnTo>
                  <a:pt x="65140" y="1414523"/>
                </a:lnTo>
                <a:cubicBezTo>
                  <a:pt x="55952" y="1414523"/>
                  <a:pt x="49532" y="1416219"/>
                  <a:pt x="45882" y="1419610"/>
                </a:cubicBezTo>
                <a:cubicBezTo>
                  <a:pt x="42231" y="1423001"/>
                  <a:pt x="39975" y="1430186"/>
                  <a:pt x="39111" y="1441164"/>
                </a:cubicBezTo>
                <a:lnTo>
                  <a:pt x="29477" y="1441163"/>
                </a:lnTo>
                <a:cubicBezTo>
                  <a:pt x="30618" y="1426876"/>
                  <a:pt x="33884" y="1417227"/>
                  <a:pt x="39274" y="1412217"/>
                </a:cubicBezTo>
                <a:cubicBezTo>
                  <a:pt x="44665" y="1407206"/>
                  <a:pt x="52346" y="1404700"/>
                  <a:pt x="62319" y="1404701"/>
                </a:cubicBezTo>
                <a:lnTo>
                  <a:pt x="73919" y="1404866"/>
                </a:lnTo>
                <a:lnTo>
                  <a:pt x="72523" y="1404842"/>
                </a:lnTo>
                <a:lnTo>
                  <a:pt x="72523" y="1403335"/>
                </a:lnTo>
                <a:cubicBezTo>
                  <a:pt x="69297" y="1402956"/>
                  <a:pt x="65571" y="1402766"/>
                  <a:pt x="61345" y="1402766"/>
                </a:cubicBezTo>
                <a:cubicBezTo>
                  <a:pt x="49659" y="1402766"/>
                  <a:pt x="41330" y="1405056"/>
                  <a:pt x="36360" y="1409635"/>
                </a:cubicBezTo>
                <a:cubicBezTo>
                  <a:pt x="31390" y="1414215"/>
                  <a:pt x="28589" y="1423118"/>
                  <a:pt x="27956" y="1436345"/>
                </a:cubicBezTo>
                <a:lnTo>
                  <a:pt x="21024" y="1436345"/>
                </a:lnTo>
                <a:cubicBezTo>
                  <a:pt x="16444" y="1421546"/>
                  <a:pt x="9819" y="1405910"/>
                  <a:pt x="1146" y="1389436"/>
                </a:cubicBezTo>
                <a:close/>
                <a:moveTo>
                  <a:pt x="757254" y="1027553"/>
                </a:moveTo>
                <a:lnTo>
                  <a:pt x="765267" y="1031231"/>
                </a:lnTo>
                <a:lnTo>
                  <a:pt x="763953" y="1031644"/>
                </a:lnTo>
                <a:cubicBezTo>
                  <a:pt x="759725" y="1041284"/>
                  <a:pt x="756320" y="1048549"/>
                  <a:pt x="753738" y="1053441"/>
                </a:cubicBezTo>
                <a:cubicBezTo>
                  <a:pt x="746699" y="1068956"/>
                  <a:pt x="742658" y="1077700"/>
                  <a:pt x="741615" y="1079671"/>
                </a:cubicBezTo>
                <a:lnTo>
                  <a:pt x="739480" y="1081892"/>
                </a:lnTo>
                <a:lnTo>
                  <a:pt x="731876" y="1079067"/>
                </a:lnTo>
                <a:lnTo>
                  <a:pt x="732692" y="1074974"/>
                </a:lnTo>
                <a:cubicBezTo>
                  <a:pt x="735524" y="1068516"/>
                  <a:pt x="739642" y="1060073"/>
                  <a:pt x="745042" y="1049646"/>
                </a:cubicBezTo>
                <a:lnTo>
                  <a:pt x="755072" y="1030142"/>
                </a:lnTo>
                <a:close/>
                <a:moveTo>
                  <a:pt x="1444272" y="678261"/>
                </a:moveTo>
                <a:lnTo>
                  <a:pt x="1444272" y="739587"/>
                </a:lnTo>
                <a:lnTo>
                  <a:pt x="1447546" y="739587"/>
                </a:lnTo>
                <a:lnTo>
                  <a:pt x="1447547" y="680494"/>
                </a:lnTo>
                <a:cubicBezTo>
                  <a:pt x="1457068" y="679607"/>
                  <a:pt x="1465106" y="679163"/>
                  <a:pt x="1471661" y="679163"/>
                </a:cubicBezTo>
                <a:lnTo>
                  <a:pt x="1481636" y="679801"/>
                </a:lnTo>
                <a:lnTo>
                  <a:pt x="1493222" y="681532"/>
                </a:lnTo>
                <a:lnTo>
                  <a:pt x="1499800" y="683306"/>
                </a:lnTo>
                <a:lnTo>
                  <a:pt x="1498792" y="682364"/>
                </a:lnTo>
                <a:lnTo>
                  <a:pt x="1493222" y="681532"/>
                </a:lnTo>
                <a:lnTo>
                  <a:pt x="1488410" y="680234"/>
                </a:lnTo>
                <a:lnTo>
                  <a:pt x="1481636" y="679801"/>
                </a:lnTo>
                <a:lnTo>
                  <a:pt x="1467405" y="677675"/>
                </a:lnTo>
                <a:cubicBezTo>
                  <a:pt x="1460209" y="677675"/>
                  <a:pt x="1452498" y="677871"/>
                  <a:pt x="1444272" y="678261"/>
                </a:cubicBezTo>
                <a:close/>
                <a:moveTo>
                  <a:pt x="659074" y="1043791"/>
                </a:moveTo>
                <a:cubicBezTo>
                  <a:pt x="652810" y="1049049"/>
                  <a:pt x="649679" y="1055597"/>
                  <a:pt x="649678" y="1063435"/>
                </a:cubicBezTo>
                <a:lnTo>
                  <a:pt x="657451" y="1080330"/>
                </a:lnTo>
                <a:lnTo>
                  <a:pt x="652358" y="1066298"/>
                </a:lnTo>
                <a:cubicBezTo>
                  <a:pt x="652357" y="1057790"/>
                  <a:pt x="655385" y="1050886"/>
                  <a:pt x="661440" y="1045587"/>
                </a:cubicBezTo>
                <a:cubicBezTo>
                  <a:pt x="667496" y="1040287"/>
                  <a:pt x="675285" y="1037637"/>
                  <a:pt x="684807" y="1037637"/>
                </a:cubicBezTo>
                <a:cubicBezTo>
                  <a:pt x="689248" y="1037637"/>
                  <a:pt x="693433" y="1038121"/>
                  <a:pt x="697363" y="1039088"/>
                </a:cubicBezTo>
                <a:lnTo>
                  <a:pt x="700100" y="1040169"/>
                </a:lnTo>
                <a:lnTo>
                  <a:pt x="697737" y="1038683"/>
                </a:lnTo>
                <a:cubicBezTo>
                  <a:pt x="693043" y="1036831"/>
                  <a:pt x="688075" y="1035904"/>
                  <a:pt x="682830" y="1035905"/>
                </a:cubicBezTo>
                <a:cubicBezTo>
                  <a:pt x="673256" y="1035904"/>
                  <a:pt x="665337" y="1038533"/>
                  <a:pt x="659074" y="1043791"/>
                </a:cubicBezTo>
                <a:close/>
                <a:moveTo>
                  <a:pt x="482247" y="1120141"/>
                </a:moveTo>
                <a:lnTo>
                  <a:pt x="482247" y="1196043"/>
                </a:lnTo>
                <a:lnTo>
                  <a:pt x="485521" y="1196044"/>
                </a:lnTo>
                <a:lnTo>
                  <a:pt x="485521" y="1121034"/>
                </a:lnTo>
                <a:lnTo>
                  <a:pt x="518342" y="1121034"/>
                </a:lnTo>
                <a:lnTo>
                  <a:pt x="517482" y="1120141"/>
                </a:lnTo>
                <a:close/>
                <a:moveTo>
                  <a:pt x="541183" y="1078683"/>
                </a:moveTo>
                <a:lnTo>
                  <a:pt x="551006" y="1081774"/>
                </a:lnTo>
                <a:lnTo>
                  <a:pt x="551006" y="1151007"/>
                </a:lnTo>
                <a:lnTo>
                  <a:pt x="541183" y="1148023"/>
                </a:lnTo>
                <a:close/>
                <a:moveTo>
                  <a:pt x="655208" y="1022287"/>
                </a:moveTo>
                <a:cubicBezTo>
                  <a:pt x="662730" y="1019757"/>
                  <a:pt x="671098" y="1018492"/>
                  <a:pt x="680311" y="1018492"/>
                </a:cubicBezTo>
                <a:cubicBezTo>
                  <a:pt x="691865" y="1018491"/>
                  <a:pt x="705398" y="1020588"/>
                  <a:pt x="720912" y="1024782"/>
                </a:cubicBezTo>
                <a:cubicBezTo>
                  <a:pt x="727669" y="1026641"/>
                  <a:pt x="732660" y="1027570"/>
                  <a:pt x="735882" y="1027570"/>
                </a:cubicBezTo>
                <a:cubicBezTo>
                  <a:pt x="740103" y="1027570"/>
                  <a:pt x="745248" y="1025928"/>
                  <a:pt x="751317" y="1022643"/>
                </a:cubicBezTo>
                <a:lnTo>
                  <a:pt x="756218" y="1025201"/>
                </a:lnTo>
                <a:cubicBezTo>
                  <a:pt x="750921" y="1033735"/>
                  <a:pt x="746803" y="1041607"/>
                  <a:pt x="743863" y="1048818"/>
                </a:cubicBezTo>
                <a:cubicBezTo>
                  <a:pt x="737893" y="1063499"/>
                  <a:pt x="733875" y="1072596"/>
                  <a:pt x="731809" y="1076109"/>
                </a:cubicBezTo>
                <a:lnTo>
                  <a:pt x="727404" y="1078360"/>
                </a:lnTo>
                <a:cubicBezTo>
                  <a:pt x="725809" y="1075968"/>
                  <a:pt x="724868" y="1074195"/>
                  <a:pt x="724581" y="1073042"/>
                </a:cubicBezTo>
                <a:lnTo>
                  <a:pt x="721255" y="1063323"/>
                </a:lnTo>
                <a:lnTo>
                  <a:pt x="718982" y="1064456"/>
                </a:lnTo>
                <a:cubicBezTo>
                  <a:pt x="707764" y="1053061"/>
                  <a:pt x="696456" y="1047364"/>
                  <a:pt x="685060" y="1047364"/>
                </a:cubicBezTo>
                <a:cubicBezTo>
                  <a:pt x="678498" y="1047364"/>
                  <a:pt x="673093" y="1049232"/>
                  <a:pt x="668847" y="1052969"/>
                </a:cubicBezTo>
                <a:cubicBezTo>
                  <a:pt x="664601" y="1056705"/>
                  <a:pt x="662478" y="1061439"/>
                  <a:pt x="662478" y="1067173"/>
                </a:cubicBezTo>
                <a:cubicBezTo>
                  <a:pt x="662478" y="1073453"/>
                  <a:pt x="666993" y="1080071"/>
                  <a:pt x="676026" y="1087027"/>
                </a:cubicBezTo>
                <a:lnTo>
                  <a:pt x="678442" y="1089194"/>
                </a:lnTo>
                <a:lnTo>
                  <a:pt x="677528" y="1090947"/>
                </a:lnTo>
                <a:lnTo>
                  <a:pt x="684169" y="1093975"/>
                </a:lnTo>
                <a:lnTo>
                  <a:pt x="708808" y="1099961"/>
                </a:lnTo>
                <a:cubicBezTo>
                  <a:pt x="727149" y="1104386"/>
                  <a:pt x="740904" y="1111474"/>
                  <a:pt x="750074" y="1121223"/>
                </a:cubicBezTo>
                <a:lnTo>
                  <a:pt x="750117" y="1121292"/>
                </a:lnTo>
                <a:lnTo>
                  <a:pt x="750117" y="1116467"/>
                </a:lnTo>
                <a:cubicBezTo>
                  <a:pt x="767394" y="1127564"/>
                  <a:pt x="776034" y="1142275"/>
                  <a:pt x="776034" y="1160599"/>
                </a:cubicBezTo>
                <a:cubicBezTo>
                  <a:pt x="776034" y="1180029"/>
                  <a:pt x="768519" y="1196474"/>
                  <a:pt x="753490" y="1209934"/>
                </a:cubicBezTo>
                <a:cubicBezTo>
                  <a:pt x="738460" y="1223395"/>
                  <a:pt x="720229" y="1230125"/>
                  <a:pt x="698794" y="1230125"/>
                </a:cubicBezTo>
                <a:cubicBezTo>
                  <a:pt x="687915" y="1230125"/>
                  <a:pt x="678185" y="1229033"/>
                  <a:pt x="669601" y="1226848"/>
                </a:cubicBezTo>
                <a:lnTo>
                  <a:pt x="646258" y="1221121"/>
                </a:lnTo>
                <a:cubicBezTo>
                  <a:pt x="640932" y="1219782"/>
                  <a:pt x="635344" y="1219112"/>
                  <a:pt x="629494" y="1219112"/>
                </a:cubicBezTo>
                <a:cubicBezTo>
                  <a:pt x="624441" y="1219112"/>
                  <a:pt x="618809" y="1220233"/>
                  <a:pt x="612597" y="1222474"/>
                </a:cubicBezTo>
                <a:lnTo>
                  <a:pt x="609493" y="1213894"/>
                </a:lnTo>
                <a:lnTo>
                  <a:pt x="602528" y="1226851"/>
                </a:lnTo>
                <a:lnTo>
                  <a:pt x="439617" y="1226851"/>
                </a:lnTo>
                <a:lnTo>
                  <a:pt x="436022" y="1217028"/>
                </a:lnTo>
                <a:lnTo>
                  <a:pt x="596984" y="1217028"/>
                </a:lnTo>
                <a:lnTo>
                  <a:pt x="600768" y="1211463"/>
                </a:lnTo>
                <a:cubicBezTo>
                  <a:pt x="587056" y="1199278"/>
                  <a:pt x="577181" y="1184253"/>
                  <a:pt x="571144" y="1166387"/>
                </a:cubicBezTo>
                <a:lnTo>
                  <a:pt x="581150" y="1168855"/>
                </a:lnTo>
                <a:cubicBezTo>
                  <a:pt x="583917" y="1175296"/>
                  <a:pt x="587627" y="1181821"/>
                  <a:pt x="592278" y="1188432"/>
                </a:cubicBezTo>
                <a:lnTo>
                  <a:pt x="605416" y="1204156"/>
                </a:lnTo>
                <a:lnTo>
                  <a:pt x="630510" y="1151909"/>
                </a:lnTo>
                <a:lnTo>
                  <a:pt x="638010" y="1153332"/>
                </a:lnTo>
                <a:lnTo>
                  <a:pt x="655042" y="1187786"/>
                </a:lnTo>
                <a:lnTo>
                  <a:pt x="655053" y="1187809"/>
                </a:lnTo>
                <a:lnTo>
                  <a:pt x="655055" y="1187810"/>
                </a:lnTo>
                <a:lnTo>
                  <a:pt x="655592" y="1188898"/>
                </a:lnTo>
                <a:lnTo>
                  <a:pt x="658079" y="1190226"/>
                </a:lnTo>
                <a:lnTo>
                  <a:pt x="655055" y="1187810"/>
                </a:lnTo>
                <a:lnTo>
                  <a:pt x="655042" y="1187786"/>
                </a:lnTo>
                <a:lnTo>
                  <a:pt x="642281" y="1159839"/>
                </a:lnTo>
                <a:lnTo>
                  <a:pt x="651632" y="1158472"/>
                </a:lnTo>
                <a:cubicBezTo>
                  <a:pt x="655424" y="1176596"/>
                  <a:pt x="665285" y="1189367"/>
                  <a:pt x="681216" y="1196785"/>
                </a:cubicBezTo>
                <a:lnTo>
                  <a:pt x="681217" y="1199068"/>
                </a:lnTo>
                <a:lnTo>
                  <a:pt x="693695" y="1200806"/>
                </a:lnTo>
                <a:cubicBezTo>
                  <a:pt x="706041" y="1200806"/>
                  <a:pt x="715732" y="1198046"/>
                  <a:pt x="722767" y="1192528"/>
                </a:cubicBezTo>
                <a:cubicBezTo>
                  <a:pt x="729803" y="1187008"/>
                  <a:pt x="733320" y="1179626"/>
                  <a:pt x="733320" y="1170382"/>
                </a:cubicBezTo>
                <a:lnTo>
                  <a:pt x="732000" y="1162630"/>
                </a:lnTo>
                <a:lnTo>
                  <a:pt x="729097" y="1163988"/>
                </a:lnTo>
                <a:cubicBezTo>
                  <a:pt x="723939" y="1158606"/>
                  <a:pt x="718941" y="1154810"/>
                  <a:pt x="714103" y="1152599"/>
                </a:cubicBezTo>
                <a:cubicBezTo>
                  <a:pt x="709265" y="1150387"/>
                  <a:pt x="699703" y="1147604"/>
                  <a:pt x="685418" y="1144251"/>
                </a:cubicBezTo>
                <a:cubicBezTo>
                  <a:pt x="664179" y="1139337"/>
                  <a:pt x="649698" y="1134976"/>
                  <a:pt x="641973" y="1131167"/>
                </a:cubicBezTo>
                <a:cubicBezTo>
                  <a:pt x="634249" y="1127359"/>
                  <a:pt x="629584" y="1120708"/>
                  <a:pt x="627980" y="1111216"/>
                </a:cubicBezTo>
                <a:lnTo>
                  <a:pt x="637535" y="1114603"/>
                </a:lnTo>
                <a:lnTo>
                  <a:pt x="630822" y="1110106"/>
                </a:lnTo>
                <a:cubicBezTo>
                  <a:pt x="622062" y="1101239"/>
                  <a:pt x="617681" y="1088952"/>
                  <a:pt x="617681" y="1073246"/>
                </a:cubicBezTo>
                <a:cubicBezTo>
                  <a:pt x="617680" y="1056987"/>
                  <a:pt x="623513" y="1043796"/>
                  <a:pt x="635176" y="1033674"/>
                </a:cubicBezTo>
                <a:cubicBezTo>
                  <a:pt x="641008" y="1028613"/>
                  <a:pt x="647685" y="1024818"/>
                  <a:pt x="655208" y="1022287"/>
                </a:cubicBezTo>
                <a:close/>
                <a:moveTo>
                  <a:pt x="1387117" y="659816"/>
                </a:moveTo>
                <a:lnTo>
                  <a:pt x="1548875" y="659816"/>
                </a:lnTo>
                <a:lnTo>
                  <a:pt x="1546101" y="667113"/>
                </a:lnTo>
                <a:cubicBezTo>
                  <a:pt x="1536261" y="679166"/>
                  <a:pt x="1527583" y="693596"/>
                  <a:pt x="1520067" y="710403"/>
                </a:cubicBezTo>
                <a:cubicBezTo>
                  <a:pt x="1517072" y="707000"/>
                  <a:pt x="1515331" y="704771"/>
                  <a:pt x="1514845" y="703715"/>
                </a:cubicBezTo>
                <a:lnTo>
                  <a:pt x="1514542" y="703186"/>
                </a:lnTo>
                <a:lnTo>
                  <a:pt x="1508993" y="700999"/>
                </a:lnTo>
                <a:cubicBezTo>
                  <a:pt x="1501878" y="695330"/>
                  <a:pt x="1496729" y="691960"/>
                  <a:pt x="1493546" y="690890"/>
                </a:cubicBezTo>
                <a:cubicBezTo>
                  <a:pt x="1490365" y="689819"/>
                  <a:pt x="1483816" y="689284"/>
                  <a:pt x="1473900" y="689284"/>
                </a:cubicBezTo>
                <a:cubicBezTo>
                  <a:pt x="1470892" y="689284"/>
                  <a:pt x="1465407" y="689499"/>
                  <a:pt x="1457448" y="689930"/>
                </a:cubicBezTo>
                <a:lnTo>
                  <a:pt x="1457369" y="689935"/>
                </a:lnTo>
                <a:lnTo>
                  <a:pt x="1457369" y="739588"/>
                </a:lnTo>
                <a:lnTo>
                  <a:pt x="1479512" y="739587"/>
                </a:lnTo>
                <a:lnTo>
                  <a:pt x="1502911" y="713801"/>
                </a:lnTo>
                <a:lnTo>
                  <a:pt x="1502910" y="782490"/>
                </a:lnTo>
                <a:lnTo>
                  <a:pt x="1488165" y="767181"/>
                </a:lnTo>
                <a:lnTo>
                  <a:pt x="1489088" y="768758"/>
                </a:lnTo>
                <a:lnTo>
                  <a:pt x="1457369" y="768758"/>
                </a:lnTo>
                <a:lnTo>
                  <a:pt x="1457369" y="834093"/>
                </a:lnTo>
                <a:cubicBezTo>
                  <a:pt x="1474810" y="834094"/>
                  <a:pt x="1487437" y="832772"/>
                  <a:pt x="1495252" y="830128"/>
                </a:cubicBezTo>
                <a:cubicBezTo>
                  <a:pt x="1503068" y="827485"/>
                  <a:pt x="1510021" y="821844"/>
                  <a:pt x="1516115" y="813204"/>
                </a:cubicBezTo>
                <a:lnTo>
                  <a:pt x="1521251" y="801414"/>
                </a:lnTo>
                <a:cubicBezTo>
                  <a:pt x="1521409" y="801098"/>
                  <a:pt x="1523274" y="799525"/>
                  <a:pt x="1526844" y="796695"/>
                </a:cubicBezTo>
                <a:cubicBezTo>
                  <a:pt x="1530506" y="808690"/>
                  <a:pt x="1534141" y="817789"/>
                  <a:pt x="1537750" y="823991"/>
                </a:cubicBezTo>
                <a:cubicBezTo>
                  <a:pt x="1541359" y="830193"/>
                  <a:pt x="1547694" y="839166"/>
                  <a:pt x="1556756" y="850911"/>
                </a:cubicBezTo>
                <a:lnTo>
                  <a:pt x="1387117" y="850911"/>
                </a:lnTo>
                <a:lnTo>
                  <a:pt x="1409298" y="829501"/>
                </a:lnTo>
                <a:lnTo>
                  <a:pt x="1409297" y="768758"/>
                </a:lnTo>
                <a:cubicBezTo>
                  <a:pt x="1403829" y="769673"/>
                  <a:pt x="1397129" y="772205"/>
                  <a:pt x="1389201" y="776355"/>
                </a:cubicBezTo>
                <a:lnTo>
                  <a:pt x="1385076" y="769572"/>
                </a:lnTo>
                <a:cubicBezTo>
                  <a:pt x="1392199" y="763932"/>
                  <a:pt x="1400273" y="760559"/>
                  <a:pt x="1409298" y="759451"/>
                </a:cubicBezTo>
                <a:lnTo>
                  <a:pt x="1409298" y="757879"/>
                </a:lnTo>
                <a:cubicBezTo>
                  <a:pt x="1409384" y="757889"/>
                  <a:pt x="1409209" y="757893"/>
                  <a:pt x="1408772" y="757893"/>
                </a:cubicBezTo>
                <a:cubicBezTo>
                  <a:pt x="1399657" y="757893"/>
                  <a:pt x="1389619" y="761515"/>
                  <a:pt x="1378655" y="768758"/>
                </a:cubicBezTo>
                <a:cubicBezTo>
                  <a:pt x="1383613" y="749311"/>
                  <a:pt x="1393827" y="739588"/>
                  <a:pt x="1409298" y="739587"/>
                </a:cubicBezTo>
                <a:lnTo>
                  <a:pt x="1409297" y="681742"/>
                </a:lnTo>
                <a:close/>
                <a:moveTo>
                  <a:pt x="589015" y="1028910"/>
                </a:moveTo>
                <a:lnTo>
                  <a:pt x="593882" y="1035100"/>
                </a:lnTo>
                <a:lnTo>
                  <a:pt x="592489" y="1037725"/>
                </a:lnTo>
                <a:cubicBezTo>
                  <a:pt x="580664" y="1053619"/>
                  <a:pt x="572173" y="1067498"/>
                  <a:pt x="567018" y="1079362"/>
                </a:cubicBezTo>
                <a:lnTo>
                  <a:pt x="560494" y="1073821"/>
                </a:lnTo>
                <a:cubicBezTo>
                  <a:pt x="567281" y="1057369"/>
                  <a:pt x="576787" y="1042399"/>
                  <a:pt x="589015" y="1028910"/>
                </a:cubicBezTo>
                <a:close/>
                <a:moveTo>
                  <a:pt x="1267613" y="692409"/>
                </a:moveTo>
                <a:lnTo>
                  <a:pt x="1267613" y="747924"/>
                </a:lnTo>
                <a:cubicBezTo>
                  <a:pt x="1284174" y="747924"/>
                  <a:pt x="1296599" y="745322"/>
                  <a:pt x="1304888" y="740119"/>
                </a:cubicBezTo>
                <a:cubicBezTo>
                  <a:pt x="1313177" y="734916"/>
                  <a:pt x="1317322" y="726838"/>
                  <a:pt x="1317321" y="715889"/>
                </a:cubicBezTo>
                <a:lnTo>
                  <a:pt x="1315164" y="703211"/>
                </a:lnTo>
                <a:lnTo>
                  <a:pt x="1309316" y="699224"/>
                </a:lnTo>
                <a:cubicBezTo>
                  <a:pt x="1306333" y="697453"/>
                  <a:pt x="1303589" y="696105"/>
                  <a:pt x="1301082" y="695181"/>
                </a:cubicBezTo>
                <a:cubicBezTo>
                  <a:pt x="1296070" y="693333"/>
                  <a:pt x="1288881" y="692409"/>
                  <a:pt x="1279517" y="692409"/>
                </a:cubicBezTo>
                <a:close/>
                <a:moveTo>
                  <a:pt x="1256005" y="680614"/>
                </a:moveTo>
                <a:lnTo>
                  <a:pt x="1256005" y="747924"/>
                </a:lnTo>
                <a:lnTo>
                  <a:pt x="1253724" y="747924"/>
                </a:lnTo>
                <a:lnTo>
                  <a:pt x="1257492" y="748055"/>
                </a:lnTo>
                <a:lnTo>
                  <a:pt x="1257493" y="682884"/>
                </a:lnTo>
                <a:lnTo>
                  <a:pt x="1276454" y="682884"/>
                </a:lnTo>
                <a:cubicBezTo>
                  <a:pt x="1282872" y="682884"/>
                  <a:pt x="1288393" y="683189"/>
                  <a:pt x="1293019" y="683798"/>
                </a:cubicBezTo>
                <a:lnTo>
                  <a:pt x="1297699" y="684945"/>
                </a:lnTo>
                <a:lnTo>
                  <a:pt x="1291602" y="682316"/>
                </a:lnTo>
                <a:cubicBezTo>
                  <a:pt x="1285491" y="680909"/>
                  <a:pt x="1278166" y="680205"/>
                  <a:pt x="1269625" y="680205"/>
                </a:cubicBezTo>
                <a:cubicBezTo>
                  <a:pt x="1265160" y="680205"/>
                  <a:pt x="1260620" y="680342"/>
                  <a:pt x="1256005" y="680614"/>
                </a:cubicBezTo>
                <a:close/>
                <a:moveTo>
                  <a:pt x="482247" y="1040211"/>
                </a:moveTo>
                <a:lnTo>
                  <a:pt x="482247" y="1101538"/>
                </a:lnTo>
                <a:lnTo>
                  <a:pt x="485521" y="1101538"/>
                </a:lnTo>
                <a:lnTo>
                  <a:pt x="485521" y="1042444"/>
                </a:lnTo>
                <a:cubicBezTo>
                  <a:pt x="495043" y="1041557"/>
                  <a:pt x="503081" y="1041114"/>
                  <a:pt x="509637" y="1041113"/>
                </a:cubicBezTo>
                <a:lnTo>
                  <a:pt x="519609" y="1041751"/>
                </a:lnTo>
                <a:lnTo>
                  <a:pt x="531200" y="1043483"/>
                </a:lnTo>
                <a:lnTo>
                  <a:pt x="537775" y="1045256"/>
                </a:lnTo>
                <a:lnTo>
                  <a:pt x="536767" y="1044315"/>
                </a:lnTo>
                <a:lnTo>
                  <a:pt x="531200" y="1043483"/>
                </a:lnTo>
                <a:lnTo>
                  <a:pt x="526385" y="1042184"/>
                </a:lnTo>
                <a:lnTo>
                  <a:pt x="519609" y="1041751"/>
                </a:lnTo>
                <a:lnTo>
                  <a:pt x="505381" y="1039625"/>
                </a:lnTo>
                <a:cubicBezTo>
                  <a:pt x="498184" y="1039625"/>
                  <a:pt x="490473" y="1039820"/>
                  <a:pt x="482247" y="1040211"/>
                </a:cubicBezTo>
                <a:close/>
                <a:moveTo>
                  <a:pt x="26447" y="1217028"/>
                </a:moveTo>
                <a:lnTo>
                  <a:pt x="187409" y="1217028"/>
                </a:lnTo>
                <a:lnTo>
                  <a:pt x="191193" y="1211464"/>
                </a:lnTo>
                <a:cubicBezTo>
                  <a:pt x="177480" y="1199278"/>
                  <a:pt x="167606" y="1184253"/>
                  <a:pt x="161569" y="1166387"/>
                </a:cubicBezTo>
                <a:lnTo>
                  <a:pt x="171575" y="1168854"/>
                </a:lnTo>
                <a:cubicBezTo>
                  <a:pt x="177110" y="1181737"/>
                  <a:pt x="186413" y="1194958"/>
                  <a:pt x="199483" y="1208515"/>
                </a:cubicBezTo>
                <a:lnTo>
                  <a:pt x="201818" y="1210359"/>
                </a:lnTo>
                <a:lnTo>
                  <a:pt x="192953" y="1226851"/>
                </a:lnTo>
                <a:lnTo>
                  <a:pt x="30042" y="1226851"/>
                </a:lnTo>
                <a:close/>
                <a:moveTo>
                  <a:pt x="1202336" y="659816"/>
                </a:moveTo>
                <a:lnTo>
                  <a:pt x="1270762" y="659816"/>
                </a:lnTo>
                <a:cubicBezTo>
                  <a:pt x="1299158" y="659816"/>
                  <a:pt x="1319502" y="663825"/>
                  <a:pt x="1331791" y="671845"/>
                </a:cubicBezTo>
                <a:cubicBezTo>
                  <a:pt x="1347743" y="682097"/>
                  <a:pt x="1355720" y="696285"/>
                  <a:pt x="1355719" y="714408"/>
                </a:cubicBezTo>
                <a:cubicBezTo>
                  <a:pt x="1355719" y="725451"/>
                  <a:pt x="1352658" y="735069"/>
                  <a:pt x="1346535" y="743263"/>
                </a:cubicBezTo>
                <a:cubicBezTo>
                  <a:pt x="1340412" y="751457"/>
                  <a:pt x="1331866" y="757365"/>
                  <a:pt x="1320896" y="760986"/>
                </a:cubicBezTo>
                <a:cubicBezTo>
                  <a:pt x="1310308" y="764481"/>
                  <a:pt x="1293596" y="766228"/>
                  <a:pt x="1270762" y="766228"/>
                </a:cubicBezTo>
                <a:lnTo>
                  <a:pt x="1256005" y="766228"/>
                </a:lnTo>
                <a:lnTo>
                  <a:pt x="1256005" y="832738"/>
                </a:lnTo>
                <a:lnTo>
                  <a:pt x="1257493" y="834437"/>
                </a:lnTo>
                <a:lnTo>
                  <a:pt x="1257493" y="767663"/>
                </a:lnTo>
                <a:cubicBezTo>
                  <a:pt x="1267565" y="768194"/>
                  <a:pt x="1277550" y="768460"/>
                  <a:pt x="1287447" y="768461"/>
                </a:cubicBezTo>
                <a:cubicBezTo>
                  <a:pt x="1311903" y="768460"/>
                  <a:pt x="1329867" y="764278"/>
                  <a:pt x="1341339" y="755913"/>
                </a:cubicBezTo>
                <a:cubicBezTo>
                  <a:pt x="1352811" y="747549"/>
                  <a:pt x="1358547" y="734711"/>
                  <a:pt x="1358548" y="717400"/>
                </a:cubicBezTo>
                <a:cubicBezTo>
                  <a:pt x="1358547" y="710285"/>
                  <a:pt x="1357438" y="704066"/>
                  <a:pt x="1355218" y="698743"/>
                </a:cubicBezTo>
                <a:cubicBezTo>
                  <a:pt x="1352999" y="693421"/>
                  <a:pt x="1348662" y="685650"/>
                  <a:pt x="1342207" y="675431"/>
                </a:cubicBezTo>
                <a:cubicBezTo>
                  <a:pt x="1351715" y="678889"/>
                  <a:pt x="1358404" y="684550"/>
                  <a:pt x="1362271" y="692416"/>
                </a:cubicBezTo>
                <a:cubicBezTo>
                  <a:pt x="1366138" y="700282"/>
                  <a:pt x="1368072" y="709086"/>
                  <a:pt x="1368072" y="718826"/>
                </a:cubicBezTo>
                <a:cubicBezTo>
                  <a:pt x="1368072" y="741065"/>
                  <a:pt x="1359357" y="757109"/>
                  <a:pt x="1341930" y="766958"/>
                </a:cubicBezTo>
                <a:cubicBezTo>
                  <a:pt x="1329130" y="774210"/>
                  <a:pt x="1307502" y="777836"/>
                  <a:pt x="1277045" y="777836"/>
                </a:cubicBezTo>
                <a:cubicBezTo>
                  <a:pt x="1271957" y="777836"/>
                  <a:pt x="1268813" y="777744"/>
                  <a:pt x="1267613" y="777558"/>
                </a:cubicBezTo>
                <a:lnTo>
                  <a:pt x="1267613" y="833865"/>
                </a:lnTo>
                <a:lnTo>
                  <a:pt x="1290523" y="864901"/>
                </a:lnTo>
                <a:lnTo>
                  <a:pt x="1213116" y="864901"/>
                </a:lnTo>
                <a:lnTo>
                  <a:pt x="1207443" y="855078"/>
                </a:lnTo>
                <a:lnTo>
                  <a:pt x="1276103" y="855078"/>
                </a:lnTo>
                <a:lnTo>
                  <a:pt x="1273087" y="852245"/>
                </a:lnTo>
                <a:lnTo>
                  <a:pt x="1273743" y="852995"/>
                </a:lnTo>
                <a:lnTo>
                  <a:pt x="1199854" y="852995"/>
                </a:lnTo>
                <a:lnTo>
                  <a:pt x="1220137" y="831559"/>
                </a:lnTo>
                <a:lnTo>
                  <a:pt x="1220137" y="777295"/>
                </a:lnTo>
                <a:lnTo>
                  <a:pt x="1210385" y="778358"/>
                </a:lnTo>
                <a:cubicBezTo>
                  <a:pt x="1206797" y="779103"/>
                  <a:pt x="1203040" y="780221"/>
                  <a:pt x="1199113" y="781711"/>
                </a:cubicBezTo>
                <a:lnTo>
                  <a:pt x="1196206" y="774946"/>
                </a:lnTo>
                <a:cubicBezTo>
                  <a:pt x="1204209" y="770034"/>
                  <a:pt x="1211038" y="767579"/>
                  <a:pt x="1216693" y="767579"/>
                </a:cubicBezTo>
                <a:lnTo>
                  <a:pt x="1220137" y="767579"/>
                </a:lnTo>
                <a:lnTo>
                  <a:pt x="1220137" y="765989"/>
                </a:lnTo>
                <a:cubicBezTo>
                  <a:pt x="1219694" y="765950"/>
                  <a:pt x="1219178" y="765930"/>
                  <a:pt x="1218591" y="765930"/>
                </a:cubicBezTo>
                <a:cubicBezTo>
                  <a:pt x="1208946" y="765930"/>
                  <a:pt x="1200404" y="768415"/>
                  <a:pt x="1192964" y="773385"/>
                </a:cubicBezTo>
                <a:lnTo>
                  <a:pt x="1189201" y="768396"/>
                </a:lnTo>
                <a:cubicBezTo>
                  <a:pt x="1195930" y="755441"/>
                  <a:pt x="1206448" y="748971"/>
                  <a:pt x="1220755" y="748987"/>
                </a:cubicBezTo>
                <a:lnTo>
                  <a:pt x="1220137" y="749015"/>
                </a:lnTo>
                <a:lnTo>
                  <a:pt x="1220136" y="681756"/>
                </a:lnTo>
                <a:close/>
                <a:moveTo>
                  <a:pt x="425092" y="1021766"/>
                </a:moveTo>
                <a:lnTo>
                  <a:pt x="586850" y="1021766"/>
                </a:lnTo>
                <a:lnTo>
                  <a:pt x="584075" y="1029063"/>
                </a:lnTo>
                <a:cubicBezTo>
                  <a:pt x="574236" y="1041117"/>
                  <a:pt x="565559" y="1055546"/>
                  <a:pt x="558042" y="1072353"/>
                </a:cubicBezTo>
                <a:cubicBezTo>
                  <a:pt x="555047" y="1068951"/>
                  <a:pt x="553306" y="1066721"/>
                  <a:pt x="552819" y="1065665"/>
                </a:cubicBezTo>
                <a:lnTo>
                  <a:pt x="552516" y="1065136"/>
                </a:lnTo>
                <a:lnTo>
                  <a:pt x="546969" y="1062949"/>
                </a:lnTo>
                <a:cubicBezTo>
                  <a:pt x="539852" y="1057280"/>
                  <a:pt x="534704" y="1053910"/>
                  <a:pt x="531522" y="1052839"/>
                </a:cubicBezTo>
                <a:cubicBezTo>
                  <a:pt x="528340" y="1051769"/>
                  <a:pt x="521791" y="1051234"/>
                  <a:pt x="511876" y="1051234"/>
                </a:cubicBezTo>
                <a:cubicBezTo>
                  <a:pt x="508866" y="1051234"/>
                  <a:pt x="503382" y="1051449"/>
                  <a:pt x="495423" y="1051880"/>
                </a:cubicBezTo>
                <a:lnTo>
                  <a:pt x="495344" y="1051885"/>
                </a:lnTo>
                <a:lnTo>
                  <a:pt x="495344" y="1101538"/>
                </a:lnTo>
                <a:lnTo>
                  <a:pt x="517486" y="1101538"/>
                </a:lnTo>
                <a:lnTo>
                  <a:pt x="540885" y="1075751"/>
                </a:lnTo>
                <a:lnTo>
                  <a:pt x="540885" y="1144440"/>
                </a:lnTo>
                <a:lnTo>
                  <a:pt x="526141" y="1129131"/>
                </a:lnTo>
                <a:lnTo>
                  <a:pt x="527063" y="1130708"/>
                </a:lnTo>
                <a:lnTo>
                  <a:pt x="495344" y="1130708"/>
                </a:lnTo>
                <a:lnTo>
                  <a:pt x="495344" y="1196043"/>
                </a:lnTo>
                <a:cubicBezTo>
                  <a:pt x="512785" y="1196043"/>
                  <a:pt x="525413" y="1194722"/>
                  <a:pt x="533228" y="1192079"/>
                </a:cubicBezTo>
                <a:cubicBezTo>
                  <a:pt x="541043" y="1189435"/>
                  <a:pt x="547996" y="1183794"/>
                  <a:pt x="554089" y="1175154"/>
                </a:cubicBezTo>
                <a:lnTo>
                  <a:pt x="559226" y="1163364"/>
                </a:lnTo>
                <a:cubicBezTo>
                  <a:pt x="559384" y="1163048"/>
                  <a:pt x="561248" y="1161475"/>
                  <a:pt x="564819" y="1158646"/>
                </a:cubicBezTo>
                <a:cubicBezTo>
                  <a:pt x="568480" y="1170641"/>
                  <a:pt x="572116" y="1179739"/>
                  <a:pt x="575725" y="1185941"/>
                </a:cubicBezTo>
                <a:cubicBezTo>
                  <a:pt x="579334" y="1192143"/>
                  <a:pt x="585670" y="1201116"/>
                  <a:pt x="594731" y="1212861"/>
                </a:cubicBezTo>
                <a:lnTo>
                  <a:pt x="425092" y="1212861"/>
                </a:lnTo>
                <a:lnTo>
                  <a:pt x="447272" y="1191451"/>
                </a:lnTo>
                <a:lnTo>
                  <a:pt x="447272" y="1130708"/>
                </a:lnTo>
                <a:cubicBezTo>
                  <a:pt x="441803" y="1131623"/>
                  <a:pt x="435104" y="1134155"/>
                  <a:pt x="427176" y="1138305"/>
                </a:cubicBezTo>
                <a:lnTo>
                  <a:pt x="423051" y="1131522"/>
                </a:lnTo>
                <a:cubicBezTo>
                  <a:pt x="430174" y="1125882"/>
                  <a:pt x="438248" y="1122508"/>
                  <a:pt x="447272" y="1121402"/>
                </a:cubicBezTo>
                <a:lnTo>
                  <a:pt x="447272" y="1119830"/>
                </a:lnTo>
                <a:cubicBezTo>
                  <a:pt x="447359" y="1119839"/>
                  <a:pt x="447184" y="1119843"/>
                  <a:pt x="446747" y="1119844"/>
                </a:cubicBezTo>
                <a:cubicBezTo>
                  <a:pt x="437633" y="1119844"/>
                  <a:pt x="427594" y="1123465"/>
                  <a:pt x="416630" y="1130708"/>
                </a:cubicBezTo>
                <a:cubicBezTo>
                  <a:pt x="421588" y="1111261"/>
                  <a:pt x="431802" y="1101538"/>
                  <a:pt x="447273" y="1101538"/>
                </a:cubicBezTo>
                <a:lnTo>
                  <a:pt x="447272" y="1043692"/>
                </a:lnTo>
                <a:close/>
                <a:moveTo>
                  <a:pt x="429711" y="979157"/>
                </a:moveTo>
                <a:lnTo>
                  <a:pt x="429710" y="989326"/>
                </a:lnTo>
                <a:lnTo>
                  <a:pt x="427325" y="991716"/>
                </a:lnTo>
                <a:cubicBezTo>
                  <a:pt x="419269" y="999392"/>
                  <a:pt x="412352" y="1007054"/>
                  <a:pt x="406573" y="1014701"/>
                </a:cubicBezTo>
                <a:cubicBezTo>
                  <a:pt x="400793" y="1022349"/>
                  <a:pt x="392107" y="1035385"/>
                  <a:pt x="380514" y="1053810"/>
                </a:cubicBezTo>
                <a:lnTo>
                  <a:pt x="328210" y="1136221"/>
                </a:lnTo>
                <a:lnTo>
                  <a:pt x="328210" y="1191593"/>
                </a:lnTo>
                <a:lnTo>
                  <a:pt x="354169" y="1226851"/>
                </a:lnTo>
                <a:lnTo>
                  <a:pt x="257817" y="1226851"/>
                </a:lnTo>
                <a:lnTo>
                  <a:pt x="255054" y="1217028"/>
                </a:lnTo>
                <a:lnTo>
                  <a:pt x="340337" y="1217028"/>
                </a:lnTo>
                <a:lnTo>
                  <a:pt x="318238" y="1193667"/>
                </a:lnTo>
                <a:lnTo>
                  <a:pt x="318238" y="1133419"/>
                </a:lnTo>
                <a:lnTo>
                  <a:pt x="372435" y="1047827"/>
                </a:lnTo>
                <a:lnTo>
                  <a:pt x="386572" y="1033004"/>
                </a:lnTo>
                <a:cubicBezTo>
                  <a:pt x="398000" y="1009682"/>
                  <a:pt x="412380" y="991733"/>
                  <a:pt x="429711" y="979157"/>
                </a:cubicBezTo>
                <a:close/>
                <a:moveTo>
                  <a:pt x="1058734" y="681568"/>
                </a:moveTo>
                <a:cubicBezTo>
                  <a:pt x="1041420" y="692034"/>
                  <a:pt x="1032762" y="718198"/>
                  <a:pt x="1032763" y="760061"/>
                </a:cubicBezTo>
                <a:cubicBezTo>
                  <a:pt x="1032763" y="779350"/>
                  <a:pt x="1034893" y="795023"/>
                  <a:pt x="1039154" y="807079"/>
                </a:cubicBezTo>
                <a:lnTo>
                  <a:pt x="1046046" y="816182"/>
                </a:lnTo>
                <a:lnTo>
                  <a:pt x="1051794" y="826159"/>
                </a:lnTo>
                <a:lnTo>
                  <a:pt x="1057161" y="830861"/>
                </a:lnTo>
                <a:lnTo>
                  <a:pt x="1058325" y="832397"/>
                </a:lnTo>
                <a:lnTo>
                  <a:pt x="1059393" y="832815"/>
                </a:lnTo>
                <a:lnTo>
                  <a:pt x="1057161" y="830861"/>
                </a:lnTo>
                <a:lnTo>
                  <a:pt x="1046046" y="816182"/>
                </a:lnTo>
                <a:lnTo>
                  <a:pt x="1042600" y="810200"/>
                </a:lnTo>
                <a:cubicBezTo>
                  <a:pt x="1038323" y="798549"/>
                  <a:pt x="1036185" y="782911"/>
                  <a:pt x="1036186" y="763284"/>
                </a:cubicBezTo>
                <a:cubicBezTo>
                  <a:pt x="1036185" y="707303"/>
                  <a:pt x="1051368" y="679312"/>
                  <a:pt x="1081734" y="679312"/>
                </a:cubicBezTo>
                <a:lnTo>
                  <a:pt x="1086523" y="680548"/>
                </a:lnTo>
                <a:lnTo>
                  <a:pt x="1107787" y="692353"/>
                </a:lnTo>
                <a:lnTo>
                  <a:pt x="1113288" y="698313"/>
                </a:lnTo>
                <a:lnTo>
                  <a:pt x="1106697" y="696744"/>
                </a:lnTo>
                <a:cubicBezTo>
                  <a:pt x="1097466" y="691572"/>
                  <a:pt x="1089234" y="688986"/>
                  <a:pt x="1082001" y="688986"/>
                </a:cubicBezTo>
                <a:cubicBezTo>
                  <a:pt x="1058501" y="688986"/>
                  <a:pt x="1046752" y="713157"/>
                  <a:pt x="1046753" y="761498"/>
                </a:cubicBezTo>
                <a:cubicBezTo>
                  <a:pt x="1046752" y="797350"/>
                  <a:pt x="1054679" y="821599"/>
                  <a:pt x="1070532" y="834245"/>
                </a:cubicBezTo>
                <a:lnTo>
                  <a:pt x="1068946" y="836171"/>
                </a:lnTo>
                <a:lnTo>
                  <a:pt x="1078206" y="837219"/>
                </a:lnTo>
                <a:cubicBezTo>
                  <a:pt x="1092109" y="837219"/>
                  <a:pt x="1102794" y="830507"/>
                  <a:pt x="1110262" y="817082"/>
                </a:cubicBezTo>
                <a:cubicBezTo>
                  <a:pt x="1117730" y="803657"/>
                  <a:pt x="1121464" y="783580"/>
                  <a:pt x="1121464" y="756850"/>
                </a:cubicBezTo>
                <a:cubicBezTo>
                  <a:pt x="1121464" y="726609"/>
                  <a:pt x="1118681" y="706097"/>
                  <a:pt x="1113116" y="695311"/>
                </a:cubicBezTo>
                <a:lnTo>
                  <a:pt x="1107787" y="692353"/>
                </a:lnTo>
                <a:lnTo>
                  <a:pt x="1100135" y="684063"/>
                </a:lnTo>
                <a:lnTo>
                  <a:pt x="1086523" y="680548"/>
                </a:lnTo>
                <a:lnTo>
                  <a:pt x="1078934" y="676336"/>
                </a:lnTo>
                <a:cubicBezTo>
                  <a:pt x="1071239" y="676336"/>
                  <a:pt x="1064506" y="678080"/>
                  <a:pt x="1058734" y="681568"/>
                </a:cubicBezTo>
                <a:close/>
                <a:moveTo>
                  <a:pt x="72672" y="1120141"/>
                </a:moveTo>
                <a:lnTo>
                  <a:pt x="72672" y="1196043"/>
                </a:lnTo>
                <a:lnTo>
                  <a:pt x="75946" y="1196043"/>
                </a:lnTo>
                <a:lnTo>
                  <a:pt x="75946" y="1121034"/>
                </a:lnTo>
                <a:lnTo>
                  <a:pt x="108767" y="1121034"/>
                </a:lnTo>
                <a:lnTo>
                  <a:pt x="107907" y="1120141"/>
                </a:lnTo>
                <a:close/>
                <a:moveTo>
                  <a:pt x="1044434" y="664610"/>
                </a:moveTo>
                <a:cubicBezTo>
                  <a:pt x="1054625" y="660124"/>
                  <a:pt x="1066129" y="657881"/>
                  <a:pt x="1078945" y="657881"/>
                </a:cubicBezTo>
                <a:cubicBezTo>
                  <a:pt x="1091274" y="657881"/>
                  <a:pt x="1102358" y="660202"/>
                  <a:pt x="1112195" y="664845"/>
                </a:cubicBezTo>
                <a:lnTo>
                  <a:pt x="1122508" y="671340"/>
                </a:lnTo>
                <a:lnTo>
                  <a:pt x="1122508" y="665362"/>
                </a:lnTo>
                <a:cubicBezTo>
                  <a:pt x="1139982" y="672626"/>
                  <a:pt x="1152882" y="684637"/>
                  <a:pt x="1161210" y="701392"/>
                </a:cubicBezTo>
                <a:cubicBezTo>
                  <a:pt x="1169539" y="718148"/>
                  <a:pt x="1173702" y="737383"/>
                  <a:pt x="1173703" y="759096"/>
                </a:cubicBezTo>
                <a:cubicBezTo>
                  <a:pt x="1173702" y="791099"/>
                  <a:pt x="1165480" y="817056"/>
                  <a:pt x="1149035" y="836968"/>
                </a:cubicBezTo>
                <a:cubicBezTo>
                  <a:pt x="1132591" y="856879"/>
                  <a:pt x="1110927" y="866836"/>
                  <a:pt x="1084043" y="866835"/>
                </a:cubicBezTo>
                <a:cubicBezTo>
                  <a:pt x="1066782" y="866836"/>
                  <a:pt x="1050321" y="860740"/>
                  <a:pt x="1034662" y="848549"/>
                </a:cubicBezTo>
                <a:lnTo>
                  <a:pt x="1034662" y="843342"/>
                </a:lnTo>
                <a:cubicBezTo>
                  <a:pt x="1049408" y="852258"/>
                  <a:pt x="1065538" y="856715"/>
                  <a:pt x="1083047" y="856716"/>
                </a:cubicBezTo>
                <a:cubicBezTo>
                  <a:pt x="1106567" y="856716"/>
                  <a:pt x="1125894" y="847835"/>
                  <a:pt x="1141030" y="830073"/>
                </a:cubicBezTo>
                <a:cubicBezTo>
                  <a:pt x="1156163" y="812311"/>
                  <a:pt x="1163731" y="789489"/>
                  <a:pt x="1163732" y="761607"/>
                </a:cubicBezTo>
                <a:cubicBezTo>
                  <a:pt x="1163731" y="740788"/>
                  <a:pt x="1160247" y="722617"/>
                  <a:pt x="1153280" y="707095"/>
                </a:cubicBezTo>
                <a:cubicBezTo>
                  <a:pt x="1149796" y="699334"/>
                  <a:pt x="1145489" y="692499"/>
                  <a:pt x="1140361" y="686589"/>
                </a:cubicBezTo>
                <a:lnTo>
                  <a:pt x="1131657" y="679301"/>
                </a:lnTo>
                <a:lnTo>
                  <a:pt x="1137971" y="685738"/>
                </a:lnTo>
                <a:cubicBezTo>
                  <a:pt x="1152664" y="704308"/>
                  <a:pt x="1160011" y="728887"/>
                  <a:pt x="1160010" y="759472"/>
                </a:cubicBezTo>
                <a:cubicBezTo>
                  <a:pt x="1160010" y="788455"/>
                  <a:pt x="1152759" y="811685"/>
                  <a:pt x="1138256" y="829161"/>
                </a:cubicBezTo>
                <a:cubicBezTo>
                  <a:pt x="1123753" y="846638"/>
                  <a:pt x="1104226" y="855376"/>
                  <a:pt x="1079674" y="855376"/>
                </a:cubicBezTo>
                <a:cubicBezTo>
                  <a:pt x="1060347" y="855376"/>
                  <a:pt x="1043170" y="849227"/>
                  <a:pt x="1028141" y="836928"/>
                </a:cubicBezTo>
                <a:cubicBezTo>
                  <a:pt x="1006119" y="818836"/>
                  <a:pt x="995108" y="792143"/>
                  <a:pt x="995109" y="756847"/>
                </a:cubicBezTo>
                <a:cubicBezTo>
                  <a:pt x="995109" y="726757"/>
                  <a:pt x="1002673" y="702741"/>
                  <a:pt x="1017802" y="684797"/>
                </a:cubicBezTo>
                <a:cubicBezTo>
                  <a:pt x="1025366" y="675825"/>
                  <a:pt x="1034243" y="669096"/>
                  <a:pt x="1044434" y="664610"/>
                </a:cubicBezTo>
                <a:close/>
                <a:moveTo>
                  <a:pt x="131608" y="1078683"/>
                </a:moveTo>
                <a:lnTo>
                  <a:pt x="141431" y="1081774"/>
                </a:lnTo>
                <a:lnTo>
                  <a:pt x="141431" y="1151007"/>
                </a:lnTo>
                <a:lnTo>
                  <a:pt x="131608" y="1148023"/>
                </a:lnTo>
                <a:close/>
                <a:moveTo>
                  <a:pt x="200043" y="1021766"/>
                </a:moveTo>
                <a:lnTo>
                  <a:pt x="279834" y="1021766"/>
                </a:lnTo>
                <a:lnTo>
                  <a:pt x="261739" y="1043932"/>
                </a:lnTo>
                <a:lnTo>
                  <a:pt x="307149" y="1113851"/>
                </a:lnTo>
                <a:lnTo>
                  <a:pt x="308881" y="1109435"/>
                </a:lnTo>
                <a:lnTo>
                  <a:pt x="265560" y="1043144"/>
                </a:lnTo>
                <a:lnTo>
                  <a:pt x="283631" y="1025998"/>
                </a:lnTo>
                <a:lnTo>
                  <a:pt x="290047" y="1031147"/>
                </a:lnTo>
                <a:lnTo>
                  <a:pt x="276771" y="1044090"/>
                </a:lnTo>
                <a:lnTo>
                  <a:pt x="314034" y="1102907"/>
                </a:lnTo>
                <a:lnTo>
                  <a:pt x="344221" y="1052787"/>
                </a:lnTo>
                <a:cubicBezTo>
                  <a:pt x="353391" y="1038247"/>
                  <a:pt x="357976" y="1027586"/>
                  <a:pt x="357976" y="1020803"/>
                </a:cubicBezTo>
                <a:cubicBezTo>
                  <a:pt x="357976" y="1015469"/>
                  <a:pt x="353819" y="1007833"/>
                  <a:pt x="345507" y="997897"/>
                </a:cubicBezTo>
                <a:cubicBezTo>
                  <a:pt x="375054" y="990301"/>
                  <a:pt x="398816" y="981550"/>
                  <a:pt x="416793" y="971646"/>
                </a:cubicBezTo>
                <a:lnTo>
                  <a:pt x="420944" y="970402"/>
                </a:lnTo>
                <a:lnTo>
                  <a:pt x="423985" y="974750"/>
                </a:lnTo>
                <a:lnTo>
                  <a:pt x="421774" y="978110"/>
                </a:lnTo>
                <a:cubicBezTo>
                  <a:pt x="404422" y="996143"/>
                  <a:pt x="390160" y="1014404"/>
                  <a:pt x="378991" y="1032893"/>
                </a:cubicBezTo>
                <a:cubicBezTo>
                  <a:pt x="374612" y="1039995"/>
                  <a:pt x="371500" y="1045054"/>
                  <a:pt x="369652" y="1048071"/>
                </a:cubicBezTo>
                <a:lnTo>
                  <a:pt x="315857" y="1134117"/>
                </a:lnTo>
                <a:lnTo>
                  <a:pt x="315857" y="1191316"/>
                </a:lnTo>
                <a:lnTo>
                  <a:pt x="337016" y="1214945"/>
                </a:lnTo>
                <a:lnTo>
                  <a:pt x="259870" y="1214945"/>
                </a:lnTo>
                <a:lnTo>
                  <a:pt x="280882" y="1191234"/>
                </a:lnTo>
                <a:lnTo>
                  <a:pt x="280883" y="1134229"/>
                </a:lnTo>
                <a:lnTo>
                  <a:pt x="245861" y="1080364"/>
                </a:lnTo>
                <a:lnTo>
                  <a:pt x="238274" y="1067737"/>
                </a:lnTo>
                <a:cubicBezTo>
                  <a:pt x="231764" y="1057907"/>
                  <a:pt x="226361" y="1050583"/>
                  <a:pt x="222064" y="1045765"/>
                </a:cubicBezTo>
                <a:cubicBezTo>
                  <a:pt x="217767" y="1040948"/>
                  <a:pt x="211416" y="1035233"/>
                  <a:pt x="203008" y="1028621"/>
                </a:cubicBezTo>
                <a:close/>
                <a:moveTo>
                  <a:pt x="179440" y="1028909"/>
                </a:moveTo>
                <a:lnTo>
                  <a:pt x="184307" y="1035100"/>
                </a:lnTo>
                <a:lnTo>
                  <a:pt x="182914" y="1037725"/>
                </a:lnTo>
                <a:cubicBezTo>
                  <a:pt x="171088" y="1053619"/>
                  <a:pt x="162598" y="1067498"/>
                  <a:pt x="157444" y="1079362"/>
                </a:cubicBezTo>
                <a:lnTo>
                  <a:pt x="150918" y="1073821"/>
                </a:lnTo>
                <a:cubicBezTo>
                  <a:pt x="157705" y="1057369"/>
                  <a:pt x="167213" y="1042398"/>
                  <a:pt x="179440" y="1028909"/>
                </a:cubicBezTo>
                <a:close/>
                <a:moveTo>
                  <a:pt x="937284" y="666067"/>
                </a:moveTo>
                <a:lnTo>
                  <a:pt x="943493" y="671745"/>
                </a:lnTo>
                <a:cubicBezTo>
                  <a:pt x="936511" y="681462"/>
                  <a:pt x="929297" y="696324"/>
                  <a:pt x="921852" y="716331"/>
                </a:cubicBezTo>
                <a:lnTo>
                  <a:pt x="919922" y="719049"/>
                </a:lnTo>
                <a:lnTo>
                  <a:pt x="912440" y="714271"/>
                </a:lnTo>
                <a:lnTo>
                  <a:pt x="913253" y="710343"/>
                </a:lnTo>
                <a:cubicBezTo>
                  <a:pt x="920408" y="690313"/>
                  <a:pt x="927462" y="676211"/>
                  <a:pt x="934417" y="668036"/>
                </a:cubicBezTo>
                <a:close/>
                <a:moveTo>
                  <a:pt x="2008440" y="159086"/>
                </a:moveTo>
                <a:lnTo>
                  <a:pt x="1946219" y="239998"/>
                </a:lnTo>
                <a:lnTo>
                  <a:pt x="1948974" y="243826"/>
                </a:lnTo>
                <a:lnTo>
                  <a:pt x="2010317" y="163702"/>
                </a:lnTo>
                <a:close/>
                <a:moveTo>
                  <a:pt x="859006" y="678866"/>
                </a:moveTo>
                <a:lnTo>
                  <a:pt x="860122" y="678866"/>
                </a:lnTo>
                <a:lnTo>
                  <a:pt x="860122" y="832875"/>
                </a:lnTo>
                <a:lnTo>
                  <a:pt x="861312" y="834266"/>
                </a:lnTo>
                <a:lnTo>
                  <a:pt x="861312" y="680799"/>
                </a:lnTo>
                <a:lnTo>
                  <a:pt x="874090" y="680503"/>
                </a:lnTo>
                <a:lnTo>
                  <a:pt x="891256" y="682807"/>
                </a:lnTo>
                <a:lnTo>
                  <a:pt x="884836" y="679715"/>
                </a:lnTo>
                <a:cubicBezTo>
                  <a:pt x="881177" y="678752"/>
                  <a:pt x="876858" y="678270"/>
                  <a:pt x="871879" y="678270"/>
                </a:cubicBezTo>
                <a:cubicBezTo>
                  <a:pt x="867665" y="678270"/>
                  <a:pt x="863374" y="678469"/>
                  <a:pt x="859006" y="678866"/>
                </a:cubicBezTo>
                <a:close/>
                <a:moveTo>
                  <a:pt x="72672" y="1040211"/>
                </a:moveTo>
                <a:lnTo>
                  <a:pt x="72672" y="1101538"/>
                </a:lnTo>
                <a:lnTo>
                  <a:pt x="75946" y="1101538"/>
                </a:lnTo>
                <a:lnTo>
                  <a:pt x="75946" y="1042443"/>
                </a:lnTo>
                <a:cubicBezTo>
                  <a:pt x="85468" y="1041557"/>
                  <a:pt x="93506" y="1041113"/>
                  <a:pt x="100061" y="1041113"/>
                </a:cubicBezTo>
                <a:lnTo>
                  <a:pt x="110038" y="1041752"/>
                </a:lnTo>
                <a:lnTo>
                  <a:pt x="121624" y="1043482"/>
                </a:lnTo>
                <a:lnTo>
                  <a:pt x="128200" y="1045256"/>
                </a:lnTo>
                <a:lnTo>
                  <a:pt x="127192" y="1044314"/>
                </a:lnTo>
                <a:lnTo>
                  <a:pt x="121624" y="1043482"/>
                </a:lnTo>
                <a:lnTo>
                  <a:pt x="116810" y="1042184"/>
                </a:lnTo>
                <a:lnTo>
                  <a:pt x="110038" y="1041752"/>
                </a:lnTo>
                <a:lnTo>
                  <a:pt x="95805" y="1039625"/>
                </a:lnTo>
                <a:cubicBezTo>
                  <a:pt x="88609" y="1039625"/>
                  <a:pt x="80898" y="1039821"/>
                  <a:pt x="72672" y="1040211"/>
                </a:cubicBezTo>
                <a:close/>
                <a:moveTo>
                  <a:pt x="15517" y="1021766"/>
                </a:moveTo>
                <a:lnTo>
                  <a:pt x="177275" y="1021766"/>
                </a:lnTo>
                <a:lnTo>
                  <a:pt x="174501" y="1029063"/>
                </a:lnTo>
                <a:cubicBezTo>
                  <a:pt x="164661" y="1041117"/>
                  <a:pt x="155983" y="1055547"/>
                  <a:pt x="148468" y="1072353"/>
                </a:cubicBezTo>
                <a:cubicBezTo>
                  <a:pt x="145472" y="1068951"/>
                  <a:pt x="143731" y="1066721"/>
                  <a:pt x="143245" y="1065665"/>
                </a:cubicBezTo>
                <a:lnTo>
                  <a:pt x="142941" y="1065136"/>
                </a:lnTo>
                <a:lnTo>
                  <a:pt x="137393" y="1062949"/>
                </a:lnTo>
                <a:cubicBezTo>
                  <a:pt x="130278" y="1057280"/>
                  <a:pt x="125129" y="1053910"/>
                  <a:pt x="121947" y="1052839"/>
                </a:cubicBezTo>
                <a:cubicBezTo>
                  <a:pt x="118765" y="1051769"/>
                  <a:pt x="112216" y="1051234"/>
                  <a:pt x="102300" y="1051234"/>
                </a:cubicBezTo>
                <a:cubicBezTo>
                  <a:pt x="99291" y="1051234"/>
                  <a:pt x="93807" y="1051449"/>
                  <a:pt x="85848" y="1051880"/>
                </a:cubicBezTo>
                <a:lnTo>
                  <a:pt x="85769" y="1051885"/>
                </a:lnTo>
                <a:lnTo>
                  <a:pt x="85769" y="1101537"/>
                </a:lnTo>
                <a:lnTo>
                  <a:pt x="107912" y="1101537"/>
                </a:lnTo>
                <a:lnTo>
                  <a:pt x="131310" y="1075751"/>
                </a:lnTo>
                <a:lnTo>
                  <a:pt x="131310" y="1144440"/>
                </a:lnTo>
                <a:lnTo>
                  <a:pt x="116566" y="1129131"/>
                </a:lnTo>
                <a:lnTo>
                  <a:pt x="117488" y="1130708"/>
                </a:lnTo>
                <a:lnTo>
                  <a:pt x="85769" y="1130708"/>
                </a:lnTo>
                <a:lnTo>
                  <a:pt x="85769" y="1196043"/>
                </a:lnTo>
                <a:cubicBezTo>
                  <a:pt x="103210" y="1196044"/>
                  <a:pt x="115838" y="1194722"/>
                  <a:pt x="123653" y="1192079"/>
                </a:cubicBezTo>
                <a:cubicBezTo>
                  <a:pt x="131468" y="1189435"/>
                  <a:pt x="138421" y="1183794"/>
                  <a:pt x="144514" y="1175154"/>
                </a:cubicBezTo>
                <a:lnTo>
                  <a:pt x="149651" y="1163364"/>
                </a:lnTo>
                <a:cubicBezTo>
                  <a:pt x="149809" y="1163048"/>
                  <a:pt x="151673" y="1161475"/>
                  <a:pt x="155244" y="1158646"/>
                </a:cubicBezTo>
                <a:cubicBezTo>
                  <a:pt x="158906" y="1170641"/>
                  <a:pt x="162541" y="1179739"/>
                  <a:pt x="166150" y="1185941"/>
                </a:cubicBezTo>
                <a:cubicBezTo>
                  <a:pt x="169759" y="1192142"/>
                  <a:pt x="176094" y="1201116"/>
                  <a:pt x="185156" y="1212861"/>
                </a:cubicBezTo>
                <a:lnTo>
                  <a:pt x="15517" y="1212861"/>
                </a:lnTo>
                <a:lnTo>
                  <a:pt x="37697" y="1191451"/>
                </a:lnTo>
                <a:lnTo>
                  <a:pt x="37697" y="1130708"/>
                </a:lnTo>
                <a:cubicBezTo>
                  <a:pt x="32228" y="1131622"/>
                  <a:pt x="25529" y="1134155"/>
                  <a:pt x="17601" y="1138305"/>
                </a:cubicBezTo>
                <a:lnTo>
                  <a:pt x="13476" y="1131522"/>
                </a:lnTo>
                <a:cubicBezTo>
                  <a:pt x="20599" y="1125882"/>
                  <a:pt x="28673" y="1122509"/>
                  <a:pt x="37697" y="1121401"/>
                </a:cubicBezTo>
                <a:lnTo>
                  <a:pt x="37697" y="1119829"/>
                </a:lnTo>
                <a:cubicBezTo>
                  <a:pt x="37784" y="1119839"/>
                  <a:pt x="37609" y="1119844"/>
                  <a:pt x="37172" y="1119843"/>
                </a:cubicBezTo>
                <a:cubicBezTo>
                  <a:pt x="28057" y="1119843"/>
                  <a:pt x="18019" y="1123465"/>
                  <a:pt x="7055" y="1130708"/>
                </a:cubicBezTo>
                <a:cubicBezTo>
                  <a:pt x="12013" y="1111261"/>
                  <a:pt x="22227" y="1101538"/>
                  <a:pt x="37698" y="1101538"/>
                </a:cubicBezTo>
                <a:lnTo>
                  <a:pt x="37698" y="1043692"/>
                </a:lnTo>
                <a:close/>
                <a:moveTo>
                  <a:pt x="2149182" y="14346"/>
                </a:moveTo>
                <a:lnTo>
                  <a:pt x="2155462" y="23867"/>
                </a:lnTo>
                <a:lnTo>
                  <a:pt x="2114096" y="49514"/>
                </a:lnTo>
                <a:lnTo>
                  <a:pt x="2057591" y="122075"/>
                </a:lnTo>
                <a:lnTo>
                  <a:pt x="2127776" y="236132"/>
                </a:lnTo>
                <a:lnTo>
                  <a:pt x="2178826" y="291191"/>
                </a:lnTo>
                <a:lnTo>
                  <a:pt x="2044776" y="291484"/>
                </a:lnTo>
                <a:lnTo>
                  <a:pt x="2039088" y="277683"/>
                </a:lnTo>
                <a:lnTo>
                  <a:pt x="2157082" y="277426"/>
                </a:lnTo>
                <a:lnTo>
                  <a:pt x="2116161" y="243862"/>
                </a:lnTo>
                <a:lnTo>
                  <a:pt x="2042443" y="121529"/>
                </a:lnTo>
                <a:lnTo>
                  <a:pt x="2104463" y="39784"/>
                </a:lnTo>
                <a:close/>
                <a:moveTo>
                  <a:pt x="748143" y="660983"/>
                </a:moveTo>
                <a:lnTo>
                  <a:pt x="753011" y="662491"/>
                </a:lnTo>
                <a:lnTo>
                  <a:pt x="752474" y="659816"/>
                </a:lnTo>
                <a:lnTo>
                  <a:pt x="934249" y="659816"/>
                </a:lnTo>
                <a:cubicBezTo>
                  <a:pt x="933128" y="664367"/>
                  <a:pt x="932477" y="666837"/>
                  <a:pt x="932292" y="667227"/>
                </a:cubicBezTo>
                <a:lnTo>
                  <a:pt x="922576" y="683926"/>
                </a:lnTo>
                <a:cubicBezTo>
                  <a:pt x="919043" y="690685"/>
                  <a:pt x="915861" y="698591"/>
                  <a:pt x="913030" y="707643"/>
                </a:cubicBezTo>
                <a:lnTo>
                  <a:pt x="911133" y="710694"/>
                </a:lnTo>
                <a:lnTo>
                  <a:pt x="905538" y="708490"/>
                </a:lnTo>
                <a:lnTo>
                  <a:pt x="904972" y="706032"/>
                </a:lnTo>
                <a:lnTo>
                  <a:pt x="901640" y="696679"/>
                </a:lnTo>
                <a:lnTo>
                  <a:pt x="889466" y="692177"/>
                </a:lnTo>
                <a:cubicBezTo>
                  <a:pt x="884568" y="690943"/>
                  <a:pt x="879775" y="690326"/>
                  <a:pt x="875089" y="690326"/>
                </a:cubicBezTo>
                <a:cubicBezTo>
                  <a:pt x="873144" y="690325"/>
                  <a:pt x="871852" y="690373"/>
                  <a:pt x="871209" y="690468"/>
                </a:cubicBezTo>
                <a:lnTo>
                  <a:pt x="871790" y="833570"/>
                </a:lnTo>
                <a:lnTo>
                  <a:pt x="894994" y="864901"/>
                </a:lnTo>
                <a:lnTo>
                  <a:pt x="815913" y="864901"/>
                </a:lnTo>
                <a:lnTo>
                  <a:pt x="810969" y="855078"/>
                </a:lnTo>
                <a:lnTo>
                  <a:pt x="880867" y="855078"/>
                </a:lnTo>
                <a:lnTo>
                  <a:pt x="872393" y="847214"/>
                </a:lnTo>
                <a:lnTo>
                  <a:pt x="877341" y="852995"/>
                </a:lnTo>
                <a:lnTo>
                  <a:pt x="804569" y="852995"/>
                </a:lnTo>
                <a:lnTo>
                  <a:pt x="824998" y="831524"/>
                </a:lnTo>
                <a:lnTo>
                  <a:pt x="824998" y="690672"/>
                </a:lnTo>
                <a:lnTo>
                  <a:pt x="817615" y="690623"/>
                </a:lnTo>
                <a:cubicBezTo>
                  <a:pt x="808426" y="690623"/>
                  <a:pt x="802007" y="692319"/>
                  <a:pt x="798357" y="695710"/>
                </a:cubicBezTo>
                <a:cubicBezTo>
                  <a:pt x="794706" y="699101"/>
                  <a:pt x="792450" y="706286"/>
                  <a:pt x="791586" y="717264"/>
                </a:cubicBezTo>
                <a:lnTo>
                  <a:pt x="781952" y="717263"/>
                </a:lnTo>
                <a:cubicBezTo>
                  <a:pt x="783093" y="702976"/>
                  <a:pt x="786359" y="693327"/>
                  <a:pt x="791749" y="688316"/>
                </a:cubicBezTo>
                <a:cubicBezTo>
                  <a:pt x="797140" y="683306"/>
                  <a:pt x="804821" y="680801"/>
                  <a:pt x="814794" y="680800"/>
                </a:cubicBezTo>
                <a:lnTo>
                  <a:pt x="826393" y="680966"/>
                </a:lnTo>
                <a:lnTo>
                  <a:pt x="824998" y="680942"/>
                </a:lnTo>
                <a:lnTo>
                  <a:pt x="824998" y="679435"/>
                </a:lnTo>
                <a:cubicBezTo>
                  <a:pt x="821772" y="679055"/>
                  <a:pt x="818046" y="678866"/>
                  <a:pt x="813820" y="678866"/>
                </a:cubicBezTo>
                <a:cubicBezTo>
                  <a:pt x="802134" y="678866"/>
                  <a:pt x="793805" y="681155"/>
                  <a:pt x="788835" y="685735"/>
                </a:cubicBezTo>
                <a:cubicBezTo>
                  <a:pt x="783865" y="690315"/>
                  <a:pt x="781064" y="699218"/>
                  <a:pt x="780432" y="712445"/>
                </a:cubicBezTo>
                <a:lnTo>
                  <a:pt x="773499" y="712445"/>
                </a:lnTo>
                <a:lnTo>
                  <a:pt x="760805" y="682491"/>
                </a:lnTo>
                <a:lnTo>
                  <a:pt x="757543" y="702360"/>
                </a:lnTo>
                <a:cubicBezTo>
                  <a:pt x="750921" y="721020"/>
                  <a:pt x="734366" y="735188"/>
                  <a:pt x="707879" y="744864"/>
                </a:cubicBezTo>
                <a:lnTo>
                  <a:pt x="704512" y="736257"/>
                </a:lnTo>
                <a:lnTo>
                  <a:pt x="709145" y="734214"/>
                </a:lnTo>
                <a:cubicBezTo>
                  <a:pt x="724846" y="727912"/>
                  <a:pt x="735695" y="720296"/>
                  <a:pt x="741692" y="711366"/>
                </a:cubicBezTo>
                <a:cubicBezTo>
                  <a:pt x="747819" y="702104"/>
                  <a:pt x="750881" y="692724"/>
                  <a:pt x="750882" y="683224"/>
                </a:cubicBezTo>
                <a:cubicBezTo>
                  <a:pt x="750882" y="678497"/>
                  <a:pt x="749969" y="671083"/>
                  <a:pt x="748143" y="660983"/>
                </a:cubicBezTo>
                <a:close/>
                <a:moveTo>
                  <a:pt x="711007" y="673076"/>
                </a:moveTo>
                <a:cubicBezTo>
                  <a:pt x="721878" y="669096"/>
                  <a:pt x="732258" y="664287"/>
                  <a:pt x="742148" y="658648"/>
                </a:cubicBezTo>
                <a:cubicBezTo>
                  <a:pt x="746184" y="667161"/>
                  <a:pt x="748203" y="674818"/>
                  <a:pt x="748203" y="681619"/>
                </a:cubicBezTo>
                <a:cubicBezTo>
                  <a:pt x="748203" y="707261"/>
                  <a:pt x="732287" y="725037"/>
                  <a:pt x="700457" y="734946"/>
                </a:cubicBezTo>
                <a:lnTo>
                  <a:pt x="697801" y="729056"/>
                </a:lnTo>
                <a:lnTo>
                  <a:pt x="699667" y="726900"/>
                </a:lnTo>
                <a:cubicBezTo>
                  <a:pt x="709402" y="718665"/>
                  <a:pt x="714270" y="709166"/>
                  <a:pt x="714270" y="698402"/>
                </a:cubicBezTo>
                <a:cubicBezTo>
                  <a:pt x="714270" y="690917"/>
                  <a:pt x="711699" y="683328"/>
                  <a:pt x="706557" y="675636"/>
                </a:cubicBezTo>
                <a:cubicBezTo>
                  <a:pt x="708939" y="674097"/>
                  <a:pt x="710423" y="673243"/>
                  <a:pt x="711007" y="673076"/>
                </a:cubicBezTo>
                <a:close/>
                <a:moveTo>
                  <a:pt x="669566" y="682508"/>
                </a:moveTo>
                <a:cubicBezTo>
                  <a:pt x="673498" y="676514"/>
                  <a:pt x="682152" y="672551"/>
                  <a:pt x="695529" y="670617"/>
                </a:cubicBezTo>
                <a:lnTo>
                  <a:pt x="691757" y="680596"/>
                </a:lnTo>
                <a:cubicBezTo>
                  <a:pt x="684311" y="682339"/>
                  <a:pt x="679430" y="685253"/>
                  <a:pt x="677114" y="689339"/>
                </a:cubicBezTo>
                <a:cubicBezTo>
                  <a:pt x="674798" y="693424"/>
                  <a:pt x="673640" y="700824"/>
                  <a:pt x="673640" y="711538"/>
                </a:cubicBezTo>
                <a:lnTo>
                  <a:pt x="673640" y="864901"/>
                </a:lnTo>
                <a:lnTo>
                  <a:pt x="637312" y="864901"/>
                </a:lnTo>
                <a:lnTo>
                  <a:pt x="634338" y="855078"/>
                </a:lnTo>
                <a:lnTo>
                  <a:pt x="663669" y="855078"/>
                </a:lnTo>
                <a:lnTo>
                  <a:pt x="663669" y="712996"/>
                </a:lnTo>
                <a:cubicBezTo>
                  <a:pt x="663669" y="698665"/>
                  <a:pt x="665634" y="688503"/>
                  <a:pt x="669566" y="682508"/>
                </a:cubicBezTo>
                <a:close/>
                <a:moveTo>
                  <a:pt x="556214" y="696856"/>
                </a:moveTo>
                <a:lnTo>
                  <a:pt x="556215" y="777934"/>
                </a:lnTo>
                <a:cubicBezTo>
                  <a:pt x="556215" y="804272"/>
                  <a:pt x="557836" y="821254"/>
                  <a:pt x="561077" y="828879"/>
                </a:cubicBezTo>
                <a:lnTo>
                  <a:pt x="564234" y="832637"/>
                </a:lnTo>
                <a:lnTo>
                  <a:pt x="559638" y="820057"/>
                </a:lnTo>
                <a:cubicBezTo>
                  <a:pt x="558547" y="814930"/>
                  <a:pt x="558001" y="809159"/>
                  <a:pt x="558001" y="802742"/>
                </a:cubicBezTo>
                <a:lnTo>
                  <a:pt x="558149" y="789024"/>
                </a:lnTo>
                <a:lnTo>
                  <a:pt x="558149" y="709978"/>
                </a:lnTo>
                <a:close/>
                <a:moveTo>
                  <a:pt x="518947" y="659816"/>
                </a:moveTo>
                <a:lnTo>
                  <a:pt x="598956" y="659816"/>
                </a:lnTo>
                <a:lnTo>
                  <a:pt x="578204" y="677671"/>
                </a:lnTo>
                <a:lnTo>
                  <a:pt x="642833" y="811437"/>
                </a:lnTo>
                <a:lnTo>
                  <a:pt x="642833" y="797666"/>
                </a:lnTo>
                <a:lnTo>
                  <a:pt x="582185" y="678049"/>
                </a:lnTo>
                <a:lnTo>
                  <a:pt x="606058" y="662151"/>
                </a:lnTo>
                <a:lnTo>
                  <a:pt x="611522" y="668352"/>
                </a:lnTo>
                <a:lnTo>
                  <a:pt x="593403" y="681138"/>
                </a:lnTo>
                <a:lnTo>
                  <a:pt x="642833" y="786047"/>
                </a:lnTo>
                <a:lnTo>
                  <a:pt x="642832" y="720877"/>
                </a:lnTo>
                <a:lnTo>
                  <a:pt x="642833" y="713142"/>
                </a:lnTo>
                <a:cubicBezTo>
                  <a:pt x="642833" y="696731"/>
                  <a:pt x="641563" y="685922"/>
                  <a:pt x="639024" y="680715"/>
                </a:cubicBezTo>
                <a:cubicBezTo>
                  <a:pt x="636485" y="675509"/>
                  <a:pt x="629522" y="668543"/>
                  <a:pt x="618136" y="659816"/>
                </a:cubicBezTo>
                <a:lnTo>
                  <a:pt x="690481" y="659816"/>
                </a:lnTo>
                <a:cubicBezTo>
                  <a:pt x="678778" y="669035"/>
                  <a:pt x="671449" y="675839"/>
                  <a:pt x="668494" y="680228"/>
                </a:cubicBezTo>
                <a:cubicBezTo>
                  <a:pt x="663987" y="687079"/>
                  <a:pt x="661734" y="697662"/>
                  <a:pt x="661734" y="711975"/>
                </a:cubicBezTo>
                <a:lnTo>
                  <a:pt x="661733" y="721461"/>
                </a:lnTo>
                <a:lnTo>
                  <a:pt x="661734" y="852995"/>
                </a:lnTo>
                <a:lnTo>
                  <a:pt x="632138" y="852995"/>
                </a:lnTo>
                <a:lnTo>
                  <a:pt x="568120" y="719328"/>
                </a:lnTo>
                <a:lnTo>
                  <a:pt x="568121" y="793529"/>
                </a:lnTo>
                <a:lnTo>
                  <a:pt x="567928" y="801991"/>
                </a:lnTo>
                <a:lnTo>
                  <a:pt x="569665" y="822789"/>
                </a:lnTo>
                <a:cubicBezTo>
                  <a:pt x="571434" y="831616"/>
                  <a:pt x="575526" y="838193"/>
                  <a:pt x="581941" y="842523"/>
                </a:cubicBezTo>
                <a:lnTo>
                  <a:pt x="582806" y="844916"/>
                </a:lnTo>
                <a:lnTo>
                  <a:pt x="584813" y="845830"/>
                </a:lnTo>
                <a:lnTo>
                  <a:pt x="598956" y="864901"/>
                </a:lnTo>
                <a:lnTo>
                  <a:pt x="514954" y="864901"/>
                </a:lnTo>
                <a:lnTo>
                  <a:pt x="511359" y="855078"/>
                </a:lnTo>
                <a:lnTo>
                  <a:pt x="584525" y="855078"/>
                </a:lnTo>
                <a:lnTo>
                  <a:pt x="578595" y="852995"/>
                </a:lnTo>
                <a:lnTo>
                  <a:pt x="508880" y="852995"/>
                </a:lnTo>
                <a:cubicBezTo>
                  <a:pt x="521328" y="845130"/>
                  <a:pt x="529352" y="837867"/>
                  <a:pt x="532953" y="831204"/>
                </a:cubicBezTo>
                <a:cubicBezTo>
                  <a:pt x="536554" y="824542"/>
                  <a:pt x="538355" y="812719"/>
                  <a:pt x="538355" y="795736"/>
                </a:cubicBezTo>
                <a:lnTo>
                  <a:pt x="538355" y="680463"/>
                </a:lnTo>
                <a:close/>
                <a:moveTo>
                  <a:pt x="1892386" y="3415"/>
                </a:moveTo>
                <a:lnTo>
                  <a:pt x="2009313" y="3160"/>
                </a:lnTo>
                <a:lnTo>
                  <a:pt x="1982494" y="31675"/>
                </a:lnTo>
                <a:lnTo>
                  <a:pt x="2024491" y="101228"/>
                </a:lnTo>
                <a:lnTo>
                  <a:pt x="2027200" y="95754"/>
                </a:lnTo>
                <a:lnTo>
                  <a:pt x="1988694" y="34258"/>
                </a:lnTo>
                <a:lnTo>
                  <a:pt x="2015588" y="8891"/>
                </a:lnTo>
                <a:lnTo>
                  <a:pt x="2023708" y="16608"/>
                </a:lnTo>
                <a:lnTo>
                  <a:pt x="2004050" y="35595"/>
                </a:lnTo>
                <a:lnTo>
                  <a:pt x="2035133" y="87660"/>
                </a:lnTo>
                <a:lnTo>
                  <a:pt x="2074880" y="34956"/>
                </a:lnTo>
                <a:lnTo>
                  <a:pt x="2049159" y="3073"/>
                </a:lnTo>
                <a:lnTo>
                  <a:pt x="2148029" y="2856"/>
                </a:lnTo>
                <a:lnTo>
                  <a:pt x="2101611" y="39809"/>
                </a:lnTo>
                <a:lnTo>
                  <a:pt x="2037477" y="120699"/>
                </a:lnTo>
                <a:lnTo>
                  <a:pt x="2111766" y="240725"/>
                </a:lnTo>
                <a:lnTo>
                  <a:pt x="2148623" y="274514"/>
                </a:lnTo>
                <a:lnTo>
                  <a:pt x="2034158" y="274764"/>
                </a:lnTo>
                <a:lnTo>
                  <a:pt x="2060155" y="244661"/>
                </a:lnTo>
                <a:lnTo>
                  <a:pt x="2017042" y="173227"/>
                </a:lnTo>
                <a:lnTo>
                  <a:pt x="1964079" y="243890"/>
                </a:lnTo>
                <a:lnTo>
                  <a:pt x="1997836" y="291586"/>
                </a:lnTo>
                <a:lnTo>
                  <a:pt x="1878718" y="291846"/>
                </a:lnTo>
                <a:lnTo>
                  <a:pt x="1873904" y="278044"/>
                </a:lnTo>
                <a:lnTo>
                  <a:pt x="1978349" y="277816"/>
                </a:lnTo>
                <a:lnTo>
                  <a:pt x="1949402" y="244422"/>
                </a:lnTo>
                <a:lnTo>
                  <a:pt x="1971329" y="274901"/>
                </a:lnTo>
                <a:lnTo>
                  <a:pt x="1868561" y="275125"/>
                </a:lnTo>
                <a:lnTo>
                  <a:pt x="1917739" y="237006"/>
                </a:lnTo>
                <a:lnTo>
                  <a:pt x="1995696" y="139054"/>
                </a:lnTo>
                <a:lnTo>
                  <a:pt x="1932485" y="37965"/>
                </a:lnTo>
                <a:close/>
                <a:moveTo>
                  <a:pt x="382458" y="681568"/>
                </a:moveTo>
                <a:cubicBezTo>
                  <a:pt x="365144" y="692035"/>
                  <a:pt x="356487" y="718198"/>
                  <a:pt x="356487" y="760061"/>
                </a:cubicBezTo>
                <a:cubicBezTo>
                  <a:pt x="356488" y="779351"/>
                  <a:pt x="358618" y="795023"/>
                  <a:pt x="362878" y="807079"/>
                </a:cubicBezTo>
                <a:lnTo>
                  <a:pt x="369773" y="816185"/>
                </a:lnTo>
                <a:lnTo>
                  <a:pt x="375519" y="826159"/>
                </a:lnTo>
                <a:lnTo>
                  <a:pt x="380886" y="830860"/>
                </a:lnTo>
                <a:lnTo>
                  <a:pt x="382049" y="832396"/>
                </a:lnTo>
                <a:lnTo>
                  <a:pt x="383118" y="832816"/>
                </a:lnTo>
                <a:lnTo>
                  <a:pt x="380886" y="830860"/>
                </a:lnTo>
                <a:lnTo>
                  <a:pt x="369773" y="816185"/>
                </a:lnTo>
                <a:lnTo>
                  <a:pt x="366325" y="810200"/>
                </a:lnTo>
                <a:cubicBezTo>
                  <a:pt x="362048" y="798549"/>
                  <a:pt x="359910" y="782911"/>
                  <a:pt x="359910" y="763284"/>
                </a:cubicBezTo>
                <a:cubicBezTo>
                  <a:pt x="359910" y="707303"/>
                  <a:pt x="375093" y="679312"/>
                  <a:pt x="405458" y="679312"/>
                </a:cubicBezTo>
                <a:lnTo>
                  <a:pt x="410250" y="680549"/>
                </a:lnTo>
                <a:lnTo>
                  <a:pt x="431511" y="692352"/>
                </a:lnTo>
                <a:lnTo>
                  <a:pt x="437012" y="698314"/>
                </a:lnTo>
                <a:lnTo>
                  <a:pt x="430422" y="696744"/>
                </a:lnTo>
                <a:cubicBezTo>
                  <a:pt x="421190" y="691572"/>
                  <a:pt x="412958" y="688986"/>
                  <a:pt x="405726" y="688986"/>
                </a:cubicBezTo>
                <a:cubicBezTo>
                  <a:pt x="382227" y="688986"/>
                  <a:pt x="370477" y="713157"/>
                  <a:pt x="370477" y="761498"/>
                </a:cubicBezTo>
                <a:cubicBezTo>
                  <a:pt x="370477" y="797350"/>
                  <a:pt x="378404" y="821599"/>
                  <a:pt x="394257" y="834245"/>
                </a:cubicBezTo>
                <a:lnTo>
                  <a:pt x="392672" y="836171"/>
                </a:lnTo>
                <a:lnTo>
                  <a:pt x="401931" y="837219"/>
                </a:lnTo>
                <a:cubicBezTo>
                  <a:pt x="415834" y="837219"/>
                  <a:pt x="426519" y="830507"/>
                  <a:pt x="433987" y="817081"/>
                </a:cubicBezTo>
                <a:cubicBezTo>
                  <a:pt x="441455" y="803657"/>
                  <a:pt x="445189" y="783579"/>
                  <a:pt x="445189" y="756850"/>
                </a:cubicBezTo>
                <a:cubicBezTo>
                  <a:pt x="445189" y="726609"/>
                  <a:pt x="442406" y="706097"/>
                  <a:pt x="436841" y="695311"/>
                </a:cubicBezTo>
                <a:lnTo>
                  <a:pt x="431511" y="692352"/>
                </a:lnTo>
                <a:lnTo>
                  <a:pt x="423861" y="684063"/>
                </a:lnTo>
                <a:lnTo>
                  <a:pt x="410250" y="680549"/>
                </a:lnTo>
                <a:lnTo>
                  <a:pt x="402659" y="676335"/>
                </a:lnTo>
                <a:cubicBezTo>
                  <a:pt x="394964" y="676335"/>
                  <a:pt x="388230" y="678080"/>
                  <a:pt x="382458" y="681568"/>
                </a:cubicBezTo>
                <a:close/>
                <a:moveTo>
                  <a:pt x="368159" y="664610"/>
                </a:moveTo>
                <a:cubicBezTo>
                  <a:pt x="378350" y="660124"/>
                  <a:pt x="389854" y="657881"/>
                  <a:pt x="402671" y="657881"/>
                </a:cubicBezTo>
                <a:cubicBezTo>
                  <a:pt x="414999" y="657881"/>
                  <a:pt x="426083" y="660202"/>
                  <a:pt x="435920" y="664845"/>
                </a:cubicBezTo>
                <a:lnTo>
                  <a:pt x="446233" y="671341"/>
                </a:lnTo>
                <a:lnTo>
                  <a:pt x="446233" y="665362"/>
                </a:lnTo>
                <a:cubicBezTo>
                  <a:pt x="463707" y="672626"/>
                  <a:pt x="476607" y="684637"/>
                  <a:pt x="484936" y="701392"/>
                </a:cubicBezTo>
                <a:cubicBezTo>
                  <a:pt x="493263" y="718148"/>
                  <a:pt x="497427" y="737382"/>
                  <a:pt x="497428" y="759096"/>
                </a:cubicBezTo>
                <a:cubicBezTo>
                  <a:pt x="497427" y="791098"/>
                  <a:pt x="489205" y="817056"/>
                  <a:pt x="472761" y="836968"/>
                </a:cubicBezTo>
                <a:cubicBezTo>
                  <a:pt x="456316" y="856880"/>
                  <a:pt x="434651" y="866836"/>
                  <a:pt x="407768" y="866836"/>
                </a:cubicBezTo>
                <a:cubicBezTo>
                  <a:pt x="390507" y="866836"/>
                  <a:pt x="374047" y="860740"/>
                  <a:pt x="358387" y="848548"/>
                </a:cubicBezTo>
                <a:lnTo>
                  <a:pt x="358387" y="843342"/>
                </a:lnTo>
                <a:cubicBezTo>
                  <a:pt x="373133" y="852257"/>
                  <a:pt x="389262" y="856715"/>
                  <a:pt x="406772" y="856716"/>
                </a:cubicBezTo>
                <a:cubicBezTo>
                  <a:pt x="430292" y="856715"/>
                  <a:pt x="449619" y="847835"/>
                  <a:pt x="464754" y="830073"/>
                </a:cubicBezTo>
                <a:cubicBezTo>
                  <a:pt x="479888" y="812311"/>
                  <a:pt x="487456" y="789489"/>
                  <a:pt x="487456" y="761607"/>
                </a:cubicBezTo>
                <a:cubicBezTo>
                  <a:pt x="487456" y="740788"/>
                  <a:pt x="483973" y="722617"/>
                  <a:pt x="477004" y="707095"/>
                </a:cubicBezTo>
                <a:cubicBezTo>
                  <a:pt x="473520" y="699334"/>
                  <a:pt x="469214" y="692499"/>
                  <a:pt x="464086" y="686589"/>
                </a:cubicBezTo>
                <a:lnTo>
                  <a:pt x="455383" y="679301"/>
                </a:lnTo>
                <a:lnTo>
                  <a:pt x="461696" y="685738"/>
                </a:lnTo>
                <a:cubicBezTo>
                  <a:pt x="476389" y="704308"/>
                  <a:pt x="483736" y="728886"/>
                  <a:pt x="483736" y="759472"/>
                </a:cubicBezTo>
                <a:cubicBezTo>
                  <a:pt x="483735" y="788455"/>
                  <a:pt x="476484" y="811685"/>
                  <a:pt x="461981" y="829161"/>
                </a:cubicBezTo>
                <a:cubicBezTo>
                  <a:pt x="447478" y="846638"/>
                  <a:pt x="427950" y="855376"/>
                  <a:pt x="403398" y="855376"/>
                </a:cubicBezTo>
                <a:cubicBezTo>
                  <a:pt x="384072" y="855376"/>
                  <a:pt x="366895" y="849227"/>
                  <a:pt x="351866" y="836928"/>
                </a:cubicBezTo>
                <a:cubicBezTo>
                  <a:pt x="329845" y="818836"/>
                  <a:pt x="318834" y="792143"/>
                  <a:pt x="318834" y="756847"/>
                </a:cubicBezTo>
                <a:cubicBezTo>
                  <a:pt x="318834" y="726758"/>
                  <a:pt x="326398" y="702741"/>
                  <a:pt x="341526" y="684797"/>
                </a:cubicBezTo>
                <a:cubicBezTo>
                  <a:pt x="349091" y="675825"/>
                  <a:pt x="357968" y="669096"/>
                  <a:pt x="368159" y="664610"/>
                </a:cubicBezTo>
                <a:close/>
                <a:moveTo>
                  <a:pt x="1700969" y="34422"/>
                </a:moveTo>
                <a:cubicBezTo>
                  <a:pt x="1676653" y="49193"/>
                  <a:pt x="1664559" y="86013"/>
                  <a:pt x="1664688" y="144882"/>
                </a:cubicBezTo>
                <a:cubicBezTo>
                  <a:pt x="1664746" y="172008"/>
                  <a:pt x="1667790" y="194041"/>
                  <a:pt x="1673818" y="210982"/>
                </a:cubicBezTo>
                <a:lnTo>
                  <a:pt x="1683545" y="223768"/>
                </a:lnTo>
                <a:lnTo>
                  <a:pt x="1691655" y="237773"/>
                </a:lnTo>
                <a:lnTo>
                  <a:pt x="1699214" y="244367"/>
                </a:lnTo>
                <a:lnTo>
                  <a:pt x="1700856" y="246526"/>
                </a:lnTo>
                <a:lnTo>
                  <a:pt x="1702360" y="247111"/>
                </a:lnTo>
                <a:lnTo>
                  <a:pt x="1699214" y="244367"/>
                </a:lnTo>
                <a:lnTo>
                  <a:pt x="1683545" y="223768"/>
                </a:lnTo>
                <a:lnTo>
                  <a:pt x="1678676" y="215359"/>
                </a:lnTo>
                <a:cubicBezTo>
                  <a:pt x="1672626" y="198989"/>
                  <a:pt x="1669572" y="177004"/>
                  <a:pt x="1669511" y="149403"/>
                </a:cubicBezTo>
                <a:cubicBezTo>
                  <a:pt x="1669339" y="70681"/>
                  <a:pt x="1690604" y="31272"/>
                  <a:pt x="1733305" y="31179"/>
                </a:cubicBezTo>
                <a:cubicBezTo>
                  <a:pt x="1753018" y="31136"/>
                  <a:pt x="1767829" y="40010"/>
                  <a:pt x="1777736" y="57803"/>
                </a:cubicBezTo>
                <a:lnTo>
                  <a:pt x="1768464" y="55616"/>
                </a:lnTo>
                <a:cubicBezTo>
                  <a:pt x="1755466" y="48371"/>
                  <a:pt x="1743881" y="44760"/>
                  <a:pt x="1733711" y="44782"/>
                </a:cubicBezTo>
                <a:cubicBezTo>
                  <a:pt x="1700666" y="44854"/>
                  <a:pt x="1684217" y="78880"/>
                  <a:pt x="1684366" y="146860"/>
                </a:cubicBezTo>
                <a:cubicBezTo>
                  <a:pt x="1684475" y="197277"/>
                  <a:pt x="1695697" y="231352"/>
                  <a:pt x="1718029" y="249087"/>
                </a:cubicBezTo>
                <a:lnTo>
                  <a:pt x="1715806" y="251800"/>
                </a:lnTo>
                <a:lnTo>
                  <a:pt x="1728829" y="253246"/>
                </a:lnTo>
                <a:cubicBezTo>
                  <a:pt x="1748381" y="253203"/>
                  <a:pt x="1763386" y="243731"/>
                  <a:pt x="1773846" y="224830"/>
                </a:cubicBezTo>
                <a:cubicBezTo>
                  <a:pt x="1784307" y="205928"/>
                  <a:pt x="1789496" y="177683"/>
                  <a:pt x="1789414" y="140093"/>
                </a:cubicBezTo>
                <a:cubicBezTo>
                  <a:pt x="1789321" y="97568"/>
                  <a:pt x="1785345" y="68732"/>
                  <a:pt x="1777485" y="53582"/>
                </a:cubicBezTo>
                <a:cubicBezTo>
                  <a:pt x="1764587" y="35820"/>
                  <a:pt x="1748544" y="26960"/>
                  <a:pt x="1729359" y="27002"/>
                </a:cubicBezTo>
                <a:cubicBezTo>
                  <a:pt x="1718538" y="27025"/>
                  <a:pt x="1709075" y="29499"/>
                  <a:pt x="1700969" y="34422"/>
                </a:cubicBezTo>
                <a:close/>
                <a:moveTo>
                  <a:pt x="1418535" y="164161"/>
                </a:moveTo>
                <a:lnTo>
                  <a:pt x="1418726" y="251830"/>
                </a:lnTo>
                <a:lnTo>
                  <a:pt x="1422598" y="251822"/>
                </a:lnTo>
                <a:lnTo>
                  <a:pt x="1450235" y="250806"/>
                </a:lnTo>
                <a:cubicBezTo>
                  <a:pt x="1486289" y="248165"/>
                  <a:pt x="1504279" y="230727"/>
                  <a:pt x="1504209" y="198490"/>
                </a:cubicBezTo>
                <a:lnTo>
                  <a:pt x="1503417" y="188766"/>
                </a:lnTo>
                <a:lnTo>
                  <a:pt x="1498567" y="188777"/>
                </a:lnTo>
                <a:cubicBezTo>
                  <a:pt x="1491540" y="178849"/>
                  <a:pt x="1483258" y="172176"/>
                  <a:pt x="1473720" y="168757"/>
                </a:cubicBezTo>
                <a:cubicBezTo>
                  <a:pt x="1464182" y="165339"/>
                  <a:pt x="1449978" y="163650"/>
                  <a:pt x="1431104" y="163692"/>
                </a:cubicBezTo>
                <a:close/>
                <a:moveTo>
                  <a:pt x="1402591" y="146834"/>
                </a:moveTo>
                <a:lnTo>
                  <a:pt x="1402820" y="251864"/>
                </a:lnTo>
                <a:lnTo>
                  <a:pt x="1404704" y="251860"/>
                </a:lnTo>
                <a:lnTo>
                  <a:pt x="1404484" y="151401"/>
                </a:lnTo>
                <a:cubicBezTo>
                  <a:pt x="1417321" y="150397"/>
                  <a:pt x="1425685" y="149890"/>
                  <a:pt x="1429576" y="149882"/>
                </a:cubicBezTo>
                <a:cubicBezTo>
                  <a:pt x="1452841" y="149831"/>
                  <a:pt x="1469961" y="152086"/>
                  <a:pt x="1480939" y="156645"/>
                </a:cubicBezTo>
                <a:lnTo>
                  <a:pt x="1495196" y="167591"/>
                </a:lnTo>
                <a:lnTo>
                  <a:pt x="1496902" y="169630"/>
                </a:lnTo>
                <a:lnTo>
                  <a:pt x="1500108" y="174309"/>
                </a:lnTo>
                <a:lnTo>
                  <a:pt x="1499732" y="173010"/>
                </a:lnTo>
                <a:lnTo>
                  <a:pt x="1496902" y="169630"/>
                </a:lnTo>
                <a:lnTo>
                  <a:pt x="1495850" y="168093"/>
                </a:lnTo>
                <a:lnTo>
                  <a:pt x="1495196" y="167591"/>
                </a:lnTo>
                <a:lnTo>
                  <a:pt x="1486433" y="157122"/>
                </a:lnTo>
                <a:cubicBezTo>
                  <a:pt x="1474625" y="149727"/>
                  <a:pt x="1451717" y="146066"/>
                  <a:pt x="1417707" y="146141"/>
                </a:cubicBezTo>
                <a:cubicBezTo>
                  <a:pt x="1414465" y="146147"/>
                  <a:pt x="1409427" y="146379"/>
                  <a:pt x="1402591" y="146834"/>
                </a:cubicBezTo>
                <a:close/>
                <a:moveTo>
                  <a:pt x="264051" y="678789"/>
                </a:moveTo>
                <a:cubicBezTo>
                  <a:pt x="288766" y="692666"/>
                  <a:pt x="301123" y="718408"/>
                  <a:pt x="301123" y="756017"/>
                </a:cubicBezTo>
                <a:cubicBezTo>
                  <a:pt x="301123" y="795283"/>
                  <a:pt x="290547" y="824327"/>
                  <a:pt x="269395" y="843151"/>
                </a:cubicBezTo>
                <a:cubicBezTo>
                  <a:pt x="253173" y="857651"/>
                  <a:pt x="226896" y="864901"/>
                  <a:pt x="190565" y="864901"/>
                </a:cubicBezTo>
                <a:lnTo>
                  <a:pt x="137582" y="864901"/>
                </a:lnTo>
                <a:lnTo>
                  <a:pt x="134180" y="855079"/>
                </a:lnTo>
                <a:lnTo>
                  <a:pt x="190565" y="855078"/>
                </a:lnTo>
                <a:cubicBezTo>
                  <a:pt x="216323" y="855078"/>
                  <a:pt x="235778" y="851554"/>
                  <a:pt x="248929" y="844504"/>
                </a:cubicBezTo>
                <a:lnTo>
                  <a:pt x="259549" y="833409"/>
                </a:lnTo>
                <a:lnTo>
                  <a:pt x="260556" y="832842"/>
                </a:lnTo>
                <a:lnTo>
                  <a:pt x="261508" y="831363"/>
                </a:lnTo>
                <a:lnTo>
                  <a:pt x="280708" y="811305"/>
                </a:lnTo>
                <a:cubicBezTo>
                  <a:pt x="287770" y="796684"/>
                  <a:pt x="291301" y="778507"/>
                  <a:pt x="291300" y="756775"/>
                </a:cubicBezTo>
                <a:lnTo>
                  <a:pt x="282884" y="728085"/>
                </a:lnTo>
                <a:lnTo>
                  <a:pt x="278954" y="708286"/>
                </a:lnTo>
                <a:lnTo>
                  <a:pt x="276073" y="704869"/>
                </a:lnTo>
                <a:lnTo>
                  <a:pt x="272372" y="692253"/>
                </a:lnTo>
                <a:lnTo>
                  <a:pt x="266590" y="685903"/>
                </a:lnTo>
                <a:cubicBezTo>
                  <a:pt x="266457" y="685767"/>
                  <a:pt x="265611" y="683397"/>
                  <a:pt x="264051" y="678789"/>
                </a:cubicBezTo>
                <a:close/>
                <a:moveTo>
                  <a:pt x="1680808" y="10619"/>
                </a:moveTo>
                <a:cubicBezTo>
                  <a:pt x="1695124" y="4279"/>
                  <a:pt x="1711295" y="1089"/>
                  <a:pt x="1729319" y="1050"/>
                </a:cubicBezTo>
                <a:cubicBezTo>
                  <a:pt x="1746656" y="1012"/>
                  <a:pt x="1762248" y="4243"/>
                  <a:pt x="1776098" y="10741"/>
                </a:cubicBezTo>
                <a:lnTo>
                  <a:pt x="1790619" y="19843"/>
                </a:lnTo>
                <a:lnTo>
                  <a:pt x="1790602" y="11436"/>
                </a:lnTo>
                <a:cubicBezTo>
                  <a:pt x="1815196" y="21599"/>
                  <a:pt x="1833374" y="38448"/>
                  <a:pt x="1845137" y="61985"/>
                </a:cubicBezTo>
                <a:cubicBezTo>
                  <a:pt x="1856900" y="85522"/>
                  <a:pt x="1862814" y="112557"/>
                  <a:pt x="1862881" y="143092"/>
                </a:cubicBezTo>
                <a:cubicBezTo>
                  <a:pt x="1862980" y="188096"/>
                  <a:pt x="1851496" y="224623"/>
                  <a:pt x="1828433" y="252675"/>
                </a:cubicBezTo>
                <a:cubicBezTo>
                  <a:pt x="1805368" y="280727"/>
                  <a:pt x="1774934" y="294794"/>
                  <a:pt x="1737129" y="294876"/>
                </a:cubicBezTo>
                <a:cubicBezTo>
                  <a:pt x="1712856" y="294929"/>
                  <a:pt x="1689689" y="286408"/>
                  <a:pt x="1667631" y="269312"/>
                </a:cubicBezTo>
                <a:lnTo>
                  <a:pt x="1667615" y="261990"/>
                </a:lnTo>
                <a:lnTo>
                  <a:pt x="1680331" y="265474"/>
                </a:lnTo>
                <a:lnTo>
                  <a:pt x="1692435" y="272373"/>
                </a:lnTo>
                <a:lnTo>
                  <a:pt x="1725648" y="277893"/>
                </a:lnTo>
                <a:lnTo>
                  <a:pt x="1735698" y="280648"/>
                </a:lnTo>
                <a:cubicBezTo>
                  <a:pt x="1768772" y="280575"/>
                  <a:pt x="1795924" y="268028"/>
                  <a:pt x="1817152" y="243004"/>
                </a:cubicBezTo>
                <a:cubicBezTo>
                  <a:pt x="1838381" y="217980"/>
                  <a:pt x="1848952" y="185863"/>
                  <a:pt x="1848866" y="146654"/>
                </a:cubicBezTo>
                <a:cubicBezTo>
                  <a:pt x="1848803" y="117378"/>
                  <a:pt x="1843848" y="91837"/>
                  <a:pt x="1834002" y="70030"/>
                </a:cubicBezTo>
                <a:lnTo>
                  <a:pt x="1813988" y="43118"/>
                </a:lnTo>
                <a:lnTo>
                  <a:pt x="1812409" y="40042"/>
                </a:lnTo>
                <a:lnTo>
                  <a:pt x="1809522" y="37111"/>
                </a:lnTo>
                <a:lnTo>
                  <a:pt x="1804062" y="29769"/>
                </a:lnTo>
                <a:lnTo>
                  <a:pt x="1798215" y="25634"/>
                </a:lnTo>
                <a:lnTo>
                  <a:pt x="1809522" y="37111"/>
                </a:lnTo>
                <a:lnTo>
                  <a:pt x="1813988" y="43118"/>
                </a:lnTo>
                <a:lnTo>
                  <a:pt x="1835752" y="85500"/>
                </a:lnTo>
                <a:cubicBezTo>
                  <a:pt x="1840956" y="102770"/>
                  <a:pt x="1843581" y="122158"/>
                  <a:pt x="1843627" y="143664"/>
                </a:cubicBezTo>
                <a:cubicBezTo>
                  <a:pt x="1843717" y="184421"/>
                  <a:pt x="1833591" y="217110"/>
                  <a:pt x="1813250" y="241730"/>
                </a:cubicBezTo>
                <a:cubicBezTo>
                  <a:pt x="1792909" y="266351"/>
                  <a:pt x="1765475" y="278699"/>
                  <a:pt x="1730949" y="278775"/>
                </a:cubicBezTo>
                <a:lnTo>
                  <a:pt x="1725648" y="277893"/>
                </a:lnTo>
                <a:lnTo>
                  <a:pt x="1680331" y="265474"/>
                </a:lnTo>
                <a:lnTo>
                  <a:pt x="1658426" y="252990"/>
                </a:lnTo>
                <a:cubicBezTo>
                  <a:pt x="1627402" y="227617"/>
                  <a:pt x="1611836" y="190112"/>
                  <a:pt x="1611727" y="140478"/>
                </a:cubicBezTo>
                <a:cubicBezTo>
                  <a:pt x="1611635" y="98165"/>
                  <a:pt x="1622199" y="64368"/>
                  <a:pt x="1643418" y="39088"/>
                </a:cubicBezTo>
                <a:cubicBezTo>
                  <a:pt x="1654028" y="26448"/>
                  <a:pt x="1666491" y="16958"/>
                  <a:pt x="1680808" y="10619"/>
                </a:cubicBezTo>
                <a:close/>
                <a:moveTo>
                  <a:pt x="193818" y="690674"/>
                </a:moveTo>
                <a:lnTo>
                  <a:pt x="193818" y="835879"/>
                </a:lnTo>
                <a:cubicBezTo>
                  <a:pt x="202379" y="835880"/>
                  <a:pt x="209262" y="835047"/>
                  <a:pt x="214468" y="833382"/>
                </a:cubicBezTo>
                <a:cubicBezTo>
                  <a:pt x="219674" y="831717"/>
                  <a:pt x="224633" y="828478"/>
                  <a:pt x="229344" y="823666"/>
                </a:cubicBezTo>
                <a:cubicBezTo>
                  <a:pt x="242867" y="809921"/>
                  <a:pt x="249629" y="786555"/>
                  <a:pt x="249629" y="753568"/>
                </a:cubicBezTo>
                <a:cubicBezTo>
                  <a:pt x="249628" y="729558"/>
                  <a:pt x="245544" y="711321"/>
                  <a:pt x="237373" y="698859"/>
                </a:cubicBezTo>
                <a:lnTo>
                  <a:pt x="236122" y="697476"/>
                </a:lnTo>
                <a:lnTo>
                  <a:pt x="218147" y="692168"/>
                </a:lnTo>
                <a:cubicBezTo>
                  <a:pt x="212105" y="690940"/>
                  <a:pt x="206261" y="690325"/>
                  <a:pt x="200616" y="690326"/>
                </a:cubicBezTo>
                <a:cubicBezTo>
                  <a:pt x="198281" y="690325"/>
                  <a:pt x="196015" y="690442"/>
                  <a:pt x="193818" y="690674"/>
                </a:cubicBezTo>
                <a:close/>
                <a:moveTo>
                  <a:pt x="182061" y="677973"/>
                </a:moveTo>
                <a:lnTo>
                  <a:pt x="182061" y="835879"/>
                </a:lnTo>
                <a:lnTo>
                  <a:pt x="183995" y="835880"/>
                </a:lnTo>
                <a:lnTo>
                  <a:pt x="183996" y="682093"/>
                </a:lnTo>
                <a:cubicBezTo>
                  <a:pt x="190935" y="681033"/>
                  <a:pt x="196554" y="680503"/>
                  <a:pt x="200855" y="680503"/>
                </a:cubicBezTo>
                <a:lnTo>
                  <a:pt x="214642" y="682316"/>
                </a:lnTo>
                <a:lnTo>
                  <a:pt x="210782" y="680560"/>
                </a:lnTo>
                <a:cubicBezTo>
                  <a:pt x="203773" y="678835"/>
                  <a:pt x="195443" y="677973"/>
                  <a:pt x="185791" y="677973"/>
                </a:cubicBezTo>
                <a:close/>
                <a:moveTo>
                  <a:pt x="131771" y="659816"/>
                </a:moveTo>
                <a:lnTo>
                  <a:pt x="192297" y="659816"/>
                </a:lnTo>
                <a:cubicBezTo>
                  <a:pt x="221083" y="659816"/>
                  <a:pt x="240897" y="665215"/>
                  <a:pt x="251738" y="676015"/>
                </a:cubicBezTo>
                <a:lnTo>
                  <a:pt x="276073" y="704869"/>
                </a:lnTo>
                <a:lnTo>
                  <a:pt x="282884" y="728085"/>
                </a:lnTo>
                <a:lnTo>
                  <a:pt x="288026" y="753998"/>
                </a:lnTo>
                <a:cubicBezTo>
                  <a:pt x="288027" y="772079"/>
                  <a:pt x="285738" y="787689"/>
                  <a:pt x="281159" y="800830"/>
                </a:cubicBezTo>
                <a:lnTo>
                  <a:pt x="261508" y="831363"/>
                </a:lnTo>
                <a:lnTo>
                  <a:pt x="259549" y="833409"/>
                </a:lnTo>
                <a:lnTo>
                  <a:pt x="232798" y="848473"/>
                </a:lnTo>
                <a:cubicBezTo>
                  <a:pt x="222606" y="851487"/>
                  <a:pt x="209154" y="852995"/>
                  <a:pt x="192444" y="852995"/>
                </a:cubicBezTo>
                <a:lnTo>
                  <a:pt x="127392" y="852994"/>
                </a:lnTo>
                <a:lnTo>
                  <a:pt x="147384" y="833329"/>
                </a:lnTo>
                <a:lnTo>
                  <a:pt x="147384" y="680724"/>
                </a:lnTo>
                <a:close/>
                <a:moveTo>
                  <a:pt x="1418284" y="49346"/>
                </a:moveTo>
                <a:lnTo>
                  <a:pt x="1418442" y="121858"/>
                </a:lnTo>
                <a:lnTo>
                  <a:pt x="1422671" y="121852"/>
                </a:lnTo>
                <a:cubicBezTo>
                  <a:pt x="1448012" y="121797"/>
                  <a:pt x="1466575" y="117742"/>
                  <a:pt x="1478359" y="109688"/>
                </a:cubicBezTo>
                <a:cubicBezTo>
                  <a:pt x="1490144" y="101634"/>
                  <a:pt x="1496018" y="89347"/>
                  <a:pt x="1495982" y="72826"/>
                </a:cubicBezTo>
                <a:lnTo>
                  <a:pt x="1495095" y="68148"/>
                </a:lnTo>
                <a:lnTo>
                  <a:pt x="1483560" y="64380"/>
                </a:lnTo>
                <a:cubicBezTo>
                  <a:pt x="1473733" y="49747"/>
                  <a:pt x="1460080" y="42449"/>
                  <a:pt x="1442602" y="42488"/>
                </a:cubicBezTo>
                <a:cubicBezTo>
                  <a:pt x="1432892" y="42509"/>
                  <a:pt x="1424786" y="44795"/>
                  <a:pt x="1418284" y="49346"/>
                </a:cubicBezTo>
                <a:close/>
                <a:moveTo>
                  <a:pt x="95413" y="665769"/>
                </a:moveTo>
                <a:lnTo>
                  <a:pt x="104224" y="668878"/>
                </a:lnTo>
                <a:lnTo>
                  <a:pt x="92362" y="735718"/>
                </a:lnTo>
                <a:lnTo>
                  <a:pt x="76448" y="735718"/>
                </a:lnTo>
                <a:lnTo>
                  <a:pt x="69249" y="726788"/>
                </a:lnTo>
                <a:lnTo>
                  <a:pt x="83795" y="726788"/>
                </a:lnTo>
                <a:close/>
                <a:moveTo>
                  <a:pt x="1402349" y="35806"/>
                </a:moveTo>
                <a:lnTo>
                  <a:pt x="1402536" y="121810"/>
                </a:lnTo>
                <a:lnTo>
                  <a:pt x="1405228" y="121952"/>
                </a:lnTo>
                <a:cubicBezTo>
                  <a:pt x="1405645" y="121925"/>
                  <a:pt x="1405375" y="121902"/>
                  <a:pt x="1404420" y="121882"/>
                </a:cubicBezTo>
                <a:lnTo>
                  <a:pt x="1404240" y="39439"/>
                </a:lnTo>
                <a:cubicBezTo>
                  <a:pt x="1418157" y="32986"/>
                  <a:pt x="1431023" y="29746"/>
                  <a:pt x="1442839" y="29720"/>
                </a:cubicBezTo>
                <a:cubicBezTo>
                  <a:pt x="1456493" y="29691"/>
                  <a:pt x="1467428" y="32222"/>
                  <a:pt x="1475642" y="37314"/>
                </a:cubicBezTo>
                <a:cubicBezTo>
                  <a:pt x="1481804" y="41133"/>
                  <a:pt x="1487295" y="47969"/>
                  <a:pt x="1492117" y="57821"/>
                </a:cubicBezTo>
                <a:lnTo>
                  <a:pt x="1493965" y="62184"/>
                </a:lnTo>
                <a:lnTo>
                  <a:pt x="1492265" y="53217"/>
                </a:lnTo>
                <a:cubicBezTo>
                  <a:pt x="1489803" y="47376"/>
                  <a:pt x="1486118" y="42231"/>
                  <a:pt x="1481209" y="37783"/>
                </a:cubicBezTo>
                <a:cubicBezTo>
                  <a:pt x="1471392" y="28885"/>
                  <a:pt x="1458429" y="24454"/>
                  <a:pt x="1442318" y="24489"/>
                </a:cubicBezTo>
                <a:cubicBezTo>
                  <a:pt x="1427975" y="24521"/>
                  <a:pt x="1414652" y="28293"/>
                  <a:pt x="1402349" y="35806"/>
                </a:cubicBezTo>
                <a:close/>
                <a:moveTo>
                  <a:pt x="51962" y="665769"/>
                </a:moveTo>
                <a:lnTo>
                  <a:pt x="60617" y="668938"/>
                </a:lnTo>
                <a:lnTo>
                  <a:pt x="48757" y="735718"/>
                </a:lnTo>
                <a:lnTo>
                  <a:pt x="32991" y="735718"/>
                </a:lnTo>
                <a:lnTo>
                  <a:pt x="25791" y="726788"/>
                </a:lnTo>
                <a:lnTo>
                  <a:pt x="40337" y="726789"/>
                </a:lnTo>
                <a:close/>
                <a:moveTo>
                  <a:pt x="60468" y="659816"/>
                </a:moveTo>
                <a:lnTo>
                  <a:pt x="92317" y="659816"/>
                </a:lnTo>
                <a:lnTo>
                  <a:pt x="82058" y="724556"/>
                </a:lnTo>
                <a:lnTo>
                  <a:pt x="65063" y="724556"/>
                </a:lnTo>
                <a:close/>
                <a:moveTo>
                  <a:pt x="17010" y="659816"/>
                </a:moveTo>
                <a:lnTo>
                  <a:pt x="48859" y="659816"/>
                </a:lnTo>
                <a:lnTo>
                  <a:pt x="38599" y="724556"/>
                </a:lnTo>
                <a:lnTo>
                  <a:pt x="21605" y="724556"/>
                </a:lnTo>
                <a:close/>
                <a:moveTo>
                  <a:pt x="1383859" y="9359"/>
                </a:moveTo>
                <a:cubicBezTo>
                  <a:pt x="1402820" y="3165"/>
                  <a:pt x="1422642" y="46"/>
                  <a:pt x="1443324" y="0"/>
                </a:cubicBezTo>
                <a:cubicBezTo>
                  <a:pt x="1473714" y="-66"/>
                  <a:pt x="1498728" y="6836"/>
                  <a:pt x="1518364" y="20706"/>
                </a:cubicBezTo>
                <a:cubicBezTo>
                  <a:pt x="1537999" y="34577"/>
                  <a:pt x="1547842" y="52682"/>
                  <a:pt x="1547890" y="75021"/>
                </a:cubicBezTo>
                <a:cubicBezTo>
                  <a:pt x="1547915" y="86275"/>
                  <a:pt x="1545663" y="96088"/>
                  <a:pt x="1541135" y="104460"/>
                </a:cubicBezTo>
                <a:lnTo>
                  <a:pt x="1523840" y="122077"/>
                </a:lnTo>
                <a:lnTo>
                  <a:pt x="1514624" y="127859"/>
                </a:lnTo>
                <a:lnTo>
                  <a:pt x="1505106" y="131928"/>
                </a:lnTo>
                <a:lnTo>
                  <a:pt x="1507159" y="132544"/>
                </a:lnTo>
                <a:lnTo>
                  <a:pt x="1514624" y="127859"/>
                </a:lnTo>
                <a:lnTo>
                  <a:pt x="1520722" y="125253"/>
                </a:lnTo>
                <a:lnTo>
                  <a:pt x="1523840" y="122077"/>
                </a:lnTo>
                <a:lnTo>
                  <a:pt x="1539415" y="112303"/>
                </a:lnTo>
                <a:cubicBezTo>
                  <a:pt x="1547469" y="102085"/>
                  <a:pt x="1551481" y="89737"/>
                  <a:pt x="1551449" y="75259"/>
                </a:cubicBezTo>
                <a:cubicBezTo>
                  <a:pt x="1551409" y="57053"/>
                  <a:pt x="1543406" y="40442"/>
                  <a:pt x="1527439" y="25425"/>
                </a:cubicBezTo>
                <a:lnTo>
                  <a:pt x="1527423" y="18169"/>
                </a:lnTo>
                <a:lnTo>
                  <a:pt x="1536343" y="20752"/>
                </a:lnTo>
                <a:cubicBezTo>
                  <a:pt x="1555575" y="35519"/>
                  <a:pt x="1565216" y="54363"/>
                  <a:pt x="1565267" y="77283"/>
                </a:cubicBezTo>
                <a:cubicBezTo>
                  <a:pt x="1565336" y="108996"/>
                  <a:pt x="1549924" y="129954"/>
                  <a:pt x="1519033" y="140154"/>
                </a:cubicBezTo>
                <a:cubicBezTo>
                  <a:pt x="1525273" y="142019"/>
                  <a:pt x="1530942" y="144923"/>
                  <a:pt x="1536043" y="148863"/>
                </a:cubicBezTo>
                <a:lnTo>
                  <a:pt x="1546039" y="159845"/>
                </a:lnTo>
                <a:lnTo>
                  <a:pt x="1545391" y="158184"/>
                </a:lnTo>
                <a:lnTo>
                  <a:pt x="1552090" y="152740"/>
                </a:lnTo>
                <a:cubicBezTo>
                  <a:pt x="1569663" y="165545"/>
                  <a:pt x="1578476" y="184146"/>
                  <a:pt x="1578529" y="208544"/>
                </a:cubicBezTo>
                <a:cubicBezTo>
                  <a:pt x="1578583" y="232939"/>
                  <a:pt x="1570003" y="253191"/>
                  <a:pt x="1552791" y="269301"/>
                </a:cubicBezTo>
                <a:cubicBezTo>
                  <a:pt x="1536157" y="284842"/>
                  <a:pt x="1511858" y="292647"/>
                  <a:pt x="1479895" y="292717"/>
                </a:cubicBezTo>
                <a:lnTo>
                  <a:pt x="1338043" y="293027"/>
                </a:lnTo>
                <a:lnTo>
                  <a:pt x="1332654" y="279225"/>
                </a:lnTo>
                <a:lnTo>
                  <a:pt x="1466323" y="278934"/>
                </a:lnTo>
                <a:cubicBezTo>
                  <a:pt x="1493928" y="278873"/>
                  <a:pt x="1513674" y="276088"/>
                  <a:pt x="1525561" y="270577"/>
                </a:cubicBezTo>
                <a:cubicBezTo>
                  <a:pt x="1551589" y="258409"/>
                  <a:pt x="1564570" y="237276"/>
                  <a:pt x="1564504" y="207178"/>
                </a:cubicBezTo>
                <a:lnTo>
                  <a:pt x="1560540" y="197017"/>
                </a:lnTo>
                <a:lnTo>
                  <a:pt x="1561568" y="204316"/>
                </a:lnTo>
                <a:cubicBezTo>
                  <a:pt x="1561615" y="225965"/>
                  <a:pt x="1553815" y="243307"/>
                  <a:pt x="1538167" y="256343"/>
                </a:cubicBezTo>
                <a:cubicBezTo>
                  <a:pt x="1522519" y="269380"/>
                  <a:pt x="1501847" y="275926"/>
                  <a:pt x="1476150" y="275982"/>
                </a:cubicBezTo>
                <a:lnTo>
                  <a:pt x="1324956" y="276312"/>
                </a:lnTo>
                <a:lnTo>
                  <a:pt x="1353205" y="246031"/>
                </a:lnTo>
                <a:lnTo>
                  <a:pt x="1353025" y="163221"/>
                </a:lnTo>
                <a:cubicBezTo>
                  <a:pt x="1348157" y="163232"/>
                  <a:pt x="1339092" y="164072"/>
                  <a:pt x="1325829" y="165743"/>
                </a:cubicBezTo>
                <a:lnTo>
                  <a:pt x="1323042" y="151985"/>
                </a:lnTo>
                <a:cubicBezTo>
                  <a:pt x="1338132" y="150348"/>
                  <a:pt x="1348116" y="149523"/>
                  <a:pt x="1352995" y="149512"/>
                </a:cubicBezTo>
                <a:lnTo>
                  <a:pt x="1352990" y="147001"/>
                </a:lnTo>
                <a:lnTo>
                  <a:pt x="1352045" y="147003"/>
                </a:lnTo>
                <a:cubicBezTo>
                  <a:pt x="1344612" y="147020"/>
                  <a:pt x="1333574" y="147591"/>
                  <a:pt x="1318931" y="148717"/>
                </a:cubicBezTo>
                <a:lnTo>
                  <a:pt x="1329420" y="120610"/>
                </a:lnTo>
                <a:lnTo>
                  <a:pt x="1335643" y="120868"/>
                </a:lnTo>
                <a:cubicBezTo>
                  <a:pt x="1340397" y="121224"/>
                  <a:pt x="1344341" y="121398"/>
                  <a:pt x="1347476" y="121391"/>
                </a:cubicBezTo>
                <a:cubicBezTo>
                  <a:pt x="1351833" y="121382"/>
                  <a:pt x="1353654" y="121583"/>
                  <a:pt x="1352935" y="121995"/>
                </a:cubicBezTo>
                <a:lnTo>
                  <a:pt x="1352781" y="51585"/>
                </a:lnTo>
                <a:lnTo>
                  <a:pt x="1329561" y="37165"/>
                </a:lnTo>
                <a:cubicBezTo>
                  <a:pt x="1346800" y="24822"/>
                  <a:pt x="1364899" y="15554"/>
                  <a:pt x="1383859" y="9359"/>
                </a:cubicBezTo>
                <a:close/>
                <a:moveTo>
                  <a:pt x="1173691" y="31665"/>
                </a:moveTo>
                <a:cubicBezTo>
                  <a:pt x="1208489" y="51103"/>
                  <a:pt x="1225945" y="87266"/>
                  <a:pt x="1226061" y="140153"/>
                </a:cubicBezTo>
                <a:cubicBezTo>
                  <a:pt x="1226181" y="195370"/>
                  <a:pt x="1211398" y="236247"/>
                  <a:pt x="1181711" y="262782"/>
                </a:cubicBezTo>
                <a:cubicBezTo>
                  <a:pt x="1158943" y="283222"/>
                  <a:pt x="1122013" y="293498"/>
                  <a:pt x="1070923" y="293610"/>
                </a:cubicBezTo>
                <a:lnTo>
                  <a:pt x="996416" y="293773"/>
                </a:lnTo>
                <a:lnTo>
                  <a:pt x="991602" y="279970"/>
                </a:lnTo>
                <a:lnTo>
                  <a:pt x="1070893" y="279796"/>
                </a:lnTo>
                <a:cubicBezTo>
                  <a:pt x="1107115" y="279717"/>
                  <a:pt x="1134462" y="274702"/>
                  <a:pt x="1152934" y="264748"/>
                </a:cubicBezTo>
                <a:cubicBezTo>
                  <a:pt x="1192612" y="243536"/>
                  <a:pt x="1212383" y="202370"/>
                  <a:pt x="1212250" y="141249"/>
                </a:cubicBezTo>
                <a:cubicBezTo>
                  <a:pt x="1212161" y="100350"/>
                  <a:pt x="1203222" y="70125"/>
                  <a:pt x="1185433" y="50574"/>
                </a:cubicBezTo>
                <a:lnTo>
                  <a:pt x="1177284" y="41661"/>
                </a:lnTo>
                <a:cubicBezTo>
                  <a:pt x="1177096" y="41472"/>
                  <a:pt x="1175898" y="38140"/>
                  <a:pt x="1173691" y="31665"/>
                </a:cubicBezTo>
                <a:close/>
                <a:moveTo>
                  <a:pt x="1074963" y="48594"/>
                </a:moveTo>
                <a:lnTo>
                  <a:pt x="1075409" y="252788"/>
                </a:lnTo>
                <a:cubicBezTo>
                  <a:pt x="1087448" y="252762"/>
                  <a:pt x="1097124" y="251570"/>
                  <a:pt x="1104440" y="249213"/>
                </a:cubicBezTo>
                <a:cubicBezTo>
                  <a:pt x="1111756" y="246855"/>
                  <a:pt x="1118719" y="242286"/>
                  <a:pt x="1125329" y="235505"/>
                </a:cubicBezTo>
                <a:cubicBezTo>
                  <a:pt x="1144304" y="216134"/>
                  <a:pt x="1153741" y="183255"/>
                  <a:pt x="1153640" y="136867"/>
                </a:cubicBezTo>
                <a:cubicBezTo>
                  <a:pt x="1153566" y="103103"/>
                  <a:pt x="1147766" y="77471"/>
                  <a:pt x="1136238" y="59970"/>
                </a:cubicBezTo>
                <a:lnTo>
                  <a:pt x="1134474" y="58029"/>
                </a:lnTo>
                <a:lnTo>
                  <a:pt x="1109180" y="50620"/>
                </a:lnTo>
                <a:cubicBezTo>
                  <a:pt x="1100680" y="48911"/>
                  <a:pt x="1092461" y="48066"/>
                  <a:pt x="1084521" y="48083"/>
                </a:cubicBezTo>
                <a:cubicBezTo>
                  <a:pt x="1081238" y="48090"/>
                  <a:pt x="1078052" y="48260"/>
                  <a:pt x="1074963" y="48594"/>
                </a:cubicBezTo>
                <a:close/>
                <a:moveTo>
                  <a:pt x="1058390" y="30769"/>
                </a:moveTo>
                <a:lnTo>
                  <a:pt x="1058875" y="252824"/>
                </a:lnTo>
                <a:lnTo>
                  <a:pt x="1061596" y="252818"/>
                </a:lnTo>
                <a:lnTo>
                  <a:pt x="1061124" y="36557"/>
                </a:lnTo>
                <a:cubicBezTo>
                  <a:pt x="1070878" y="35045"/>
                  <a:pt x="1078779" y="34283"/>
                  <a:pt x="1084828" y="34269"/>
                </a:cubicBezTo>
                <a:cubicBezTo>
                  <a:pt x="1090652" y="34256"/>
                  <a:pt x="1095909" y="34553"/>
                  <a:pt x="1100600" y="35160"/>
                </a:cubicBezTo>
                <a:lnTo>
                  <a:pt x="1102596" y="35603"/>
                </a:lnTo>
                <a:lnTo>
                  <a:pt x="1098787" y="34319"/>
                </a:lnTo>
                <a:cubicBezTo>
                  <a:pt x="1088926" y="31915"/>
                  <a:pt x="1077209" y="30728"/>
                  <a:pt x="1063635" y="30758"/>
                </a:cubicBezTo>
                <a:close/>
                <a:moveTo>
                  <a:pt x="776063" y="160887"/>
                </a:moveTo>
                <a:lnTo>
                  <a:pt x="776251" y="247323"/>
                </a:lnTo>
                <a:lnTo>
                  <a:pt x="778980" y="250841"/>
                </a:lnTo>
                <a:lnTo>
                  <a:pt x="778796" y="166692"/>
                </a:lnTo>
                <a:lnTo>
                  <a:pt x="786034" y="165640"/>
                </a:lnTo>
                <a:lnTo>
                  <a:pt x="820910" y="158574"/>
                </a:lnTo>
                <a:lnTo>
                  <a:pt x="819033" y="153172"/>
                </a:lnTo>
                <a:lnTo>
                  <a:pt x="803421" y="156923"/>
                </a:lnTo>
                <a:close/>
                <a:moveTo>
                  <a:pt x="987614" y="5390"/>
                </a:moveTo>
                <a:lnTo>
                  <a:pt x="1072729" y="5204"/>
                </a:lnTo>
                <a:cubicBezTo>
                  <a:pt x="1113209" y="5116"/>
                  <a:pt x="1141089" y="12648"/>
                  <a:pt x="1156368" y="27801"/>
                </a:cubicBezTo>
                <a:cubicBezTo>
                  <a:pt x="1190440" y="51680"/>
                  <a:pt x="1207530" y="88198"/>
                  <a:pt x="1207637" y="137354"/>
                </a:cubicBezTo>
                <a:cubicBezTo>
                  <a:pt x="1207749" y="188205"/>
                  <a:pt x="1194952" y="225191"/>
                  <a:pt x="1169249" y="248313"/>
                </a:cubicBezTo>
                <a:cubicBezTo>
                  <a:pt x="1157582" y="258752"/>
                  <a:pt x="1144587" y="266108"/>
                  <a:pt x="1130264" y="270378"/>
                </a:cubicBezTo>
                <a:cubicBezTo>
                  <a:pt x="1115940" y="274649"/>
                  <a:pt x="1097028" y="276810"/>
                  <a:pt x="1073529" y="276861"/>
                </a:cubicBezTo>
                <a:lnTo>
                  <a:pt x="982050" y="277060"/>
                </a:lnTo>
                <a:lnTo>
                  <a:pt x="1010103" y="249344"/>
                </a:lnTo>
                <a:lnTo>
                  <a:pt x="1009634" y="34744"/>
                </a:lnTo>
                <a:close/>
                <a:moveTo>
                  <a:pt x="905785" y="28349"/>
                </a:moveTo>
                <a:cubicBezTo>
                  <a:pt x="925321" y="42509"/>
                  <a:pt x="935112" y="59887"/>
                  <a:pt x="935157" y="80483"/>
                </a:cubicBezTo>
                <a:cubicBezTo>
                  <a:pt x="935230" y="113816"/>
                  <a:pt x="915258" y="138543"/>
                  <a:pt x="875243" y="154663"/>
                </a:cubicBezTo>
                <a:cubicBezTo>
                  <a:pt x="883639" y="179947"/>
                  <a:pt x="898605" y="205782"/>
                  <a:pt x="920141" y="232169"/>
                </a:cubicBezTo>
                <a:cubicBezTo>
                  <a:pt x="933644" y="248693"/>
                  <a:pt x="951329" y="265173"/>
                  <a:pt x="973196" y="281609"/>
                </a:cubicBezTo>
                <a:cubicBezTo>
                  <a:pt x="940194" y="291520"/>
                  <a:pt x="910296" y="304849"/>
                  <a:pt x="883502" y="321596"/>
                </a:cubicBezTo>
                <a:lnTo>
                  <a:pt x="878653" y="323785"/>
                </a:lnTo>
                <a:lnTo>
                  <a:pt x="870503" y="315994"/>
                </a:lnTo>
                <a:cubicBezTo>
                  <a:pt x="898131" y="296543"/>
                  <a:pt x="925941" y="283491"/>
                  <a:pt x="953935" y="276838"/>
                </a:cubicBezTo>
                <a:cubicBezTo>
                  <a:pt x="914982" y="253582"/>
                  <a:pt x="883932" y="212557"/>
                  <a:pt x="860784" y="153762"/>
                </a:cubicBezTo>
                <a:lnTo>
                  <a:pt x="859464" y="146780"/>
                </a:lnTo>
                <a:cubicBezTo>
                  <a:pt x="901197" y="130528"/>
                  <a:pt x="922030" y="107070"/>
                  <a:pt x="921963" y="76407"/>
                </a:cubicBezTo>
                <a:cubicBezTo>
                  <a:pt x="921936" y="63926"/>
                  <a:pt x="916543" y="47907"/>
                  <a:pt x="905785" y="28349"/>
                </a:cubicBezTo>
                <a:close/>
                <a:moveTo>
                  <a:pt x="792344" y="45320"/>
                </a:moveTo>
                <a:lnTo>
                  <a:pt x="792538" y="133635"/>
                </a:lnTo>
                <a:lnTo>
                  <a:pt x="823685" y="125218"/>
                </a:lnTo>
                <a:cubicBezTo>
                  <a:pt x="833300" y="121504"/>
                  <a:pt x="841174" y="117146"/>
                  <a:pt x="847308" y="112143"/>
                </a:cubicBezTo>
                <a:cubicBezTo>
                  <a:pt x="859576" y="102138"/>
                  <a:pt x="865692" y="89315"/>
                  <a:pt x="865658" y="73675"/>
                </a:cubicBezTo>
                <a:lnTo>
                  <a:pt x="863160" y="62148"/>
                </a:lnTo>
                <a:lnTo>
                  <a:pt x="849471" y="54542"/>
                </a:lnTo>
                <a:cubicBezTo>
                  <a:pt x="844030" y="51712"/>
                  <a:pt x="839497" y="49579"/>
                  <a:pt x="835873" y="48143"/>
                </a:cubicBezTo>
                <a:cubicBezTo>
                  <a:pt x="828625" y="45272"/>
                  <a:pt x="819968" y="43847"/>
                  <a:pt x="809902" y="43868"/>
                </a:cubicBezTo>
                <a:cubicBezTo>
                  <a:pt x="802064" y="43886"/>
                  <a:pt x="796212" y="44370"/>
                  <a:pt x="792344" y="45320"/>
                </a:cubicBezTo>
                <a:close/>
                <a:moveTo>
                  <a:pt x="775781" y="31795"/>
                </a:moveTo>
                <a:lnTo>
                  <a:pt x="776008" y="135759"/>
                </a:lnTo>
                <a:cubicBezTo>
                  <a:pt x="776936" y="135757"/>
                  <a:pt x="777844" y="135670"/>
                  <a:pt x="778728" y="135498"/>
                </a:cubicBezTo>
                <a:lnTo>
                  <a:pt x="778508" y="34774"/>
                </a:lnTo>
                <a:cubicBezTo>
                  <a:pt x="788555" y="32071"/>
                  <a:pt x="798964" y="30707"/>
                  <a:pt x="809736" y="30684"/>
                </a:cubicBezTo>
                <a:cubicBezTo>
                  <a:pt x="823934" y="30653"/>
                  <a:pt x="835931" y="33507"/>
                  <a:pt x="845728" y="39247"/>
                </a:cubicBezTo>
                <a:lnTo>
                  <a:pt x="856166" y="47869"/>
                </a:lnTo>
                <a:lnTo>
                  <a:pt x="849259" y="39146"/>
                </a:lnTo>
                <a:cubicBezTo>
                  <a:pt x="838357" y="29983"/>
                  <a:pt x="824486" y="25419"/>
                  <a:pt x="807645" y="25456"/>
                </a:cubicBezTo>
                <a:cubicBezTo>
                  <a:pt x="794110" y="25486"/>
                  <a:pt x="783490" y="27598"/>
                  <a:pt x="775781" y="31795"/>
                </a:cubicBezTo>
                <a:close/>
                <a:moveTo>
                  <a:pt x="758226" y="10632"/>
                </a:moveTo>
                <a:cubicBezTo>
                  <a:pt x="776343" y="5060"/>
                  <a:pt x="794926" y="2253"/>
                  <a:pt x="813970" y="2211"/>
                </a:cubicBezTo>
                <a:cubicBezTo>
                  <a:pt x="843843" y="2146"/>
                  <a:pt x="868703" y="8731"/>
                  <a:pt x="888554" y="21965"/>
                </a:cubicBezTo>
                <a:cubicBezTo>
                  <a:pt x="908404" y="35200"/>
                  <a:pt x="918353" y="52247"/>
                  <a:pt x="918398" y="73106"/>
                </a:cubicBezTo>
                <a:cubicBezTo>
                  <a:pt x="918435" y="90124"/>
                  <a:pt x="911978" y="105105"/>
                  <a:pt x="899027" y="118049"/>
                </a:cubicBezTo>
                <a:cubicBezTo>
                  <a:pt x="886076" y="130993"/>
                  <a:pt x="869603" y="139946"/>
                  <a:pt x="849610" y="144905"/>
                </a:cubicBezTo>
                <a:cubicBezTo>
                  <a:pt x="858814" y="167774"/>
                  <a:pt x="871448" y="191351"/>
                  <a:pt x="887511" y="215636"/>
                </a:cubicBezTo>
                <a:cubicBezTo>
                  <a:pt x="903575" y="239921"/>
                  <a:pt x="920106" y="260035"/>
                  <a:pt x="937104" y="275978"/>
                </a:cubicBezTo>
                <a:lnTo>
                  <a:pt x="931013" y="279438"/>
                </a:lnTo>
                <a:cubicBezTo>
                  <a:pt x="911002" y="286319"/>
                  <a:pt x="891381" y="296033"/>
                  <a:pt x="872152" y="308580"/>
                </a:cubicBezTo>
                <a:lnTo>
                  <a:pt x="863558" y="311299"/>
                </a:lnTo>
                <a:lnTo>
                  <a:pt x="861661" y="302360"/>
                </a:lnTo>
                <a:cubicBezTo>
                  <a:pt x="854946" y="262327"/>
                  <a:pt x="846314" y="226996"/>
                  <a:pt x="835763" y="196368"/>
                </a:cubicBezTo>
                <a:lnTo>
                  <a:pt x="824997" y="168408"/>
                </a:lnTo>
                <a:lnTo>
                  <a:pt x="791226" y="178666"/>
                </a:lnTo>
                <a:lnTo>
                  <a:pt x="792635" y="178487"/>
                </a:lnTo>
                <a:lnTo>
                  <a:pt x="792791" y="250044"/>
                </a:lnTo>
                <a:lnTo>
                  <a:pt x="829004" y="294138"/>
                </a:lnTo>
                <a:lnTo>
                  <a:pt x="716216" y="294384"/>
                </a:lnTo>
                <a:lnTo>
                  <a:pt x="711130" y="280582"/>
                </a:lnTo>
                <a:lnTo>
                  <a:pt x="808695" y="280369"/>
                </a:lnTo>
                <a:lnTo>
                  <a:pt x="788027" y="262507"/>
                </a:lnTo>
                <a:lnTo>
                  <a:pt x="799624" y="277459"/>
                </a:lnTo>
                <a:lnTo>
                  <a:pt x="700453" y="277675"/>
                </a:lnTo>
                <a:lnTo>
                  <a:pt x="727068" y="247136"/>
                </a:lnTo>
                <a:lnTo>
                  <a:pt x="726933" y="185361"/>
                </a:lnTo>
                <a:lnTo>
                  <a:pt x="708870" y="190402"/>
                </a:lnTo>
                <a:lnTo>
                  <a:pt x="704044" y="191074"/>
                </a:lnTo>
                <a:lnTo>
                  <a:pt x="700242" y="180519"/>
                </a:lnTo>
                <a:cubicBezTo>
                  <a:pt x="708241" y="177023"/>
                  <a:pt x="714015" y="174842"/>
                  <a:pt x="717563" y="173977"/>
                </a:cubicBezTo>
                <a:lnTo>
                  <a:pt x="726904" y="171660"/>
                </a:lnTo>
                <a:lnTo>
                  <a:pt x="726896" y="168450"/>
                </a:lnTo>
                <a:cubicBezTo>
                  <a:pt x="722144" y="168461"/>
                  <a:pt x="713951" y="170197"/>
                  <a:pt x="702316" y="173661"/>
                </a:cubicBezTo>
                <a:lnTo>
                  <a:pt x="694483" y="174678"/>
                </a:lnTo>
                <a:cubicBezTo>
                  <a:pt x="694781" y="169328"/>
                  <a:pt x="696226" y="162954"/>
                  <a:pt x="698817" y="155558"/>
                </a:cubicBezTo>
                <a:cubicBezTo>
                  <a:pt x="699088" y="155015"/>
                  <a:pt x="700004" y="152072"/>
                  <a:pt x="701564" y="146729"/>
                </a:cubicBezTo>
                <a:cubicBezTo>
                  <a:pt x="701720" y="146252"/>
                  <a:pt x="702269" y="144631"/>
                  <a:pt x="703212" y="141869"/>
                </a:cubicBezTo>
                <a:cubicBezTo>
                  <a:pt x="710851" y="142252"/>
                  <a:pt x="716633" y="142439"/>
                  <a:pt x="720557" y="142430"/>
                </a:cubicBezTo>
                <a:cubicBezTo>
                  <a:pt x="724202" y="142422"/>
                  <a:pt x="726227" y="142393"/>
                  <a:pt x="726630" y="142342"/>
                </a:cubicBezTo>
                <a:lnTo>
                  <a:pt x="726423" y="47439"/>
                </a:lnTo>
                <a:cubicBezTo>
                  <a:pt x="721651" y="44547"/>
                  <a:pt x="716030" y="41851"/>
                  <a:pt x="709560" y="39349"/>
                </a:cubicBezTo>
                <a:lnTo>
                  <a:pt x="705262" y="35644"/>
                </a:lnTo>
                <a:cubicBezTo>
                  <a:pt x="722453" y="24541"/>
                  <a:pt x="740108" y="16204"/>
                  <a:pt x="758226" y="10632"/>
                </a:cubicBezTo>
                <a:close/>
                <a:moveTo>
                  <a:pt x="361262" y="166469"/>
                </a:moveTo>
                <a:lnTo>
                  <a:pt x="361454" y="254138"/>
                </a:lnTo>
                <a:lnTo>
                  <a:pt x="365326" y="254129"/>
                </a:lnTo>
                <a:lnTo>
                  <a:pt x="392963" y="253114"/>
                </a:lnTo>
                <a:cubicBezTo>
                  <a:pt x="429016" y="250474"/>
                  <a:pt x="447007" y="233035"/>
                  <a:pt x="446937" y="200798"/>
                </a:cubicBezTo>
                <a:lnTo>
                  <a:pt x="446145" y="191074"/>
                </a:lnTo>
                <a:lnTo>
                  <a:pt x="441294" y="191085"/>
                </a:lnTo>
                <a:cubicBezTo>
                  <a:pt x="434268" y="181157"/>
                  <a:pt x="425986" y="174484"/>
                  <a:pt x="416448" y="171065"/>
                </a:cubicBezTo>
                <a:cubicBezTo>
                  <a:pt x="406910" y="167647"/>
                  <a:pt x="392705" y="165959"/>
                  <a:pt x="373831" y="166000"/>
                </a:cubicBezTo>
                <a:close/>
                <a:moveTo>
                  <a:pt x="345318" y="149142"/>
                </a:moveTo>
                <a:lnTo>
                  <a:pt x="345548" y="254172"/>
                </a:lnTo>
                <a:lnTo>
                  <a:pt x="347432" y="254168"/>
                </a:lnTo>
                <a:lnTo>
                  <a:pt x="347212" y="153710"/>
                </a:lnTo>
                <a:cubicBezTo>
                  <a:pt x="360049" y="152705"/>
                  <a:pt x="368412" y="152198"/>
                  <a:pt x="372304" y="152190"/>
                </a:cubicBezTo>
                <a:cubicBezTo>
                  <a:pt x="395568" y="152139"/>
                  <a:pt x="412688" y="154394"/>
                  <a:pt x="423667" y="158953"/>
                </a:cubicBezTo>
                <a:lnTo>
                  <a:pt x="437923" y="169899"/>
                </a:lnTo>
                <a:lnTo>
                  <a:pt x="439631" y="171938"/>
                </a:lnTo>
                <a:lnTo>
                  <a:pt x="442835" y="176618"/>
                </a:lnTo>
                <a:lnTo>
                  <a:pt x="442460" y="175319"/>
                </a:lnTo>
                <a:lnTo>
                  <a:pt x="439631" y="171938"/>
                </a:lnTo>
                <a:lnTo>
                  <a:pt x="438577" y="170401"/>
                </a:lnTo>
                <a:lnTo>
                  <a:pt x="437923" y="169899"/>
                </a:lnTo>
                <a:lnTo>
                  <a:pt x="429160" y="159430"/>
                </a:lnTo>
                <a:cubicBezTo>
                  <a:pt x="417352" y="152035"/>
                  <a:pt x="394444" y="148375"/>
                  <a:pt x="360435" y="148449"/>
                </a:cubicBezTo>
                <a:cubicBezTo>
                  <a:pt x="357193" y="148456"/>
                  <a:pt x="352154" y="148687"/>
                  <a:pt x="345318" y="149142"/>
                </a:cubicBezTo>
                <a:close/>
                <a:moveTo>
                  <a:pt x="552633" y="6340"/>
                </a:moveTo>
                <a:lnTo>
                  <a:pt x="658465" y="6109"/>
                </a:lnTo>
                <a:lnTo>
                  <a:pt x="631039" y="39884"/>
                </a:lnTo>
                <a:lnTo>
                  <a:pt x="631499" y="250078"/>
                </a:lnTo>
                <a:lnTo>
                  <a:pt x="633177" y="251872"/>
                </a:lnTo>
                <a:lnTo>
                  <a:pt x="632712" y="39157"/>
                </a:lnTo>
                <a:lnTo>
                  <a:pt x="660221" y="13698"/>
                </a:lnTo>
                <a:lnTo>
                  <a:pt x="667839" y="22269"/>
                </a:lnTo>
                <a:lnTo>
                  <a:pt x="646956" y="44463"/>
                </a:lnTo>
                <a:lnTo>
                  <a:pt x="647405" y="250423"/>
                </a:lnTo>
                <a:lnTo>
                  <a:pt x="681975" y="294459"/>
                </a:lnTo>
                <a:lnTo>
                  <a:pt x="569129" y="294705"/>
                </a:lnTo>
                <a:lnTo>
                  <a:pt x="561624" y="280909"/>
                </a:lnTo>
                <a:lnTo>
                  <a:pt x="661259" y="280691"/>
                </a:lnTo>
                <a:lnTo>
                  <a:pt x="654489" y="274642"/>
                </a:lnTo>
                <a:lnTo>
                  <a:pt x="657417" y="277769"/>
                </a:lnTo>
                <a:lnTo>
                  <a:pt x="553226" y="277997"/>
                </a:lnTo>
                <a:lnTo>
                  <a:pt x="581684" y="248193"/>
                </a:lnTo>
                <a:lnTo>
                  <a:pt x="581225" y="38021"/>
                </a:lnTo>
                <a:close/>
                <a:moveTo>
                  <a:pt x="361011" y="51654"/>
                </a:moveTo>
                <a:lnTo>
                  <a:pt x="361170" y="124166"/>
                </a:lnTo>
                <a:lnTo>
                  <a:pt x="365398" y="124160"/>
                </a:lnTo>
                <a:cubicBezTo>
                  <a:pt x="390739" y="124105"/>
                  <a:pt x="409302" y="120050"/>
                  <a:pt x="421087" y="111996"/>
                </a:cubicBezTo>
                <a:cubicBezTo>
                  <a:pt x="432871" y="103942"/>
                  <a:pt x="438745" y="91655"/>
                  <a:pt x="438710" y="75134"/>
                </a:cubicBezTo>
                <a:lnTo>
                  <a:pt x="437823" y="70457"/>
                </a:lnTo>
                <a:lnTo>
                  <a:pt x="426287" y="66688"/>
                </a:lnTo>
                <a:cubicBezTo>
                  <a:pt x="416460" y="52055"/>
                  <a:pt x="402808" y="44758"/>
                  <a:pt x="385330" y="44795"/>
                </a:cubicBezTo>
                <a:cubicBezTo>
                  <a:pt x="375620" y="44817"/>
                  <a:pt x="367514" y="47103"/>
                  <a:pt x="361011" y="51654"/>
                </a:cubicBezTo>
                <a:close/>
                <a:moveTo>
                  <a:pt x="345076" y="38114"/>
                </a:moveTo>
                <a:lnTo>
                  <a:pt x="345264" y="124118"/>
                </a:lnTo>
                <a:lnTo>
                  <a:pt x="347956" y="124260"/>
                </a:lnTo>
                <a:cubicBezTo>
                  <a:pt x="348371" y="124234"/>
                  <a:pt x="348102" y="124210"/>
                  <a:pt x="347148" y="124190"/>
                </a:cubicBezTo>
                <a:lnTo>
                  <a:pt x="346967" y="41747"/>
                </a:lnTo>
                <a:cubicBezTo>
                  <a:pt x="360884" y="35294"/>
                  <a:pt x="373751" y="32055"/>
                  <a:pt x="385567" y="32028"/>
                </a:cubicBezTo>
                <a:cubicBezTo>
                  <a:pt x="399221" y="31999"/>
                  <a:pt x="410155" y="34530"/>
                  <a:pt x="418370" y="39622"/>
                </a:cubicBezTo>
                <a:cubicBezTo>
                  <a:pt x="424532" y="43441"/>
                  <a:pt x="430022" y="50277"/>
                  <a:pt x="434844" y="60129"/>
                </a:cubicBezTo>
                <a:lnTo>
                  <a:pt x="436692" y="64492"/>
                </a:lnTo>
                <a:lnTo>
                  <a:pt x="434992" y="55525"/>
                </a:lnTo>
                <a:cubicBezTo>
                  <a:pt x="432530" y="49684"/>
                  <a:pt x="428845" y="44539"/>
                  <a:pt x="423937" y="40091"/>
                </a:cubicBezTo>
                <a:cubicBezTo>
                  <a:pt x="414120" y="31193"/>
                  <a:pt x="401156" y="26762"/>
                  <a:pt x="385045" y="26797"/>
                </a:cubicBezTo>
                <a:cubicBezTo>
                  <a:pt x="370702" y="26829"/>
                  <a:pt x="357380" y="30601"/>
                  <a:pt x="345076" y="38114"/>
                </a:cubicBezTo>
                <a:close/>
                <a:moveTo>
                  <a:pt x="326587" y="11667"/>
                </a:moveTo>
                <a:cubicBezTo>
                  <a:pt x="345547" y="5473"/>
                  <a:pt x="365369" y="2353"/>
                  <a:pt x="386051" y="2308"/>
                </a:cubicBezTo>
                <a:cubicBezTo>
                  <a:pt x="416442" y="2242"/>
                  <a:pt x="441455" y="9144"/>
                  <a:pt x="461091" y="23014"/>
                </a:cubicBezTo>
                <a:cubicBezTo>
                  <a:pt x="480727" y="36885"/>
                  <a:pt x="490570" y="54990"/>
                  <a:pt x="490618" y="77330"/>
                </a:cubicBezTo>
                <a:cubicBezTo>
                  <a:pt x="490643" y="88583"/>
                  <a:pt x="488391" y="98395"/>
                  <a:pt x="483863" y="106767"/>
                </a:cubicBezTo>
                <a:lnTo>
                  <a:pt x="466566" y="124386"/>
                </a:lnTo>
                <a:lnTo>
                  <a:pt x="457354" y="130166"/>
                </a:lnTo>
                <a:lnTo>
                  <a:pt x="447833" y="134236"/>
                </a:lnTo>
                <a:lnTo>
                  <a:pt x="449887" y="134852"/>
                </a:lnTo>
                <a:lnTo>
                  <a:pt x="457354" y="130166"/>
                </a:lnTo>
                <a:lnTo>
                  <a:pt x="463449" y="127561"/>
                </a:lnTo>
                <a:lnTo>
                  <a:pt x="466566" y="124386"/>
                </a:lnTo>
                <a:lnTo>
                  <a:pt x="482143" y="114612"/>
                </a:lnTo>
                <a:cubicBezTo>
                  <a:pt x="490197" y="104393"/>
                  <a:pt x="494209" y="92045"/>
                  <a:pt x="494177" y="77567"/>
                </a:cubicBezTo>
                <a:cubicBezTo>
                  <a:pt x="494137" y="59361"/>
                  <a:pt x="486133" y="42750"/>
                  <a:pt x="470166" y="27733"/>
                </a:cubicBezTo>
                <a:lnTo>
                  <a:pt x="470151" y="20477"/>
                </a:lnTo>
                <a:lnTo>
                  <a:pt x="479071" y="23060"/>
                </a:lnTo>
                <a:cubicBezTo>
                  <a:pt x="498303" y="37828"/>
                  <a:pt x="507944" y="56671"/>
                  <a:pt x="507994" y="79590"/>
                </a:cubicBezTo>
                <a:cubicBezTo>
                  <a:pt x="508064" y="111304"/>
                  <a:pt x="492652" y="132262"/>
                  <a:pt x="461761" y="142462"/>
                </a:cubicBezTo>
                <a:cubicBezTo>
                  <a:pt x="468000" y="144328"/>
                  <a:pt x="473669" y="147231"/>
                  <a:pt x="478769" y="151171"/>
                </a:cubicBezTo>
                <a:lnTo>
                  <a:pt x="488767" y="162154"/>
                </a:lnTo>
                <a:lnTo>
                  <a:pt x="488118" y="160491"/>
                </a:lnTo>
                <a:lnTo>
                  <a:pt x="494816" y="155049"/>
                </a:lnTo>
                <a:cubicBezTo>
                  <a:pt x="512391" y="167853"/>
                  <a:pt x="521204" y="186454"/>
                  <a:pt x="521256" y="210852"/>
                </a:cubicBezTo>
                <a:cubicBezTo>
                  <a:pt x="521310" y="235247"/>
                  <a:pt x="512730" y="255499"/>
                  <a:pt x="495519" y="271609"/>
                </a:cubicBezTo>
                <a:cubicBezTo>
                  <a:pt x="478884" y="287150"/>
                  <a:pt x="454585" y="294955"/>
                  <a:pt x="422623" y="295025"/>
                </a:cubicBezTo>
                <a:lnTo>
                  <a:pt x="280771" y="295335"/>
                </a:lnTo>
                <a:lnTo>
                  <a:pt x="275381" y="281533"/>
                </a:lnTo>
                <a:lnTo>
                  <a:pt x="409052" y="281242"/>
                </a:lnTo>
                <a:cubicBezTo>
                  <a:pt x="436656" y="281181"/>
                  <a:pt x="456401" y="278395"/>
                  <a:pt x="468288" y="272885"/>
                </a:cubicBezTo>
                <a:cubicBezTo>
                  <a:pt x="494316" y="260717"/>
                  <a:pt x="507297" y="239584"/>
                  <a:pt x="507231" y="209486"/>
                </a:cubicBezTo>
                <a:lnTo>
                  <a:pt x="503268" y="199326"/>
                </a:lnTo>
                <a:lnTo>
                  <a:pt x="504295" y="206625"/>
                </a:lnTo>
                <a:cubicBezTo>
                  <a:pt x="504343" y="228273"/>
                  <a:pt x="496542" y="245615"/>
                  <a:pt x="480895" y="258651"/>
                </a:cubicBezTo>
                <a:cubicBezTo>
                  <a:pt x="465247" y="271688"/>
                  <a:pt x="444575" y="278234"/>
                  <a:pt x="418878" y="278290"/>
                </a:cubicBezTo>
                <a:lnTo>
                  <a:pt x="267683" y="278620"/>
                </a:lnTo>
                <a:lnTo>
                  <a:pt x="295933" y="248339"/>
                </a:lnTo>
                <a:lnTo>
                  <a:pt x="295752" y="165529"/>
                </a:lnTo>
                <a:cubicBezTo>
                  <a:pt x="290884" y="165540"/>
                  <a:pt x="281819" y="166380"/>
                  <a:pt x="268557" y="168051"/>
                </a:cubicBezTo>
                <a:lnTo>
                  <a:pt x="265770" y="154293"/>
                </a:lnTo>
                <a:cubicBezTo>
                  <a:pt x="280859" y="152655"/>
                  <a:pt x="290844" y="151831"/>
                  <a:pt x="295723" y="151821"/>
                </a:cubicBezTo>
                <a:lnTo>
                  <a:pt x="295717" y="149309"/>
                </a:lnTo>
                <a:lnTo>
                  <a:pt x="294772" y="149311"/>
                </a:lnTo>
                <a:cubicBezTo>
                  <a:pt x="287340" y="149328"/>
                  <a:pt x="276302" y="149899"/>
                  <a:pt x="261659" y="151025"/>
                </a:cubicBezTo>
                <a:lnTo>
                  <a:pt x="272147" y="122918"/>
                </a:lnTo>
                <a:lnTo>
                  <a:pt x="278371" y="123176"/>
                </a:lnTo>
                <a:cubicBezTo>
                  <a:pt x="283124" y="123532"/>
                  <a:pt x="287068" y="123707"/>
                  <a:pt x="290203" y="123700"/>
                </a:cubicBezTo>
                <a:cubicBezTo>
                  <a:pt x="294562" y="123690"/>
                  <a:pt x="296381" y="123891"/>
                  <a:pt x="295662" y="124303"/>
                </a:cubicBezTo>
                <a:lnTo>
                  <a:pt x="295509" y="53893"/>
                </a:lnTo>
                <a:lnTo>
                  <a:pt x="272288" y="39473"/>
                </a:lnTo>
                <a:cubicBezTo>
                  <a:pt x="289527" y="27130"/>
                  <a:pt x="307626" y="17862"/>
                  <a:pt x="326587" y="11667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IN" sz="2400" b="1" dirty="0">
              <a:solidFill>
                <a:srgbClr val="000000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092432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 invX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20" grpId="0" animBg="1"/>
      <p:bldP spid="21" grpId="0" animBg="1"/>
      <p:bldP spid="19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7214062"/>
          </a:xfrm>
          <a:prstGeom prst="rect">
            <a:avLst/>
          </a:prstGeom>
          <a:noFill/>
        </p:spPr>
      </p:pic>
      <p:sp>
        <p:nvSpPr>
          <p:cNvPr id="7" name="Rectangle 6"/>
          <p:cNvSpPr/>
          <p:nvPr/>
        </p:nvSpPr>
        <p:spPr>
          <a:xfrm>
            <a:off x="0" y="2006830"/>
            <a:ext cx="4563035" cy="3200400"/>
          </a:xfrm>
          <a:prstGeom prst="rect">
            <a:avLst/>
          </a:prstGeom>
          <a:solidFill>
            <a:schemeClr val="tx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384" y="2189630"/>
            <a:ext cx="4824797" cy="280909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665784" y="976491"/>
            <a:ext cx="70599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b="1" dirty="0" smtClean="0">
                <a:solidFill>
                  <a:srgbClr val="D11717"/>
                </a:solidFill>
              </a:rPr>
              <a:t>Netflix</a:t>
            </a:r>
            <a:r>
              <a:rPr lang="en-IN" sz="2400" dirty="0" smtClean="0">
                <a:solidFill>
                  <a:srgbClr val="D11717"/>
                </a:solidFill>
              </a:rPr>
              <a:t> </a:t>
            </a:r>
            <a:r>
              <a:rPr lang="en-IN" sz="2400" dirty="0">
                <a:solidFill>
                  <a:srgbClr val="D11717"/>
                </a:solidFill>
              </a:rPr>
              <a:t>hosts </a:t>
            </a:r>
            <a:r>
              <a:rPr lang="en-IN" sz="2400" b="1" dirty="0">
                <a:solidFill>
                  <a:srgbClr val="D11717"/>
                </a:solidFill>
              </a:rPr>
              <a:t>over 8,800 titles</a:t>
            </a:r>
            <a:r>
              <a:rPr lang="en-IN" sz="2400" dirty="0">
                <a:solidFill>
                  <a:srgbClr val="D11717"/>
                </a:solidFill>
              </a:rPr>
              <a:t>, with a strong </a:t>
            </a:r>
            <a:r>
              <a:rPr lang="en-IN" sz="2400" b="1" dirty="0">
                <a:solidFill>
                  <a:srgbClr val="D11717"/>
                </a:solidFill>
              </a:rPr>
              <a:t>bias towards </a:t>
            </a:r>
            <a:r>
              <a:rPr lang="en-IN" sz="2400" b="1" dirty="0" smtClean="0">
                <a:solidFill>
                  <a:srgbClr val="D11717"/>
                </a:solidFill>
              </a:rPr>
              <a:t>movies.</a:t>
            </a:r>
            <a:endParaRPr lang="en-IN" sz="2400" dirty="0">
              <a:solidFill>
                <a:srgbClr val="D11717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23878" y="2187906"/>
            <a:ext cx="67134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b="1" dirty="0">
                <a:solidFill>
                  <a:srgbClr val="FF0000"/>
                </a:solidFill>
              </a:rPr>
              <a:t>Movies </a:t>
            </a:r>
            <a:r>
              <a:rPr lang="en-IN" sz="2400" dirty="0">
                <a:solidFill>
                  <a:srgbClr val="FF0000"/>
                </a:solidFill>
              </a:rPr>
              <a:t>dominate the platform with </a:t>
            </a:r>
            <a:r>
              <a:rPr lang="en-IN" sz="2400" b="1" dirty="0">
                <a:solidFill>
                  <a:srgbClr val="FF0000"/>
                </a:solidFill>
              </a:rPr>
              <a:t>6,130+ titles</a:t>
            </a:r>
            <a:r>
              <a:rPr lang="en-IN" sz="2400" dirty="0">
                <a:solidFill>
                  <a:srgbClr val="FF0000"/>
                </a:solidFill>
              </a:rPr>
              <a:t>, making up </a:t>
            </a:r>
            <a:r>
              <a:rPr lang="en-IN" sz="2400" b="1" dirty="0" smtClean="0">
                <a:solidFill>
                  <a:srgbClr val="FF0000"/>
                </a:solidFill>
              </a:rPr>
              <a:t>70</a:t>
            </a:r>
            <a:r>
              <a:rPr lang="en-IN" sz="2400" b="1" dirty="0">
                <a:solidFill>
                  <a:srgbClr val="FF0000"/>
                </a:solidFill>
              </a:rPr>
              <a:t>%</a:t>
            </a:r>
            <a:r>
              <a:rPr lang="en-IN" sz="2400" dirty="0">
                <a:solidFill>
                  <a:srgbClr val="FF0000"/>
                </a:solidFill>
              </a:rPr>
              <a:t> of the entire </a:t>
            </a:r>
            <a:r>
              <a:rPr lang="en-IN" sz="2400" dirty="0" smtClean="0">
                <a:solidFill>
                  <a:srgbClr val="FF0000"/>
                </a:solidFill>
              </a:rPr>
              <a:t>catalog.</a:t>
            </a:r>
            <a:endParaRPr lang="en-IN" sz="2400" dirty="0">
              <a:solidFill>
                <a:srgbClr val="FF000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70768" y="3779739"/>
            <a:ext cx="67134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b="1" dirty="0">
                <a:solidFill>
                  <a:schemeClr val="bg1"/>
                </a:solidFill>
              </a:rPr>
              <a:t>TV Shows</a:t>
            </a:r>
            <a:r>
              <a:rPr lang="en-IN" sz="2400" dirty="0">
                <a:solidFill>
                  <a:schemeClr val="bg1"/>
                </a:solidFill>
              </a:rPr>
              <a:t>, though fewer at </a:t>
            </a:r>
            <a:r>
              <a:rPr lang="en-IN" sz="2400" b="1" dirty="0">
                <a:solidFill>
                  <a:schemeClr val="bg1"/>
                </a:solidFill>
              </a:rPr>
              <a:t>2,680+</a:t>
            </a:r>
            <a:r>
              <a:rPr lang="en-IN" sz="2400" dirty="0">
                <a:solidFill>
                  <a:schemeClr val="bg1"/>
                </a:solidFill>
              </a:rPr>
              <a:t>, still form a </a:t>
            </a:r>
            <a:r>
              <a:rPr lang="en-IN" sz="2400" b="1" dirty="0">
                <a:solidFill>
                  <a:schemeClr val="bg1"/>
                </a:solidFill>
              </a:rPr>
              <a:t>critical part</a:t>
            </a:r>
            <a:r>
              <a:rPr lang="en-IN" sz="2400" dirty="0">
                <a:solidFill>
                  <a:schemeClr val="bg1"/>
                </a:solidFill>
              </a:rPr>
              <a:t> of Netflix’s binge-watch appeal</a:t>
            </a:r>
            <a:r>
              <a:rPr lang="en-IN" sz="2400" b="1" dirty="0" smtClean="0">
                <a:solidFill>
                  <a:schemeClr val="bg1"/>
                </a:solidFill>
              </a:rPr>
              <a:t>.</a:t>
            </a:r>
            <a:endParaRPr lang="en-IN" sz="2400" dirty="0">
              <a:solidFill>
                <a:schemeClr val="bg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809168" y="5137481"/>
            <a:ext cx="71718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chemeClr val="bg1"/>
                </a:solidFill>
              </a:rPr>
              <a:t>This split highlights Netflix’s </a:t>
            </a:r>
            <a:r>
              <a:rPr lang="en-IN" sz="2400" b="1" dirty="0">
                <a:solidFill>
                  <a:schemeClr val="bg1"/>
                </a:solidFill>
              </a:rPr>
              <a:t>cinema-first approach</a:t>
            </a:r>
            <a:r>
              <a:rPr lang="en-IN" sz="2400" dirty="0">
                <a:solidFill>
                  <a:schemeClr val="bg1"/>
                </a:solidFill>
              </a:rPr>
              <a:t>, while also investing heavily in series to retain </a:t>
            </a:r>
            <a:r>
              <a:rPr lang="en-IN" sz="2400" dirty="0" smtClean="0">
                <a:solidFill>
                  <a:schemeClr val="bg1"/>
                </a:solidFill>
              </a:rPr>
              <a:t>subscribers</a:t>
            </a:r>
            <a:r>
              <a:rPr lang="en-IN" sz="2400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54526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8" grpId="0"/>
      <p:bldP spid="20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7214062"/>
          </a:xfrm>
          <a:prstGeom prst="rect">
            <a:avLst/>
          </a:prstGeom>
          <a:noFill/>
        </p:spPr>
      </p:pic>
      <p:sp>
        <p:nvSpPr>
          <p:cNvPr id="4" name="Rectangle 3"/>
          <p:cNvSpPr/>
          <p:nvPr/>
        </p:nvSpPr>
        <p:spPr>
          <a:xfrm>
            <a:off x="0" y="2006830"/>
            <a:ext cx="4563035" cy="3200400"/>
          </a:xfrm>
          <a:prstGeom prst="rect">
            <a:avLst/>
          </a:prstGeom>
          <a:solidFill>
            <a:schemeClr val="tx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532" y="2209800"/>
            <a:ext cx="5024223" cy="278375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05890" y="855487"/>
            <a:ext cx="70599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b="1" dirty="0">
                <a:solidFill>
                  <a:srgbClr val="D11717"/>
                </a:solidFill>
              </a:rPr>
              <a:t>Exponential content growth</a:t>
            </a:r>
            <a:r>
              <a:rPr lang="en-IN" sz="2400" dirty="0">
                <a:solidFill>
                  <a:srgbClr val="D11717"/>
                </a:solidFill>
              </a:rPr>
              <a:t> began around </a:t>
            </a:r>
            <a:r>
              <a:rPr lang="en-IN" sz="2400" b="1" dirty="0">
                <a:solidFill>
                  <a:srgbClr val="D11717"/>
                </a:solidFill>
              </a:rPr>
              <a:t>2010</a:t>
            </a:r>
            <a:r>
              <a:rPr lang="en-IN" sz="2400" dirty="0">
                <a:solidFill>
                  <a:srgbClr val="D11717"/>
                </a:solidFill>
              </a:rPr>
              <a:t>, with a </a:t>
            </a:r>
            <a:r>
              <a:rPr lang="en-IN" sz="2400" b="1" dirty="0">
                <a:solidFill>
                  <a:srgbClr val="D11717"/>
                </a:solidFill>
              </a:rPr>
              <a:t>huge spike </a:t>
            </a:r>
            <a:r>
              <a:rPr lang="en-IN" sz="2400" b="1" dirty="0" smtClean="0">
                <a:solidFill>
                  <a:srgbClr val="D11717"/>
                </a:solidFill>
              </a:rPr>
              <a:t>post-2015.</a:t>
            </a:r>
            <a:endParaRPr lang="en-IN" sz="2400" dirty="0">
              <a:solidFill>
                <a:srgbClr val="D11717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555866" y="3976716"/>
            <a:ext cx="62100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 b="1">
                <a:solidFill>
                  <a:srgbClr val="D11717"/>
                </a:solidFill>
              </a:defRPr>
            </a:lvl1pPr>
          </a:lstStyle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1"/>
                </a:solidFill>
              </a:rPr>
              <a:t>Movies consistently dominate each year, but TV shows have also grown </a:t>
            </a:r>
            <a:r>
              <a:rPr lang="en-IN" dirty="0" smtClean="0">
                <a:solidFill>
                  <a:schemeClr val="bg1"/>
                </a:solidFill>
              </a:rPr>
              <a:t>significantly.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3643" y="2338357"/>
            <a:ext cx="64844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b="1" dirty="0">
                <a:solidFill>
                  <a:srgbClr val="D11717"/>
                </a:solidFill>
              </a:rPr>
              <a:t>2020</a:t>
            </a:r>
            <a:r>
              <a:rPr lang="en-IN" sz="2400" dirty="0">
                <a:solidFill>
                  <a:srgbClr val="D11717"/>
                </a:solidFill>
              </a:rPr>
              <a:t> was the </a:t>
            </a:r>
            <a:r>
              <a:rPr lang="en-IN" sz="2400" b="1" dirty="0">
                <a:solidFill>
                  <a:srgbClr val="D11717"/>
                </a:solidFill>
              </a:rPr>
              <a:t>peak release year</a:t>
            </a:r>
            <a:r>
              <a:rPr lang="en-IN" sz="2400" dirty="0">
                <a:solidFill>
                  <a:srgbClr val="D11717"/>
                </a:solidFill>
              </a:rPr>
              <a:t> with </a:t>
            </a:r>
            <a:r>
              <a:rPr lang="en-IN" sz="2400" b="1" dirty="0">
                <a:solidFill>
                  <a:srgbClr val="D11717"/>
                </a:solidFill>
              </a:rPr>
              <a:t>767 titles</a:t>
            </a:r>
            <a:r>
              <a:rPr lang="en-IN" sz="2400" dirty="0">
                <a:solidFill>
                  <a:srgbClr val="D11717"/>
                </a:solidFill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04108" y="5390473"/>
            <a:ext cx="70515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 b="1">
                <a:solidFill>
                  <a:srgbClr val="D11717"/>
                </a:solidFill>
              </a:defRPr>
            </a:lvl1pPr>
          </a:lstStyle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1"/>
                </a:solidFill>
              </a:rPr>
              <a:t>Minimal releases pre-2000 show Netflix’s modern, digital-first strategy.</a:t>
            </a:r>
          </a:p>
        </p:txBody>
      </p:sp>
    </p:spTree>
    <p:extLst>
      <p:ext uri="{BB962C8B-B14F-4D97-AF65-F5344CB8AC3E}">
        <p14:creationId xmlns:p14="http://schemas.microsoft.com/office/powerpoint/2010/main" val="2761065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5" grpId="0"/>
      <p:bldP spid="16" grpId="0"/>
      <p:bldP spid="1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9638"/>
            <a:ext cx="12192000" cy="7214062"/>
          </a:xfrm>
          <a:prstGeom prst="rect">
            <a:avLst/>
          </a:prstGeom>
          <a:noFill/>
        </p:spPr>
      </p:pic>
      <p:sp>
        <p:nvSpPr>
          <p:cNvPr id="3" name="Rectangle 2"/>
          <p:cNvSpPr/>
          <p:nvPr/>
        </p:nvSpPr>
        <p:spPr>
          <a:xfrm>
            <a:off x="0" y="2006830"/>
            <a:ext cx="4563035" cy="3200400"/>
          </a:xfrm>
          <a:prstGeom prst="rect">
            <a:avLst/>
          </a:prstGeom>
          <a:solidFill>
            <a:schemeClr val="tx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020" y="2174470"/>
            <a:ext cx="4957565" cy="286433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330424" y="316129"/>
            <a:ext cx="75344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b="1" dirty="0">
                <a:solidFill>
                  <a:srgbClr val="C00000"/>
                </a:solidFill>
              </a:rPr>
              <a:t>Dramas &amp; International Movies</a:t>
            </a:r>
            <a:r>
              <a:rPr lang="en-IN" sz="2400" dirty="0">
                <a:solidFill>
                  <a:srgbClr val="C00000"/>
                </a:solidFill>
              </a:rPr>
              <a:t> are the top genre combination with </a:t>
            </a:r>
            <a:r>
              <a:rPr lang="en-IN" sz="2400" b="1" dirty="0">
                <a:solidFill>
                  <a:srgbClr val="C00000"/>
                </a:solidFill>
              </a:rPr>
              <a:t>362 titles</a:t>
            </a:r>
            <a:r>
              <a:rPr lang="en-IN" sz="2400" dirty="0">
                <a:solidFill>
                  <a:srgbClr val="C00000"/>
                </a:solidFill>
              </a:rPr>
              <a:t>, indicating high global and emotional appeal.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9489" y="4468611"/>
            <a:ext cx="67519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b="1" dirty="0">
                <a:solidFill>
                  <a:schemeClr val="bg1"/>
                </a:solidFill>
              </a:rPr>
              <a:t>Mixed genre titles</a:t>
            </a:r>
            <a:r>
              <a:rPr lang="en-IN" sz="2400" dirty="0">
                <a:solidFill>
                  <a:schemeClr val="bg1"/>
                </a:solidFill>
              </a:rPr>
              <a:t> like “Comedies, Dramas, International” (274) reflect Netflix's </a:t>
            </a:r>
            <a:r>
              <a:rPr lang="en-IN" sz="2400" b="1" dirty="0">
                <a:solidFill>
                  <a:schemeClr val="bg1"/>
                </a:solidFill>
              </a:rPr>
              <a:t>blended storytelling approach</a:t>
            </a:r>
            <a:r>
              <a:rPr lang="en-IN" sz="2400" dirty="0">
                <a:solidFill>
                  <a:schemeClr val="bg1"/>
                </a:solidFill>
              </a:rPr>
              <a:t>.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958181" y="1648960"/>
            <a:ext cx="70599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b="1" dirty="0">
                <a:solidFill>
                  <a:srgbClr val="C00000"/>
                </a:solidFill>
              </a:rPr>
              <a:t>Documentaries</a:t>
            </a:r>
            <a:r>
              <a:rPr lang="en-IN" sz="2400" dirty="0">
                <a:solidFill>
                  <a:srgbClr val="C00000"/>
                </a:solidFill>
              </a:rPr>
              <a:t> (359) are nearly tied with dramas — showcasing Netflix’s strong push in </a:t>
            </a:r>
            <a:r>
              <a:rPr lang="en-IN" sz="2400" b="1" dirty="0">
                <a:solidFill>
                  <a:srgbClr val="C00000"/>
                </a:solidFill>
              </a:rPr>
              <a:t>real-world, factual storytelling</a:t>
            </a:r>
            <a:r>
              <a:rPr lang="en-IN" sz="2400" dirty="0">
                <a:solidFill>
                  <a:srgbClr val="C00000"/>
                </a:solidFill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85" y="3148097"/>
            <a:ext cx="65613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b="1" dirty="0">
                <a:solidFill>
                  <a:srgbClr val="C00000"/>
                </a:solidFill>
              </a:rPr>
              <a:t>Stand-Up Comedy</a:t>
            </a:r>
            <a:r>
              <a:rPr lang="en-IN" sz="2400" dirty="0">
                <a:solidFill>
                  <a:srgbClr val="C00000"/>
                </a:solidFill>
              </a:rPr>
              <a:t> ranks 3rd (334), proving </a:t>
            </a:r>
            <a:r>
              <a:rPr lang="en-IN" sz="2400" dirty="0">
                <a:solidFill>
                  <a:schemeClr val="bg1"/>
                </a:solidFill>
              </a:rPr>
              <a:t>Netflix’s </a:t>
            </a:r>
            <a:r>
              <a:rPr lang="en-IN" sz="2400" b="1" dirty="0">
                <a:solidFill>
                  <a:schemeClr val="bg1"/>
                </a:solidFill>
              </a:rPr>
              <a:t>influence in the comedy special </a:t>
            </a:r>
            <a:r>
              <a:rPr lang="en-IN" sz="2400" b="1" dirty="0" smtClean="0">
                <a:solidFill>
                  <a:schemeClr val="bg1"/>
                </a:solidFill>
              </a:rPr>
              <a:t>space.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2581" y="5939897"/>
            <a:ext cx="76101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chemeClr val="bg1"/>
                </a:solidFill>
              </a:rPr>
              <a:t>Content for </a:t>
            </a:r>
            <a:r>
              <a:rPr lang="en-IN" sz="2400" b="1" dirty="0">
                <a:solidFill>
                  <a:schemeClr val="bg1"/>
                </a:solidFill>
              </a:rPr>
              <a:t>Kids</a:t>
            </a:r>
            <a:r>
              <a:rPr lang="en-IN" sz="2400" dirty="0">
                <a:solidFill>
                  <a:schemeClr val="bg1"/>
                </a:solidFill>
              </a:rPr>
              <a:t> and </a:t>
            </a:r>
            <a:r>
              <a:rPr lang="en-IN" sz="2400" b="1" dirty="0">
                <a:solidFill>
                  <a:schemeClr val="bg1"/>
                </a:solidFill>
              </a:rPr>
              <a:t>Families</a:t>
            </a:r>
            <a:r>
              <a:rPr lang="en-IN" sz="2400" dirty="0">
                <a:solidFill>
                  <a:schemeClr val="bg1"/>
                </a:solidFill>
              </a:rPr>
              <a:t> is also notable, with </a:t>
            </a:r>
            <a:r>
              <a:rPr lang="en-IN" sz="2400" b="1" dirty="0">
                <a:solidFill>
                  <a:schemeClr val="bg1"/>
                </a:solidFill>
              </a:rPr>
              <a:t>220+ children’s titles</a:t>
            </a:r>
            <a:r>
              <a:rPr lang="en-IN" sz="2400" dirty="0">
                <a:solidFill>
                  <a:schemeClr val="bg1"/>
                </a:solidFill>
              </a:rPr>
              <a:t> and </a:t>
            </a:r>
            <a:r>
              <a:rPr lang="en-IN" sz="2400" b="1" dirty="0">
                <a:solidFill>
                  <a:schemeClr val="bg1"/>
                </a:solidFill>
              </a:rPr>
              <a:t>215+ family </a:t>
            </a:r>
            <a:r>
              <a:rPr lang="en-IN" sz="2400" b="1" dirty="0" smtClean="0">
                <a:solidFill>
                  <a:schemeClr val="bg1"/>
                </a:solidFill>
              </a:rPr>
              <a:t>movies.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3536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9" grpId="0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7214062"/>
          </a:xfrm>
          <a:prstGeom prst="rect">
            <a:avLst/>
          </a:prstGeom>
          <a:noFill/>
        </p:spPr>
      </p:pic>
      <p:sp>
        <p:nvSpPr>
          <p:cNvPr id="3" name="Rectangle 2"/>
          <p:cNvSpPr/>
          <p:nvPr/>
        </p:nvSpPr>
        <p:spPr>
          <a:xfrm>
            <a:off x="0" y="2006830"/>
            <a:ext cx="4563035" cy="3200400"/>
          </a:xfrm>
          <a:prstGeom prst="rect">
            <a:avLst/>
          </a:prstGeom>
          <a:solidFill>
            <a:schemeClr val="tx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226" y="2225040"/>
            <a:ext cx="5040923" cy="275282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417131" y="587916"/>
            <a:ext cx="74620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b="1" dirty="0">
                <a:solidFill>
                  <a:srgbClr val="C00000"/>
                </a:solidFill>
              </a:rPr>
              <a:t>TV-MA</a:t>
            </a:r>
            <a:r>
              <a:rPr lang="en-IN" sz="2400" dirty="0">
                <a:solidFill>
                  <a:srgbClr val="C00000"/>
                </a:solidFill>
              </a:rPr>
              <a:t> (Mature Audience) dominates with </a:t>
            </a:r>
            <a:r>
              <a:rPr lang="en-IN" sz="2400" b="1" dirty="0">
                <a:solidFill>
                  <a:srgbClr val="C00000"/>
                </a:solidFill>
              </a:rPr>
              <a:t>3.2K titles</a:t>
            </a:r>
            <a:r>
              <a:rPr lang="en-IN" sz="2400" dirty="0">
                <a:solidFill>
                  <a:srgbClr val="C00000"/>
                </a:solidFill>
              </a:rPr>
              <a:t>, suggesting Netflix caters primarily to </a:t>
            </a:r>
            <a:r>
              <a:rPr lang="en-IN" sz="2400" b="1" dirty="0">
                <a:solidFill>
                  <a:srgbClr val="C00000"/>
                </a:solidFill>
              </a:rPr>
              <a:t>adult </a:t>
            </a:r>
            <a:r>
              <a:rPr lang="en-IN" sz="2400" b="1" dirty="0" smtClean="0">
                <a:solidFill>
                  <a:srgbClr val="C00000"/>
                </a:solidFill>
              </a:rPr>
              <a:t>audiences.</a:t>
            </a:r>
            <a:endParaRPr lang="en-IN" sz="2400" dirty="0">
              <a:solidFill>
                <a:srgbClr val="C0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696634" y="5503459"/>
            <a:ext cx="65087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b="1" dirty="0">
                <a:solidFill>
                  <a:schemeClr val="bg1"/>
                </a:solidFill>
              </a:rPr>
              <a:t>R-rated</a:t>
            </a:r>
            <a:r>
              <a:rPr lang="en-IN" sz="2400" dirty="0">
                <a:solidFill>
                  <a:schemeClr val="bg1"/>
                </a:solidFill>
              </a:rPr>
              <a:t> and </a:t>
            </a:r>
            <a:r>
              <a:rPr lang="en-IN" sz="2400" b="1" dirty="0">
                <a:solidFill>
                  <a:schemeClr val="bg1"/>
                </a:solidFill>
              </a:rPr>
              <a:t>PG-13</a:t>
            </a:r>
            <a:r>
              <a:rPr lang="en-IN" sz="2400" dirty="0">
                <a:solidFill>
                  <a:schemeClr val="bg1"/>
                </a:solidFill>
              </a:rPr>
              <a:t> titles appear modestly, likely due to licensing rather than Netflix </a:t>
            </a:r>
            <a:r>
              <a:rPr lang="en-IN" sz="2400" dirty="0" smtClean="0">
                <a:solidFill>
                  <a:schemeClr val="bg1"/>
                </a:solidFill>
              </a:rPr>
              <a:t>Originals.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231149" y="1978288"/>
            <a:ext cx="70599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b="1" dirty="0">
                <a:solidFill>
                  <a:srgbClr val="C00000"/>
                </a:solidFill>
              </a:rPr>
              <a:t>TV-14</a:t>
            </a:r>
            <a:r>
              <a:rPr lang="en-IN" sz="2400" dirty="0">
                <a:solidFill>
                  <a:srgbClr val="C00000"/>
                </a:solidFill>
              </a:rPr>
              <a:t> is the second most common, at </a:t>
            </a:r>
            <a:r>
              <a:rPr lang="en-IN" sz="2400" b="1" dirty="0">
                <a:solidFill>
                  <a:srgbClr val="C00000"/>
                </a:solidFill>
              </a:rPr>
              <a:t>2.2K titles</a:t>
            </a:r>
            <a:r>
              <a:rPr lang="en-IN" sz="2400" dirty="0">
                <a:solidFill>
                  <a:srgbClr val="C00000"/>
                </a:solidFill>
              </a:rPr>
              <a:t>, appealing to </a:t>
            </a:r>
            <a:r>
              <a:rPr lang="en-IN" sz="2400" b="1" dirty="0">
                <a:solidFill>
                  <a:srgbClr val="C00000"/>
                </a:solidFill>
              </a:rPr>
              <a:t>teenagers and families with older </a:t>
            </a:r>
            <a:r>
              <a:rPr lang="en-IN" sz="2400" b="1" dirty="0" smtClean="0">
                <a:solidFill>
                  <a:srgbClr val="C00000"/>
                </a:solidFill>
              </a:rPr>
              <a:t>kids.</a:t>
            </a:r>
            <a:endParaRPr lang="en-IN" sz="2400" dirty="0">
              <a:solidFill>
                <a:srgbClr val="C0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231149" y="3811343"/>
            <a:ext cx="68645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b="1" dirty="0">
                <a:solidFill>
                  <a:schemeClr val="bg1"/>
                </a:solidFill>
              </a:rPr>
              <a:t>Family-friendly ratings</a:t>
            </a:r>
            <a:r>
              <a:rPr lang="en-IN" sz="2400" dirty="0">
                <a:solidFill>
                  <a:schemeClr val="bg1"/>
                </a:solidFill>
              </a:rPr>
              <a:t> like </a:t>
            </a:r>
            <a:r>
              <a:rPr lang="en-IN" sz="2400" b="1" dirty="0">
                <a:solidFill>
                  <a:schemeClr val="bg1"/>
                </a:solidFill>
              </a:rPr>
              <a:t>TV-Y, PG, and TV-Y7</a:t>
            </a:r>
            <a:r>
              <a:rPr lang="en-IN" sz="2400" dirty="0">
                <a:solidFill>
                  <a:schemeClr val="bg1"/>
                </a:solidFill>
              </a:rPr>
              <a:t> are fewer, each under </a:t>
            </a:r>
            <a:r>
              <a:rPr lang="en-IN" sz="2400" b="1" dirty="0">
                <a:solidFill>
                  <a:schemeClr val="bg1"/>
                </a:solidFill>
              </a:rPr>
              <a:t>0.3K</a:t>
            </a:r>
            <a:r>
              <a:rPr lang="en-IN" sz="2400" dirty="0">
                <a:solidFill>
                  <a:schemeClr val="bg1"/>
                </a:solidFill>
              </a:rPr>
              <a:t>, showing </a:t>
            </a:r>
            <a:r>
              <a:rPr lang="en-IN" sz="2400" b="1" dirty="0">
                <a:solidFill>
                  <a:schemeClr val="bg1"/>
                </a:solidFill>
              </a:rPr>
              <a:t>less content for young children</a:t>
            </a:r>
            <a:r>
              <a:rPr lang="en-IN" sz="2400" dirty="0">
                <a:solidFill>
                  <a:schemeClr val="bg1"/>
                </a:solidFill>
              </a:rPr>
              <a:t>.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3489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7214062"/>
          </a:xfrm>
          <a:prstGeom prst="rect">
            <a:avLst/>
          </a:prstGeom>
          <a:noFill/>
        </p:spPr>
      </p:pic>
      <p:sp>
        <p:nvSpPr>
          <p:cNvPr id="3" name="Rectangle 2"/>
          <p:cNvSpPr/>
          <p:nvPr/>
        </p:nvSpPr>
        <p:spPr>
          <a:xfrm>
            <a:off x="0" y="2006830"/>
            <a:ext cx="4563035" cy="3200400"/>
          </a:xfrm>
          <a:prstGeom prst="rect">
            <a:avLst/>
          </a:prstGeom>
          <a:solidFill>
            <a:schemeClr val="tx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735" y="2209800"/>
            <a:ext cx="4941781" cy="28103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22349" y="5503394"/>
            <a:ext cx="778042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200" dirty="0">
                <a:solidFill>
                  <a:schemeClr val="bg1"/>
                </a:solidFill>
              </a:rPr>
              <a:t>This visualization highlights how </a:t>
            </a:r>
            <a:r>
              <a:rPr lang="en-IN" sz="2200" b="1" dirty="0">
                <a:solidFill>
                  <a:schemeClr val="bg1"/>
                </a:solidFill>
              </a:rPr>
              <a:t>Netflix has diversified its library across countries</a:t>
            </a:r>
            <a:r>
              <a:rPr lang="en-IN" sz="2200" dirty="0">
                <a:solidFill>
                  <a:schemeClr val="bg1"/>
                </a:solidFill>
              </a:rPr>
              <a:t>, promoting international storytelling and catering to a wide range of cultural tastes.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42669" y="461233"/>
            <a:ext cx="766010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200" dirty="0">
                <a:solidFill>
                  <a:srgbClr val="C00000"/>
                </a:solidFill>
              </a:rPr>
              <a:t>The </a:t>
            </a:r>
            <a:r>
              <a:rPr lang="en-IN" sz="2200" b="1" dirty="0">
                <a:solidFill>
                  <a:srgbClr val="C00000"/>
                </a:solidFill>
              </a:rPr>
              <a:t>United States</a:t>
            </a:r>
            <a:r>
              <a:rPr lang="en-IN" sz="2200" dirty="0">
                <a:solidFill>
                  <a:srgbClr val="C00000"/>
                </a:solidFill>
              </a:rPr>
              <a:t> appears </a:t>
            </a:r>
            <a:r>
              <a:rPr lang="en-IN" sz="2200" b="1" dirty="0">
                <a:solidFill>
                  <a:srgbClr val="C00000"/>
                </a:solidFill>
              </a:rPr>
              <a:t>multiple times</a:t>
            </a:r>
            <a:r>
              <a:rPr lang="en-IN" sz="2200" dirty="0">
                <a:solidFill>
                  <a:srgbClr val="C00000"/>
                </a:solidFill>
              </a:rPr>
              <a:t>, often in combination with other countries like </a:t>
            </a:r>
            <a:r>
              <a:rPr lang="en-IN" sz="2200" b="1" dirty="0">
                <a:solidFill>
                  <a:srgbClr val="C00000"/>
                </a:solidFill>
              </a:rPr>
              <a:t>France</a:t>
            </a:r>
            <a:r>
              <a:rPr lang="en-IN" sz="2200" dirty="0">
                <a:solidFill>
                  <a:srgbClr val="C00000"/>
                </a:solidFill>
              </a:rPr>
              <a:t> and the </a:t>
            </a:r>
            <a:r>
              <a:rPr lang="en-IN" sz="2200" b="1" dirty="0">
                <a:solidFill>
                  <a:srgbClr val="C00000"/>
                </a:solidFill>
              </a:rPr>
              <a:t>United Kingdom</a:t>
            </a:r>
            <a:r>
              <a:rPr lang="en-IN" sz="2200" dirty="0">
                <a:solidFill>
                  <a:srgbClr val="C00000"/>
                </a:solidFill>
              </a:rPr>
              <a:t>, indicating strong co-productions or shared licenses.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26625" y="2030463"/>
            <a:ext cx="645076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200" b="1" dirty="0">
                <a:solidFill>
                  <a:srgbClr val="C00000"/>
                </a:solidFill>
              </a:rPr>
              <a:t>European nations</a:t>
            </a:r>
            <a:r>
              <a:rPr lang="en-IN" sz="2200" dirty="0">
                <a:solidFill>
                  <a:srgbClr val="C00000"/>
                </a:solidFill>
              </a:rPr>
              <a:t> such as </a:t>
            </a:r>
            <a:r>
              <a:rPr lang="en-IN" sz="2200" b="1" dirty="0">
                <a:solidFill>
                  <a:srgbClr val="C00000"/>
                </a:solidFill>
              </a:rPr>
              <a:t>Germany</a:t>
            </a:r>
            <a:r>
              <a:rPr lang="en-IN" sz="2200" dirty="0">
                <a:solidFill>
                  <a:srgbClr val="C00000"/>
                </a:solidFill>
              </a:rPr>
              <a:t>, </a:t>
            </a:r>
            <a:r>
              <a:rPr lang="en-IN" sz="2200" b="1" dirty="0">
                <a:solidFill>
                  <a:srgbClr val="C00000"/>
                </a:solidFill>
              </a:rPr>
              <a:t>France</a:t>
            </a:r>
            <a:r>
              <a:rPr lang="en-IN" sz="2200" dirty="0">
                <a:solidFill>
                  <a:srgbClr val="C00000"/>
                </a:solidFill>
              </a:rPr>
              <a:t>, </a:t>
            </a:r>
            <a:r>
              <a:rPr lang="en-IN" sz="2200" b="1" dirty="0">
                <a:solidFill>
                  <a:srgbClr val="C00000"/>
                </a:solidFill>
              </a:rPr>
              <a:t>Croatia</a:t>
            </a:r>
            <a:r>
              <a:rPr lang="en-IN" sz="2200" dirty="0">
                <a:solidFill>
                  <a:srgbClr val="C00000"/>
                </a:solidFill>
              </a:rPr>
              <a:t>, and </a:t>
            </a:r>
            <a:r>
              <a:rPr lang="en-IN" sz="2200" b="1" dirty="0">
                <a:solidFill>
                  <a:srgbClr val="C00000"/>
                </a:solidFill>
              </a:rPr>
              <a:t>Slovenia</a:t>
            </a:r>
            <a:r>
              <a:rPr lang="en-IN" sz="2200" dirty="0">
                <a:solidFill>
                  <a:srgbClr val="C00000"/>
                </a:solidFill>
              </a:rPr>
              <a:t> are key contributors, showcasing the rising popularity of European </a:t>
            </a:r>
            <a:r>
              <a:rPr lang="en-IN" sz="2200" dirty="0" smtClean="0">
                <a:solidFill>
                  <a:srgbClr val="C00000"/>
                </a:solidFill>
              </a:rPr>
              <a:t>content.</a:t>
            </a:r>
            <a:endParaRPr lang="en-IN" sz="2200" dirty="0">
              <a:solidFill>
                <a:srgbClr val="C0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659629" y="3728798"/>
            <a:ext cx="638475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200" dirty="0">
                <a:solidFill>
                  <a:schemeClr val="bg1"/>
                </a:solidFill>
              </a:rPr>
              <a:t>Interestingly, we also see diverse regions like </a:t>
            </a:r>
            <a:r>
              <a:rPr lang="en-IN" sz="2200" b="1" dirty="0">
                <a:solidFill>
                  <a:schemeClr val="bg1"/>
                </a:solidFill>
              </a:rPr>
              <a:t>Japan, Canada, Mexico, Brazil</a:t>
            </a:r>
            <a:r>
              <a:rPr lang="en-IN" sz="2200" dirty="0">
                <a:solidFill>
                  <a:schemeClr val="bg1"/>
                </a:solidFill>
              </a:rPr>
              <a:t>, and </a:t>
            </a:r>
            <a:r>
              <a:rPr lang="en-IN" sz="2200" b="1" dirty="0">
                <a:solidFill>
                  <a:schemeClr val="bg1"/>
                </a:solidFill>
              </a:rPr>
              <a:t>Mauritius</a:t>
            </a:r>
            <a:r>
              <a:rPr lang="en-IN" sz="2200" dirty="0">
                <a:solidFill>
                  <a:schemeClr val="bg1"/>
                </a:solidFill>
              </a:rPr>
              <a:t>, reflecting Netflix’s global expansion strategy and regional content development.</a:t>
            </a:r>
          </a:p>
        </p:txBody>
      </p:sp>
    </p:spTree>
    <p:extLst>
      <p:ext uri="{BB962C8B-B14F-4D97-AF65-F5344CB8AC3E}">
        <p14:creationId xmlns:p14="http://schemas.microsoft.com/office/powerpoint/2010/main" val="4204162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  <p:bldP spid="11" grpId="0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3E4F19A7-A959-40BB-972C-4880BAF8EB0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332</TotalTime>
  <Words>392</Words>
  <Application>Microsoft Office PowerPoint</Application>
  <PresentationFormat>Widescreen</PresentationFormat>
  <Paragraphs>22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Algerian</vt:lpstr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DVOC-MR-005</dc:creator>
  <cp:lastModifiedBy>NETLAB</cp:lastModifiedBy>
  <cp:revision>34</cp:revision>
  <dcterms:created xsi:type="dcterms:W3CDTF">2025-04-07T06:49:45Z</dcterms:created>
  <dcterms:modified xsi:type="dcterms:W3CDTF">2025-06-07T00:53:32Z</dcterms:modified>
</cp:coreProperties>
</file>